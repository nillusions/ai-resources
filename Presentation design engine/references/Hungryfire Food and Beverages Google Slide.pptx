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  <p15:guide id="7" pos="7287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pos="393" userDrawn="1">
          <p15:clr>
            <a:srgbClr val="A4A3A4"/>
          </p15:clr>
        </p15:guide>
        <p15:guide id="10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5" autoAdjust="0"/>
    <p:restoredTop sz="93447" autoAdjust="0"/>
  </p:normalViewPr>
  <p:slideViewPr>
    <p:cSldViewPr snapToGrid="0" showGuides="1">
      <p:cViewPr varScale="1">
        <p:scale>
          <a:sx n="63" d="100"/>
          <a:sy n="63" d="100"/>
        </p:scale>
        <p:origin x="848" y="32"/>
      </p:cViewPr>
      <p:guideLst>
        <p:guide orient="horz" pos="2160"/>
        <p:guide pos="3840"/>
        <p:guide orient="horz" pos="346"/>
        <p:guide orient="horz" pos="572"/>
        <p:guide orient="horz" pos="799"/>
        <p:guide orient="horz" pos="3952"/>
        <p:guide pos="7287"/>
        <p:guide pos="7061"/>
        <p:guide pos="393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B05842-861F-E6DD-1141-5F576C9713E5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3544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E1A4A4-3C71-765B-AC35-5A5D86E9B016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906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24C809-44B7-1E4E-4D23-095D9CECE55B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308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482269-1B77-B2E8-5551-59598B92D2B7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20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3A91FF-A075-6B0E-BF2A-FAE46237FFE2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04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74EBE3-3CCD-DBFA-93DF-8BDC0BB5EACA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558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C2976B-C8D4-EA0D-DB02-3816A2EF30EB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04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872C81-2DF8-89DE-3DD7-B8F71C7B22BF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932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C5DB7D-0809-2261-E87B-3408F5CD98CF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979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78B4AC-144D-9DD7-5DBA-1C72977CCAB3}"/>
              </a:ext>
            </a:extLst>
          </p:cNvPr>
          <p:cNvSpPr/>
          <p:nvPr userDrawn="1"/>
        </p:nvSpPr>
        <p:spPr>
          <a:xfrm>
            <a:off x="109087" y="118024"/>
            <a:ext cx="11973827" cy="6621952"/>
          </a:xfrm>
          <a:prstGeom prst="roundRect">
            <a:avLst>
              <a:gd name="adj" fmla="val 198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456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D5A7E-BBD0-19A7-4ECF-6435FFCE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5CB24-CAD5-168B-A59D-8CF027C32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8DC04-A2A2-59BB-976B-64C9D898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5842-1BBC-4DC0-9661-505881FD1C2B}" type="datetimeFigureOut">
              <a:rPr lang="en-ID" smtClean="0"/>
              <a:t>24/05/2025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66885-5046-C11C-DFA8-8B8BF082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E6B8-81DD-F91C-3A50-250B1500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349C2-76A4-40D1-BB4A-114579A7A4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1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3FB22-EE68-0D81-DAA7-22E71D728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BDE0-0F11-74DF-6B08-9E47ACE71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BEA52-7942-E2DF-6C03-AAFF7349D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85842-1BBC-4DC0-9661-505881FD1C2B}" type="datetimeFigureOut">
              <a:rPr lang="en-ID" smtClean="0"/>
              <a:t>24/05/2025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F9DD-8A08-6ED5-6017-CBF59E04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9F5F0-3931-3CB5-8E5C-CEED3DB94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349C2-76A4-40D1-BB4A-114579A7A4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245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B94B9-6B8F-D804-DEC7-2173F881F5A6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6EC6A-E904-0046-EA92-7D9D02E87966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BD0A0-1182-803A-931C-58D9726FA90F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4AEDC-BE7F-3147-02BB-B0A2E0EB6606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79E33A-774C-9257-0834-1624EC990B68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A42256-6FF2-831D-C789-04BDEEA0290B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77E0D-A29C-DE1F-DA12-788B5C9EB16C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D4235317-57BF-2AF8-F2BD-CA5EEEB6BC84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5567D-69B5-92F4-1953-BBCCAA5BB4D4}"/>
              </a:ext>
            </a:extLst>
          </p:cNvPr>
          <p:cNvSpPr txBox="1"/>
          <p:nvPr/>
        </p:nvSpPr>
        <p:spPr>
          <a:xfrm>
            <a:off x="679450" y="1072897"/>
            <a:ext cx="108331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38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38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38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E299BB-11FF-91CB-EDB0-AB3613E1E8F4}"/>
              </a:ext>
            </a:extLst>
          </p:cNvPr>
          <p:cNvSpPr/>
          <p:nvPr/>
        </p:nvSpPr>
        <p:spPr>
          <a:xfrm>
            <a:off x="8599887" y="3868651"/>
            <a:ext cx="1981627" cy="33888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55509-EE4E-6CAC-C0DB-D7D8272CBF7E}"/>
              </a:ext>
            </a:extLst>
          </p:cNvPr>
          <p:cNvSpPr txBox="1"/>
          <p:nvPr/>
        </p:nvSpPr>
        <p:spPr>
          <a:xfrm>
            <a:off x="8599887" y="3885587"/>
            <a:ext cx="1981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START PRESENTATION</a:t>
            </a:r>
            <a:endParaRPr lang="en-ID" sz="14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549E69-23D8-8248-3641-BDCA7C28CD38}"/>
              </a:ext>
            </a:extLst>
          </p:cNvPr>
          <p:cNvSpPr/>
          <p:nvPr/>
        </p:nvSpPr>
        <p:spPr>
          <a:xfrm>
            <a:off x="10621432" y="3868651"/>
            <a:ext cx="338886" cy="3388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A3EF7563-606D-1A01-2E7C-0CC717868247}"/>
              </a:ext>
            </a:extLst>
          </p:cNvPr>
          <p:cNvSpPr/>
          <p:nvPr/>
        </p:nvSpPr>
        <p:spPr>
          <a:xfrm flipH="1">
            <a:off x="10723718" y="3956132"/>
            <a:ext cx="151864" cy="148017"/>
          </a:xfrm>
          <a:custGeom>
            <a:avLst/>
            <a:gdLst>
              <a:gd name="connsiteX0" fmla="*/ 294665 w 512617"/>
              <a:gd name="connsiteY0" fmla="*/ 466167 h 499631"/>
              <a:gd name="connsiteX1" fmla="*/ 269266 w 512617"/>
              <a:gd name="connsiteY1" fmla="*/ 491566 h 499631"/>
              <a:gd name="connsiteX2" fmla="*/ 230480 w 512617"/>
              <a:gd name="connsiteY2" fmla="*/ 491566 h 499631"/>
              <a:gd name="connsiteX3" fmla="*/ 8066 w 512617"/>
              <a:gd name="connsiteY3" fmla="*/ 269266 h 499631"/>
              <a:gd name="connsiteX4" fmla="*/ 8066 w 512617"/>
              <a:gd name="connsiteY4" fmla="*/ 230480 h 499631"/>
              <a:gd name="connsiteX5" fmla="*/ 230480 w 512617"/>
              <a:gd name="connsiteY5" fmla="*/ 8066 h 499631"/>
              <a:gd name="connsiteX6" fmla="*/ 269266 w 512617"/>
              <a:gd name="connsiteY6" fmla="*/ 8066 h 499631"/>
              <a:gd name="connsiteX7" fmla="*/ 294665 w 512617"/>
              <a:gd name="connsiteY7" fmla="*/ 33465 h 499631"/>
              <a:gd name="connsiteX8" fmla="*/ 294207 w 512617"/>
              <a:gd name="connsiteY8" fmla="*/ 72708 h 499631"/>
              <a:gd name="connsiteX9" fmla="*/ 156342 w 512617"/>
              <a:gd name="connsiteY9" fmla="*/ 204052 h 499631"/>
              <a:gd name="connsiteX10" fmla="*/ 485159 w 512617"/>
              <a:gd name="connsiteY10" fmla="*/ 204052 h 499631"/>
              <a:gd name="connsiteX11" fmla="*/ 512617 w 512617"/>
              <a:gd name="connsiteY11" fmla="*/ 231510 h 499631"/>
              <a:gd name="connsiteX12" fmla="*/ 512617 w 512617"/>
              <a:gd name="connsiteY12" fmla="*/ 268122 h 499631"/>
              <a:gd name="connsiteX13" fmla="*/ 485159 w 512617"/>
              <a:gd name="connsiteY13" fmla="*/ 295580 h 499631"/>
              <a:gd name="connsiteX14" fmla="*/ 156342 w 512617"/>
              <a:gd name="connsiteY14" fmla="*/ 295580 h 499631"/>
              <a:gd name="connsiteX15" fmla="*/ 294207 w 512617"/>
              <a:gd name="connsiteY15" fmla="*/ 426924 h 499631"/>
              <a:gd name="connsiteX16" fmla="*/ 294665 w 512617"/>
              <a:gd name="connsiteY16" fmla="*/ 466167 h 499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2617" h="499631">
                <a:moveTo>
                  <a:pt x="294665" y="466167"/>
                </a:moveTo>
                <a:lnTo>
                  <a:pt x="269266" y="491566"/>
                </a:lnTo>
                <a:cubicBezTo>
                  <a:pt x="258511" y="502320"/>
                  <a:pt x="241121" y="502320"/>
                  <a:pt x="230480" y="491566"/>
                </a:cubicBezTo>
                <a:lnTo>
                  <a:pt x="8066" y="269266"/>
                </a:lnTo>
                <a:cubicBezTo>
                  <a:pt x="-2689" y="258511"/>
                  <a:pt x="-2689" y="241121"/>
                  <a:pt x="8066" y="230480"/>
                </a:cubicBezTo>
                <a:lnTo>
                  <a:pt x="230480" y="8066"/>
                </a:lnTo>
                <a:cubicBezTo>
                  <a:pt x="241235" y="-2689"/>
                  <a:pt x="258625" y="-2689"/>
                  <a:pt x="269266" y="8066"/>
                </a:cubicBezTo>
                <a:lnTo>
                  <a:pt x="294665" y="33465"/>
                </a:lnTo>
                <a:cubicBezTo>
                  <a:pt x="305534" y="44334"/>
                  <a:pt x="305305" y="62068"/>
                  <a:pt x="294207" y="72708"/>
                </a:cubicBezTo>
                <a:lnTo>
                  <a:pt x="156342" y="204052"/>
                </a:lnTo>
                <a:lnTo>
                  <a:pt x="485159" y="204052"/>
                </a:lnTo>
                <a:cubicBezTo>
                  <a:pt x="500375" y="204052"/>
                  <a:pt x="512617" y="216294"/>
                  <a:pt x="512617" y="231510"/>
                </a:cubicBezTo>
                <a:lnTo>
                  <a:pt x="512617" y="268122"/>
                </a:lnTo>
                <a:cubicBezTo>
                  <a:pt x="512617" y="283338"/>
                  <a:pt x="500375" y="295580"/>
                  <a:pt x="485159" y="295580"/>
                </a:cubicBezTo>
                <a:lnTo>
                  <a:pt x="156342" y="295580"/>
                </a:lnTo>
                <a:lnTo>
                  <a:pt x="294207" y="426924"/>
                </a:lnTo>
                <a:cubicBezTo>
                  <a:pt x="305419" y="437564"/>
                  <a:pt x="305648" y="455298"/>
                  <a:pt x="294665" y="466167"/>
                </a:cubicBezTo>
                <a:close/>
              </a:path>
            </a:pathLst>
          </a:custGeom>
          <a:solidFill>
            <a:schemeClr val="accent3"/>
          </a:solidFill>
          <a:ln w="1127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84A87-A79D-3FDC-1F69-E2CCD9111236}"/>
              </a:ext>
            </a:extLst>
          </p:cNvPr>
          <p:cNvSpPr txBox="1"/>
          <p:nvPr/>
        </p:nvSpPr>
        <p:spPr>
          <a:xfrm>
            <a:off x="1147153" y="3663899"/>
            <a:ext cx="27929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pPr algn="l"/>
            <a:r>
              <a:rPr lang="en-US" i="1" dirty="0"/>
              <a:t>Welcome to a </a:t>
            </a:r>
            <a:r>
              <a:rPr lang="id-ID" i="1" dirty="0"/>
              <a:t>Hungryfire</a:t>
            </a:r>
            <a:r>
              <a:rPr lang="en-US" i="1" dirty="0"/>
              <a:t> journey through the world of fast food</a:t>
            </a:r>
            <a:r>
              <a:rPr lang="id-ID" i="1" dirty="0"/>
              <a:t> a</a:t>
            </a:r>
            <a:r>
              <a:rPr lang="en-US" i="1" dirty="0"/>
              <a:t> where speed meets satisfaction. </a:t>
            </a:r>
            <a:endParaRPr lang="en-ID" i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5CF5C0-6C69-64B8-2F13-64F92F9A0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8" t="36852" r="33698" b="12407"/>
          <a:stretch>
            <a:fillRect/>
          </a:stretch>
        </p:blipFill>
        <p:spPr>
          <a:xfrm>
            <a:off x="4108450" y="2527300"/>
            <a:ext cx="3975100" cy="3479800"/>
          </a:xfrm>
          <a:custGeom>
            <a:avLst/>
            <a:gdLst>
              <a:gd name="connsiteX0" fmla="*/ 335418 w 3975100"/>
              <a:gd name="connsiteY0" fmla="*/ 0 h 3479800"/>
              <a:gd name="connsiteX1" fmla="*/ 3639682 w 3975100"/>
              <a:gd name="connsiteY1" fmla="*/ 0 h 3479800"/>
              <a:gd name="connsiteX2" fmla="*/ 3975100 w 3975100"/>
              <a:gd name="connsiteY2" fmla="*/ 335418 h 3479800"/>
              <a:gd name="connsiteX3" fmla="*/ 3975100 w 3975100"/>
              <a:gd name="connsiteY3" fmla="*/ 3144382 h 3479800"/>
              <a:gd name="connsiteX4" fmla="*/ 3639682 w 3975100"/>
              <a:gd name="connsiteY4" fmla="*/ 3479800 h 3479800"/>
              <a:gd name="connsiteX5" fmla="*/ 335418 w 3975100"/>
              <a:gd name="connsiteY5" fmla="*/ 3479800 h 3479800"/>
              <a:gd name="connsiteX6" fmla="*/ 0 w 3975100"/>
              <a:gd name="connsiteY6" fmla="*/ 3144382 h 3479800"/>
              <a:gd name="connsiteX7" fmla="*/ 0 w 3975100"/>
              <a:gd name="connsiteY7" fmla="*/ 335418 h 3479800"/>
              <a:gd name="connsiteX8" fmla="*/ 335418 w 3975100"/>
              <a:gd name="connsiteY8" fmla="*/ 0 h 347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75100" h="3479800">
                <a:moveTo>
                  <a:pt x="335418" y="0"/>
                </a:moveTo>
                <a:lnTo>
                  <a:pt x="3639682" y="0"/>
                </a:lnTo>
                <a:cubicBezTo>
                  <a:pt x="3824928" y="0"/>
                  <a:pt x="3975100" y="150172"/>
                  <a:pt x="3975100" y="335418"/>
                </a:cubicBezTo>
                <a:lnTo>
                  <a:pt x="3975100" y="3144382"/>
                </a:lnTo>
                <a:cubicBezTo>
                  <a:pt x="3975100" y="3329628"/>
                  <a:pt x="3824928" y="3479800"/>
                  <a:pt x="3639682" y="3479800"/>
                </a:cubicBezTo>
                <a:lnTo>
                  <a:pt x="335418" y="3479800"/>
                </a:lnTo>
                <a:cubicBezTo>
                  <a:pt x="150172" y="3479800"/>
                  <a:pt x="0" y="3329628"/>
                  <a:pt x="0" y="3144382"/>
                </a:cubicBezTo>
                <a:lnTo>
                  <a:pt x="0" y="335418"/>
                </a:lnTo>
                <a:cubicBezTo>
                  <a:pt x="0" y="150172"/>
                  <a:pt x="150172" y="0"/>
                  <a:pt x="335418" y="0"/>
                </a:cubicBezTo>
                <a:close/>
              </a:path>
            </a:pathLst>
          </a:cu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4AEE9F3-5C6B-D429-C740-2FFF54ABB450}"/>
              </a:ext>
            </a:extLst>
          </p:cNvPr>
          <p:cNvSpPr/>
          <p:nvPr/>
        </p:nvSpPr>
        <p:spPr>
          <a:xfrm rot="-360000">
            <a:off x="-70503" y="5535551"/>
            <a:ext cx="12333007" cy="702630"/>
          </a:xfrm>
          <a:custGeom>
            <a:avLst/>
            <a:gdLst>
              <a:gd name="connsiteX0" fmla="*/ 12333007 w 12333007"/>
              <a:gd name="connsiteY0" fmla="*/ 0 h 702630"/>
              <a:gd name="connsiteX1" fmla="*/ 12259157 w 12333007"/>
              <a:gd name="connsiteY1" fmla="*/ 702630 h 702630"/>
              <a:gd name="connsiteX2" fmla="*/ 0 w 12333007"/>
              <a:gd name="connsiteY2" fmla="*/ 702630 h 702630"/>
              <a:gd name="connsiteX3" fmla="*/ 73849 w 12333007"/>
              <a:gd name="connsiteY3" fmla="*/ 0 h 70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33007" h="702630">
                <a:moveTo>
                  <a:pt x="12333007" y="0"/>
                </a:moveTo>
                <a:lnTo>
                  <a:pt x="12259157" y="702630"/>
                </a:lnTo>
                <a:lnTo>
                  <a:pt x="0" y="702630"/>
                </a:lnTo>
                <a:lnTo>
                  <a:pt x="73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33400" sx="78000" sy="7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154841-8FBB-B21F-B122-D5BE7A0914BF}"/>
              </a:ext>
            </a:extLst>
          </p:cNvPr>
          <p:cNvSpPr txBox="1"/>
          <p:nvPr/>
        </p:nvSpPr>
        <p:spPr>
          <a:xfrm rot="21211540">
            <a:off x="9723986" y="5108617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F9A67A-B8C9-E098-CE7E-FAEA3C76AD93}"/>
              </a:ext>
            </a:extLst>
          </p:cNvPr>
          <p:cNvSpPr txBox="1"/>
          <p:nvPr/>
        </p:nvSpPr>
        <p:spPr>
          <a:xfrm rot="21211540">
            <a:off x="-347644" y="6192693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4359C3-D536-A74D-FC7F-1D2877CEFC1B}"/>
              </a:ext>
            </a:extLst>
          </p:cNvPr>
          <p:cNvSpPr txBox="1"/>
          <p:nvPr/>
        </p:nvSpPr>
        <p:spPr>
          <a:xfrm rot="21211540">
            <a:off x="2824287" y="5833070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F1ECFA-0C2D-6BCD-5853-7B4FDEEAA2DD}"/>
              </a:ext>
            </a:extLst>
          </p:cNvPr>
          <p:cNvSpPr txBox="1"/>
          <p:nvPr/>
        </p:nvSpPr>
        <p:spPr>
          <a:xfrm rot="21211540">
            <a:off x="6425730" y="5440199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ED5DAE9-D533-2273-AC6A-2AFA31A80363}"/>
              </a:ext>
            </a:extLst>
          </p:cNvPr>
          <p:cNvSpPr/>
          <p:nvPr/>
        </p:nvSpPr>
        <p:spPr>
          <a:xfrm rot="350257">
            <a:off x="-67696" y="5536784"/>
            <a:ext cx="12327393" cy="702630"/>
          </a:xfrm>
          <a:custGeom>
            <a:avLst/>
            <a:gdLst>
              <a:gd name="connsiteX0" fmla="*/ 0 w 12327393"/>
              <a:gd name="connsiteY0" fmla="*/ 0 h 702630"/>
              <a:gd name="connsiteX1" fmla="*/ 12255557 w 12327393"/>
              <a:gd name="connsiteY1" fmla="*/ 0 h 702630"/>
              <a:gd name="connsiteX2" fmla="*/ 12327393 w 12327393"/>
              <a:gd name="connsiteY2" fmla="*/ 702630 h 702630"/>
              <a:gd name="connsiteX3" fmla="*/ 71837 w 12327393"/>
              <a:gd name="connsiteY3" fmla="*/ 702630 h 70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7393" h="702630">
                <a:moveTo>
                  <a:pt x="0" y="0"/>
                </a:moveTo>
                <a:lnTo>
                  <a:pt x="12255557" y="0"/>
                </a:lnTo>
                <a:lnTo>
                  <a:pt x="12327393" y="702630"/>
                </a:lnTo>
                <a:lnTo>
                  <a:pt x="71837" y="702630"/>
                </a:lnTo>
                <a:close/>
              </a:path>
            </a:pathLst>
          </a:custGeom>
          <a:ln>
            <a:noFill/>
          </a:ln>
          <a:effectLst>
            <a:outerShdw blurRad="533400" sx="78000" sy="7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788D96-F04E-9DC1-B5F1-CF0391CD9A48}"/>
              </a:ext>
            </a:extLst>
          </p:cNvPr>
          <p:cNvSpPr txBox="1"/>
          <p:nvPr/>
        </p:nvSpPr>
        <p:spPr>
          <a:xfrm rot="360000">
            <a:off x="-378496" y="5117486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262F07-4151-2097-726B-25C8930B3A5A}"/>
              </a:ext>
            </a:extLst>
          </p:cNvPr>
          <p:cNvSpPr txBox="1"/>
          <p:nvPr/>
        </p:nvSpPr>
        <p:spPr>
          <a:xfrm rot="360000">
            <a:off x="2796234" y="5451497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E294E-43DB-D42B-CB80-70011FC98C41}"/>
              </a:ext>
            </a:extLst>
          </p:cNvPr>
          <p:cNvSpPr txBox="1"/>
          <p:nvPr/>
        </p:nvSpPr>
        <p:spPr>
          <a:xfrm rot="360000">
            <a:off x="6335518" y="5832104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9108E1-25E1-264F-9D89-4AD4E7BA83E3}"/>
              </a:ext>
            </a:extLst>
          </p:cNvPr>
          <p:cNvSpPr txBox="1"/>
          <p:nvPr/>
        </p:nvSpPr>
        <p:spPr>
          <a:xfrm rot="360000">
            <a:off x="9725308" y="6190382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3" name="Graphic 51">
            <a:extLst>
              <a:ext uri="{FF2B5EF4-FFF2-40B4-BE49-F238E27FC236}">
                <a16:creationId xmlns:a16="http://schemas.microsoft.com/office/drawing/2014/main" id="{5DA9A375-0B28-E905-6A47-7292BBD9397F}"/>
              </a:ext>
            </a:extLst>
          </p:cNvPr>
          <p:cNvSpPr/>
          <p:nvPr/>
        </p:nvSpPr>
        <p:spPr>
          <a:xfrm rot="360000">
            <a:off x="9297896" y="610641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4" name="Graphic 51">
            <a:extLst>
              <a:ext uri="{FF2B5EF4-FFF2-40B4-BE49-F238E27FC236}">
                <a16:creationId xmlns:a16="http://schemas.microsoft.com/office/drawing/2014/main" id="{BCE2955A-5785-EBA8-2EA1-AD0D6755D529}"/>
              </a:ext>
            </a:extLst>
          </p:cNvPr>
          <p:cNvSpPr/>
          <p:nvPr/>
        </p:nvSpPr>
        <p:spPr>
          <a:xfrm rot="360000">
            <a:off x="5819402" y="5741792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5" name="Graphic 51">
            <a:extLst>
              <a:ext uri="{FF2B5EF4-FFF2-40B4-BE49-F238E27FC236}">
                <a16:creationId xmlns:a16="http://schemas.microsoft.com/office/drawing/2014/main" id="{9F00B7D1-1FCE-0D16-3BD0-3EAF0D5B7DDA}"/>
              </a:ext>
            </a:extLst>
          </p:cNvPr>
          <p:cNvSpPr/>
          <p:nvPr/>
        </p:nvSpPr>
        <p:spPr>
          <a:xfrm rot="360000">
            <a:off x="2415929" y="5386082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6" name="Graphic 51">
            <a:extLst>
              <a:ext uri="{FF2B5EF4-FFF2-40B4-BE49-F238E27FC236}">
                <a16:creationId xmlns:a16="http://schemas.microsoft.com/office/drawing/2014/main" id="{19F755BA-91E9-553A-DA82-A8C9126D4119}"/>
              </a:ext>
            </a:extLst>
          </p:cNvPr>
          <p:cNvSpPr/>
          <p:nvPr/>
        </p:nvSpPr>
        <p:spPr>
          <a:xfrm rot="-360000">
            <a:off x="2415929" y="611180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7" name="Graphic 51">
            <a:extLst>
              <a:ext uri="{FF2B5EF4-FFF2-40B4-BE49-F238E27FC236}">
                <a16:creationId xmlns:a16="http://schemas.microsoft.com/office/drawing/2014/main" id="{16A5456E-7430-513E-D5A4-37388E0A906A}"/>
              </a:ext>
            </a:extLst>
          </p:cNvPr>
          <p:cNvSpPr/>
          <p:nvPr/>
        </p:nvSpPr>
        <p:spPr>
          <a:xfrm rot="-360000">
            <a:off x="9329878" y="540916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870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31028A-2F51-8BD6-2CB3-35CF53B96B16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9BEC0D-8E2B-47B5-252A-9BCC18CD678A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3C50-97F5-FFEE-1D56-CA1B7CE1CA85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45294-19F6-90AB-1F97-170D3459E4C8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6626E5-2C36-9E1A-5EB5-5244231946DD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DEFDEF-EFB7-103F-BF14-A82CB4EEE3E8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E05E9-86ED-C862-0B69-AF38FE1AA45C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C81FB756-9FED-06C7-612D-C8C39696A660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4E4062-0C14-FDC1-08A1-01FF4579B322}"/>
              </a:ext>
            </a:extLst>
          </p:cNvPr>
          <p:cNvSpPr/>
          <p:nvPr/>
        </p:nvSpPr>
        <p:spPr>
          <a:xfrm>
            <a:off x="2103620" y="1601125"/>
            <a:ext cx="3308792" cy="4440446"/>
          </a:xfrm>
          <a:prstGeom prst="roundRect">
            <a:avLst>
              <a:gd name="adj" fmla="val 65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3671E7-254A-FC04-3FF8-CC550ADCA61C}"/>
              </a:ext>
            </a:extLst>
          </p:cNvPr>
          <p:cNvSpPr/>
          <p:nvPr/>
        </p:nvSpPr>
        <p:spPr>
          <a:xfrm>
            <a:off x="2184329" y="1524285"/>
            <a:ext cx="3308792" cy="4440446"/>
          </a:xfrm>
          <a:prstGeom prst="roundRect">
            <a:avLst>
              <a:gd name="adj" fmla="val 597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8211D-A6DD-3BF2-4F59-60EBD67F0D9A}"/>
              </a:ext>
            </a:extLst>
          </p:cNvPr>
          <p:cNvSpPr txBox="1"/>
          <p:nvPr/>
        </p:nvSpPr>
        <p:spPr>
          <a:xfrm>
            <a:off x="6183372" y="1679450"/>
            <a:ext cx="4907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THE ESSENCE OF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CONVENIENCE FOOD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ABF52A-087B-E63F-B8DA-0EB267F33A28}"/>
              </a:ext>
            </a:extLst>
          </p:cNvPr>
          <p:cNvSpPr/>
          <p:nvPr/>
        </p:nvSpPr>
        <p:spPr>
          <a:xfrm>
            <a:off x="6183372" y="3202502"/>
            <a:ext cx="4776269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Convallis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urna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lacinia,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sem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fringilla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per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posuere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nulla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.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476254-6F7F-2B50-A565-DA0A5DC0F92F}"/>
              </a:ext>
            </a:extLst>
          </p:cNvPr>
          <p:cNvSpPr/>
          <p:nvPr/>
        </p:nvSpPr>
        <p:spPr>
          <a:xfrm>
            <a:off x="6183372" y="4295094"/>
            <a:ext cx="4776269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C34625-B3CD-50BF-B7EB-339E654F43EE}"/>
              </a:ext>
            </a:extLst>
          </p:cNvPr>
          <p:cNvSpPr/>
          <p:nvPr/>
        </p:nvSpPr>
        <p:spPr>
          <a:xfrm>
            <a:off x="6299600" y="5383421"/>
            <a:ext cx="1190625" cy="33888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E49D3-ACD9-D591-BAFF-9078C98FFEFE}"/>
              </a:ext>
            </a:extLst>
          </p:cNvPr>
          <p:cNvSpPr txBox="1"/>
          <p:nvPr/>
        </p:nvSpPr>
        <p:spPr>
          <a:xfrm>
            <a:off x="6350230" y="5400357"/>
            <a:ext cx="1089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Learn More</a:t>
            </a:r>
            <a:endParaRPr lang="en-ID" sz="14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1E6764-8BFC-F0D9-F1CF-CBB606A22EE4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49F2CA-4804-0AE2-6ABC-B48218E81027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028674-23FB-D90B-04A6-EA84927DA4C3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00B11CF-5D81-0D1D-3669-CB046BFE189F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AA44A4-6140-8262-6863-29827231DDC3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31ED66-D431-EDDD-551E-6FDD8277D21A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D884C7-D2C7-19C5-F373-8EAB9DB56860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A51B7F1-6AEF-2439-F384-A22046D8D3EF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207C4F-8241-8009-DE39-5AE4A2440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6" t="23426" r="55605" b="14225"/>
          <a:stretch>
            <a:fillRect/>
          </a:stretch>
        </p:blipFill>
        <p:spPr>
          <a:xfrm>
            <a:off x="2264784" y="1606566"/>
            <a:ext cx="3147884" cy="4275882"/>
          </a:xfrm>
          <a:custGeom>
            <a:avLst/>
            <a:gdLst>
              <a:gd name="connsiteX0" fmla="*/ 188149 w 3147884"/>
              <a:gd name="connsiteY0" fmla="*/ 0 h 4275882"/>
              <a:gd name="connsiteX1" fmla="*/ 2959734 w 3147884"/>
              <a:gd name="connsiteY1" fmla="*/ 0 h 4275882"/>
              <a:gd name="connsiteX2" fmla="*/ 3147884 w 3147884"/>
              <a:gd name="connsiteY2" fmla="*/ 188149 h 4275882"/>
              <a:gd name="connsiteX3" fmla="*/ 3147884 w 3147884"/>
              <a:gd name="connsiteY3" fmla="*/ 4087733 h 4275882"/>
              <a:gd name="connsiteX4" fmla="*/ 2959734 w 3147884"/>
              <a:gd name="connsiteY4" fmla="*/ 4275882 h 4275882"/>
              <a:gd name="connsiteX5" fmla="*/ 188149 w 3147884"/>
              <a:gd name="connsiteY5" fmla="*/ 4275882 h 4275882"/>
              <a:gd name="connsiteX6" fmla="*/ 0 w 3147884"/>
              <a:gd name="connsiteY6" fmla="*/ 4087733 h 4275882"/>
              <a:gd name="connsiteX7" fmla="*/ 0 w 3147884"/>
              <a:gd name="connsiteY7" fmla="*/ 188149 h 4275882"/>
              <a:gd name="connsiteX8" fmla="*/ 188149 w 3147884"/>
              <a:gd name="connsiteY8" fmla="*/ 0 h 427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7884" h="4275882">
                <a:moveTo>
                  <a:pt x="188149" y="0"/>
                </a:moveTo>
                <a:lnTo>
                  <a:pt x="2959734" y="0"/>
                </a:lnTo>
                <a:cubicBezTo>
                  <a:pt x="3063646" y="0"/>
                  <a:pt x="3147884" y="84237"/>
                  <a:pt x="3147884" y="188149"/>
                </a:cubicBezTo>
                <a:lnTo>
                  <a:pt x="3147884" y="4087733"/>
                </a:lnTo>
                <a:cubicBezTo>
                  <a:pt x="3147884" y="4191645"/>
                  <a:pt x="3063646" y="4275882"/>
                  <a:pt x="2959734" y="4275882"/>
                </a:cubicBezTo>
                <a:lnTo>
                  <a:pt x="188149" y="4275882"/>
                </a:lnTo>
                <a:cubicBezTo>
                  <a:pt x="84237" y="4275882"/>
                  <a:pt x="0" y="4191645"/>
                  <a:pt x="0" y="4087733"/>
                </a:cubicBezTo>
                <a:lnTo>
                  <a:pt x="0" y="188149"/>
                </a:lnTo>
                <a:cubicBezTo>
                  <a:pt x="0" y="84237"/>
                  <a:pt x="84237" y="0"/>
                  <a:pt x="188149" y="0"/>
                </a:cubicBezTo>
                <a:close/>
              </a:path>
            </a:pathLst>
          </a:cu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A41518-4747-F2C8-7D67-44D575DE27CC}"/>
              </a:ext>
            </a:extLst>
          </p:cNvPr>
          <p:cNvSpPr/>
          <p:nvPr/>
        </p:nvSpPr>
        <p:spPr>
          <a:xfrm>
            <a:off x="1374980" y="4429256"/>
            <a:ext cx="1934982" cy="1019111"/>
          </a:xfrm>
          <a:prstGeom prst="roundRect">
            <a:avLst>
              <a:gd name="adj" fmla="val 1161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78054-E861-4812-59E9-7332222E906F}"/>
              </a:ext>
            </a:extLst>
          </p:cNvPr>
          <p:cNvSpPr txBox="1"/>
          <p:nvPr/>
        </p:nvSpPr>
        <p:spPr>
          <a:xfrm>
            <a:off x="1499704" y="4477941"/>
            <a:ext cx="1685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2020</a:t>
            </a:r>
            <a:endParaRPr lang="en-ID" sz="40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9F15D-96A3-35A1-3D91-4E6D6F41E85B}"/>
              </a:ext>
            </a:extLst>
          </p:cNvPr>
          <p:cNvSpPr txBox="1"/>
          <p:nvPr/>
        </p:nvSpPr>
        <p:spPr>
          <a:xfrm>
            <a:off x="1464822" y="5061439"/>
            <a:ext cx="1755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Restaurnant Since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1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D3514-8BB5-F90F-0ABE-DC44ED74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832D19-F633-7208-95FB-38D783688117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9A820-4161-BB7D-FF29-EBDC5BF55210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72985-BADB-6337-42A8-746600CB67E5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04CBF-078B-5FF5-D4FA-07C3565213B9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B624F7-55CB-99C6-9F47-C8FB082932A8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7B0F38-6269-3A4D-A9CD-ED10DCBBEBE6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00317-DE9E-0D77-181F-4F9D2568C133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F3A46EEF-FAEB-AAE0-3868-61014DB44BCE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86E95-D362-3359-11E5-6B6DF97F5784}"/>
              </a:ext>
            </a:extLst>
          </p:cNvPr>
          <p:cNvSpPr txBox="1"/>
          <p:nvPr/>
        </p:nvSpPr>
        <p:spPr>
          <a:xfrm>
            <a:off x="1401408" y="1614136"/>
            <a:ext cx="4621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A BRIEF HISTORY OF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FAST FOOD</a:t>
            </a:r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 HERE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34BEFB-E8B8-30F7-1A3E-7799C74465EA}"/>
              </a:ext>
            </a:extLst>
          </p:cNvPr>
          <p:cNvSpPr/>
          <p:nvPr/>
        </p:nvSpPr>
        <p:spPr>
          <a:xfrm>
            <a:off x="6548158" y="1681094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D90811-90C6-00BD-A995-A191CD9FA243}"/>
              </a:ext>
            </a:extLst>
          </p:cNvPr>
          <p:cNvSpPr/>
          <p:nvPr/>
        </p:nvSpPr>
        <p:spPr>
          <a:xfrm>
            <a:off x="6487428" y="1614137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580159-E589-50A2-73B9-52CBBCFD1A92}"/>
              </a:ext>
            </a:extLst>
          </p:cNvPr>
          <p:cNvSpPr/>
          <p:nvPr/>
        </p:nvSpPr>
        <p:spPr>
          <a:xfrm>
            <a:off x="6548158" y="3955625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0F33A7-6398-107E-7785-9E36F9BA32A5}"/>
              </a:ext>
            </a:extLst>
          </p:cNvPr>
          <p:cNvSpPr/>
          <p:nvPr/>
        </p:nvSpPr>
        <p:spPr>
          <a:xfrm>
            <a:off x="6487428" y="3888668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C130CF-3737-EE98-DC6A-260A39559210}"/>
              </a:ext>
            </a:extLst>
          </p:cNvPr>
          <p:cNvSpPr/>
          <p:nvPr/>
        </p:nvSpPr>
        <p:spPr>
          <a:xfrm>
            <a:off x="1401408" y="3024663"/>
            <a:ext cx="4621260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felis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B0F873D-B007-20BD-05A0-428C0A4FD5C5}"/>
              </a:ext>
            </a:extLst>
          </p:cNvPr>
          <p:cNvSpPr/>
          <p:nvPr/>
        </p:nvSpPr>
        <p:spPr>
          <a:xfrm>
            <a:off x="1482877" y="3943099"/>
            <a:ext cx="468340" cy="4683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C6F664-87F0-36FB-7127-4B76001E9D11}"/>
              </a:ext>
            </a:extLst>
          </p:cNvPr>
          <p:cNvSpPr txBox="1"/>
          <p:nvPr/>
        </p:nvSpPr>
        <p:spPr>
          <a:xfrm>
            <a:off x="2004133" y="3904998"/>
            <a:ext cx="2539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 READY-TO-SERVE MEALS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5AB51C-BDD2-9DF3-F9B0-D7FDAB304795}"/>
              </a:ext>
            </a:extLst>
          </p:cNvPr>
          <p:cNvSpPr/>
          <p:nvPr/>
        </p:nvSpPr>
        <p:spPr>
          <a:xfrm>
            <a:off x="2004133" y="4147358"/>
            <a:ext cx="4018535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felis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771106-028D-C3CF-326F-BD154713F42D}"/>
              </a:ext>
            </a:extLst>
          </p:cNvPr>
          <p:cNvSpPr/>
          <p:nvPr/>
        </p:nvSpPr>
        <p:spPr>
          <a:xfrm>
            <a:off x="1482877" y="5031980"/>
            <a:ext cx="468340" cy="46834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A94D50-EB86-7EC3-B36A-45F8DD6B3865}"/>
              </a:ext>
            </a:extLst>
          </p:cNvPr>
          <p:cNvSpPr txBox="1"/>
          <p:nvPr/>
        </p:nvSpPr>
        <p:spPr>
          <a:xfrm>
            <a:off x="2004133" y="4993879"/>
            <a:ext cx="2255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EMERGENCE OF DRIVE-INS 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D75159-23D5-5E94-E171-A7438A89AFCD}"/>
              </a:ext>
            </a:extLst>
          </p:cNvPr>
          <p:cNvSpPr/>
          <p:nvPr/>
        </p:nvSpPr>
        <p:spPr>
          <a:xfrm>
            <a:off x="2004133" y="5236239"/>
            <a:ext cx="4018535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felis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grpSp>
        <p:nvGrpSpPr>
          <p:cNvPr id="40" name="Group 123">
            <a:extLst>
              <a:ext uri="{FF2B5EF4-FFF2-40B4-BE49-F238E27FC236}">
                <a16:creationId xmlns:a16="http://schemas.microsoft.com/office/drawing/2014/main" id="{1E7F5A3B-E014-1BD3-DAEE-B26BD100C4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56730" y="4062026"/>
            <a:ext cx="320635" cy="230487"/>
            <a:chOff x="1496" y="283"/>
            <a:chExt cx="939" cy="675"/>
          </a:xfrm>
          <a:solidFill>
            <a:schemeClr val="accent3"/>
          </a:solidFill>
        </p:grpSpPr>
        <p:sp>
          <p:nvSpPr>
            <p:cNvPr id="41" name="Rectangle 125">
              <a:extLst>
                <a:ext uri="{FF2B5EF4-FFF2-40B4-BE49-F238E27FC236}">
                  <a16:creationId xmlns:a16="http://schemas.microsoft.com/office/drawing/2014/main" id="{6A22AF7A-F6B6-5230-4112-5E869FA63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858"/>
              <a:ext cx="939" cy="1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26">
              <a:extLst>
                <a:ext uri="{FF2B5EF4-FFF2-40B4-BE49-F238E27FC236}">
                  <a16:creationId xmlns:a16="http://schemas.microsoft.com/office/drawing/2014/main" id="{5991869B-F608-3EFE-2C6E-671146CC1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83"/>
              <a:ext cx="856" cy="519"/>
            </a:xfrm>
            <a:custGeom>
              <a:avLst/>
              <a:gdLst>
                <a:gd name="T0" fmla="*/ 1753 w 3424"/>
                <a:gd name="T1" fmla="*/ 4 h 2076"/>
                <a:gd name="T2" fmla="*/ 1829 w 3424"/>
                <a:gd name="T3" fmla="*/ 26 h 2076"/>
                <a:gd name="T4" fmla="*/ 1894 w 3424"/>
                <a:gd name="T5" fmla="*/ 69 h 2076"/>
                <a:gd name="T6" fmla="*/ 1945 w 3424"/>
                <a:gd name="T7" fmla="*/ 127 h 2076"/>
                <a:gd name="T8" fmla="*/ 1978 w 3424"/>
                <a:gd name="T9" fmla="*/ 199 h 2076"/>
                <a:gd name="T10" fmla="*/ 1990 w 3424"/>
                <a:gd name="T11" fmla="*/ 278 h 2076"/>
                <a:gd name="T12" fmla="*/ 1981 w 3424"/>
                <a:gd name="T13" fmla="*/ 353 h 2076"/>
                <a:gd name="T14" fmla="*/ 1952 w 3424"/>
                <a:gd name="T15" fmla="*/ 419 h 2076"/>
                <a:gd name="T16" fmla="*/ 2150 w 3424"/>
                <a:gd name="T17" fmla="*/ 458 h 2076"/>
                <a:gd name="T18" fmla="*/ 2339 w 3424"/>
                <a:gd name="T19" fmla="*/ 520 h 2076"/>
                <a:gd name="T20" fmla="*/ 2519 w 3424"/>
                <a:gd name="T21" fmla="*/ 604 h 2076"/>
                <a:gd name="T22" fmla="*/ 2689 w 3424"/>
                <a:gd name="T23" fmla="*/ 709 h 2076"/>
                <a:gd name="T24" fmla="*/ 2848 w 3424"/>
                <a:gd name="T25" fmla="*/ 833 h 2076"/>
                <a:gd name="T26" fmla="*/ 2992 w 3424"/>
                <a:gd name="T27" fmla="*/ 978 h 2076"/>
                <a:gd name="T28" fmla="*/ 3118 w 3424"/>
                <a:gd name="T29" fmla="*/ 1136 h 2076"/>
                <a:gd name="T30" fmla="*/ 3222 w 3424"/>
                <a:gd name="T31" fmla="*/ 1306 h 2076"/>
                <a:gd name="T32" fmla="*/ 3306 w 3424"/>
                <a:gd name="T33" fmla="*/ 1488 h 2076"/>
                <a:gd name="T34" fmla="*/ 3368 w 3424"/>
                <a:gd name="T35" fmla="*/ 1677 h 2076"/>
                <a:gd name="T36" fmla="*/ 3407 w 3424"/>
                <a:gd name="T37" fmla="*/ 1873 h 2076"/>
                <a:gd name="T38" fmla="*/ 3424 w 3424"/>
                <a:gd name="T39" fmla="*/ 2076 h 2076"/>
                <a:gd name="T40" fmla="*/ 4 w 3424"/>
                <a:gd name="T41" fmla="*/ 1975 h 2076"/>
                <a:gd name="T42" fmla="*/ 33 w 3424"/>
                <a:gd name="T43" fmla="*/ 1775 h 2076"/>
                <a:gd name="T44" fmla="*/ 83 w 3424"/>
                <a:gd name="T45" fmla="*/ 1581 h 2076"/>
                <a:gd name="T46" fmla="*/ 156 w 3424"/>
                <a:gd name="T47" fmla="*/ 1396 h 2076"/>
                <a:gd name="T48" fmla="*/ 250 w 3424"/>
                <a:gd name="T49" fmla="*/ 1220 h 2076"/>
                <a:gd name="T50" fmla="*/ 366 w 3424"/>
                <a:gd name="T51" fmla="*/ 1055 h 2076"/>
                <a:gd name="T52" fmla="*/ 500 w 3424"/>
                <a:gd name="T53" fmla="*/ 904 h 2076"/>
                <a:gd name="T54" fmla="*/ 652 w 3424"/>
                <a:gd name="T55" fmla="*/ 768 h 2076"/>
                <a:gd name="T56" fmla="*/ 817 w 3424"/>
                <a:gd name="T57" fmla="*/ 653 h 2076"/>
                <a:gd name="T58" fmla="*/ 993 w 3424"/>
                <a:gd name="T59" fmla="*/ 559 h 2076"/>
                <a:gd name="T60" fmla="*/ 1178 w 3424"/>
                <a:gd name="T61" fmla="*/ 486 h 2076"/>
                <a:gd name="T62" fmla="*/ 1371 w 3424"/>
                <a:gd name="T63" fmla="*/ 436 h 2076"/>
                <a:gd name="T64" fmla="*/ 1454 w 3424"/>
                <a:gd name="T65" fmla="*/ 387 h 2076"/>
                <a:gd name="T66" fmla="*/ 1434 w 3424"/>
                <a:gd name="T67" fmla="*/ 316 h 2076"/>
                <a:gd name="T68" fmla="*/ 1436 w 3424"/>
                <a:gd name="T69" fmla="*/ 237 h 2076"/>
                <a:gd name="T70" fmla="*/ 1458 w 3424"/>
                <a:gd name="T71" fmla="*/ 161 h 2076"/>
                <a:gd name="T72" fmla="*/ 1501 w 3424"/>
                <a:gd name="T73" fmla="*/ 96 h 2076"/>
                <a:gd name="T74" fmla="*/ 1560 w 3424"/>
                <a:gd name="T75" fmla="*/ 45 h 2076"/>
                <a:gd name="T76" fmla="*/ 1631 w 3424"/>
                <a:gd name="T77" fmla="*/ 12 h 2076"/>
                <a:gd name="T78" fmla="*/ 1712 w 3424"/>
                <a:gd name="T79" fmla="*/ 0 h 2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424" h="2076">
                  <a:moveTo>
                    <a:pt x="1712" y="0"/>
                  </a:moveTo>
                  <a:lnTo>
                    <a:pt x="1753" y="4"/>
                  </a:lnTo>
                  <a:lnTo>
                    <a:pt x="1791" y="12"/>
                  </a:lnTo>
                  <a:lnTo>
                    <a:pt x="1829" y="26"/>
                  </a:lnTo>
                  <a:lnTo>
                    <a:pt x="1863" y="45"/>
                  </a:lnTo>
                  <a:lnTo>
                    <a:pt x="1894" y="69"/>
                  </a:lnTo>
                  <a:lnTo>
                    <a:pt x="1921" y="96"/>
                  </a:lnTo>
                  <a:lnTo>
                    <a:pt x="1945" y="127"/>
                  </a:lnTo>
                  <a:lnTo>
                    <a:pt x="1965" y="161"/>
                  </a:lnTo>
                  <a:lnTo>
                    <a:pt x="1978" y="199"/>
                  </a:lnTo>
                  <a:lnTo>
                    <a:pt x="1988" y="237"/>
                  </a:lnTo>
                  <a:lnTo>
                    <a:pt x="1990" y="278"/>
                  </a:lnTo>
                  <a:lnTo>
                    <a:pt x="1988" y="316"/>
                  </a:lnTo>
                  <a:lnTo>
                    <a:pt x="1981" y="353"/>
                  </a:lnTo>
                  <a:lnTo>
                    <a:pt x="1968" y="387"/>
                  </a:lnTo>
                  <a:lnTo>
                    <a:pt x="1952" y="419"/>
                  </a:lnTo>
                  <a:lnTo>
                    <a:pt x="2051" y="436"/>
                  </a:lnTo>
                  <a:lnTo>
                    <a:pt x="2150" y="458"/>
                  </a:lnTo>
                  <a:lnTo>
                    <a:pt x="2245" y="486"/>
                  </a:lnTo>
                  <a:lnTo>
                    <a:pt x="2339" y="520"/>
                  </a:lnTo>
                  <a:lnTo>
                    <a:pt x="2430" y="559"/>
                  </a:lnTo>
                  <a:lnTo>
                    <a:pt x="2519" y="604"/>
                  </a:lnTo>
                  <a:lnTo>
                    <a:pt x="2606" y="653"/>
                  </a:lnTo>
                  <a:lnTo>
                    <a:pt x="2689" y="709"/>
                  </a:lnTo>
                  <a:lnTo>
                    <a:pt x="2770" y="768"/>
                  </a:lnTo>
                  <a:lnTo>
                    <a:pt x="2848" y="833"/>
                  </a:lnTo>
                  <a:lnTo>
                    <a:pt x="2922" y="904"/>
                  </a:lnTo>
                  <a:lnTo>
                    <a:pt x="2992" y="978"/>
                  </a:lnTo>
                  <a:lnTo>
                    <a:pt x="3057" y="1055"/>
                  </a:lnTo>
                  <a:lnTo>
                    <a:pt x="3118" y="1136"/>
                  </a:lnTo>
                  <a:lnTo>
                    <a:pt x="3173" y="1220"/>
                  </a:lnTo>
                  <a:lnTo>
                    <a:pt x="3222" y="1306"/>
                  </a:lnTo>
                  <a:lnTo>
                    <a:pt x="3266" y="1396"/>
                  </a:lnTo>
                  <a:lnTo>
                    <a:pt x="3306" y="1488"/>
                  </a:lnTo>
                  <a:lnTo>
                    <a:pt x="3339" y="1581"/>
                  </a:lnTo>
                  <a:lnTo>
                    <a:pt x="3368" y="1677"/>
                  </a:lnTo>
                  <a:lnTo>
                    <a:pt x="3391" y="1775"/>
                  </a:lnTo>
                  <a:lnTo>
                    <a:pt x="3407" y="1873"/>
                  </a:lnTo>
                  <a:lnTo>
                    <a:pt x="3418" y="1975"/>
                  </a:lnTo>
                  <a:lnTo>
                    <a:pt x="3424" y="2076"/>
                  </a:lnTo>
                  <a:lnTo>
                    <a:pt x="0" y="2076"/>
                  </a:lnTo>
                  <a:lnTo>
                    <a:pt x="4" y="1975"/>
                  </a:lnTo>
                  <a:lnTo>
                    <a:pt x="15" y="1873"/>
                  </a:lnTo>
                  <a:lnTo>
                    <a:pt x="33" y="1775"/>
                  </a:lnTo>
                  <a:lnTo>
                    <a:pt x="55" y="1677"/>
                  </a:lnTo>
                  <a:lnTo>
                    <a:pt x="83" y="1581"/>
                  </a:lnTo>
                  <a:lnTo>
                    <a:pt x="117" y="1488"/>
                  </a:lnTo>
                  <a:lnTo>
                    <a:pt x="156" y="1396"/>
                  </a:lnTo>
                  <a:lnTo>
                    <a:pt x="200" y="1306"/>
                  </a:lnTo>
                  <a:lnTo>
                    <a:pt x="250" y="1220"/>
                  </a:lnTo>
                  <a:lnTo>
                    <a:pt x="305" y="1136"/>
                  </a:lnTo>
                  <a:lnTo>
                    <a:pt x="366" y="1055"/>
                  </a:lnTo>
                  <a:lnTo>
                    <a:pt x="431" y="978"/>
                  </a:lnTo>
                  <a:lnTo>
                    <a:pt x="500" y="904"/>
                  </a:lnTo>
                  <a:lnTo>
                    <a:pt x="574" y="833"/>
                  </a:lnTo>
                  <a:lnTo>
                    <a:pt x="652" y="768"/>
                  </a:lnTo>
                  <a:lnTo>
                    <a:pt x="733" y="709"/>
                  </a:lnTo>
                  <a:lnTo>
                    <a:pt x="817" y="653"/>
                  </a:lnTo>
                  <a:lnTo>
                    <a:pt x="903" y="604"/>
                  </a:lnTo>
                  <a:lnTo>
                    <a:pt x="993" y="559"/>
                  </a:lnTo>
                  <a:lnTo>
                    <a:pt x="1084" y="520"/>
                  </a:lnTo>
                  <a:lnTo>
                    <a:pt x="1178" y="486"/>
                  </a:lnTo>
                  <a:lnTo>
                    <a:pt x="1274" y="458"/>
                  </a:lnTo>
                  <a:lnTo>
                    <a:pt x="1371" y="436"/>
                  </a:lnTo>
                  <a:lnTo>
                    <a:pt x="1470" y="419"/>
                  </a:lnTo>
                  <a:lnTo>
                    <a:pt x="1454" y="387"/>
                  </a:lnTo>
                  <a:lnTo>
                    <a:pt x="1442" y="353"/>
                  </a:lnTo>
                  <a:lnTo>
                    <a:pt x="1434" y="316"/>
                  </a:lnTo>
                  <a:lnTo>
                    <a:pt x="1432" y="278"/>
                  </a:lnTo>
                  <a:lnTo>
                    <a:pt x="1436" y="237"/>
                  </a:lnTo>
                  <a:lnTo>
                    <a:pt x="1445" y="199"/>
                  </a:lnTo>
                  <a:lnTo>
                    <a:pt x="1458" y="161"/>
                  </a:lnTo>
                  <a:lnTo>
                    <a:pt x="1478" y="127"/>
                  </a:lnTo>
                  <a:lnTo>
                    <a:pt x="1501" y="96"/>
                  </a:lnTo>
                  <a:lnTo>
                    <a:pt x="1528" y="69"/>
                  </a:lnTo>
                  <a:lnTo>
                    <a:pt x="1560" y="45"/>
                  </a:lnTo>
                  <a:lnTo>
                    <a:pt x="1594" y="26"/>
                  </a:lnTo>
                  <a:lnTo>
                    <a:pt x="1631" y="12"/>
                  </a:lnTo>
                  <a:lnTo>
                    <a:pt x="1671" y="4"/>
                  </a:lnTo>
                  <a:lnTo>
                    <a:pt x="17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Graphic 42">
            <a:extLst>
              <a:ext uri="{FF2B5EF4-FFF2-40B4-BE49-F238E27FC236}">
                <a16:creationId xmlns:a16="http://schemas.microsoft.com/office/drawing/2014/main" id="{3E7FD1C9-C693-3A0F-5749-BD39599B914E}"/>
              </a:ext>
            </a:extLst>
          </p:cNvPr>
          <p:cNvSpPr/>
          <p:nvPr/>
        </p:nvSpPr>
        <p:spPr>
          <a:xfrm>
            <a:off x="1555650" y="5142687"/>
            <a:ext cx="326795" cy="280705"/>
          </a:xfrm>
          <a:custGeom>
            <a:avLst/>
            <a:gdLst>
              <a:gd name="connsiteX0" fmla="*/ 0 w 398906"/>
              <a:gd name="connsiteY0" fmla="*/ 248014 h 342646"/>
              <a:gd name="connsiteX1" fmla="*/ 190316 w 398906"/>
              <a:gd name="connsiteY1" fmla="*/ 248014 h 342646"/>
              <a:gd name="connsiteX2" fmla="*/ 190316 w 398906"/>
              <a:gd name="connsiteY2" fmla="*/ 264994 h 342646"/>
              <a:gd name="connsiteX3" fmla="*/ 0 w 398906"/>
              <a:gd name="connsiteY3" fmla="*/ 264994 h 342646"/>
              <a:gd name="connsiteX4" fmla="*/ 0 w 398906"/>
              <a:gd name="connsiteY4" fmla="*/ 248014 h 342646"/>
              <a:gd name="connsiteX5" fmla="*/ 319768 w 398906"/>
              <a:gd name="connsiteY5" fmla="*/ 22641 h 342646"/>
              <a:gd name="connsiteX6" fmla="*/ 297338 w 398906"/>
              <a:gd name="connsiteY6" fmla="*/ 22641 h 342646"/>
              <a:gd name="connsiteX7" fmla="*/ 295618 w 398906"/>
              <a:gd name="connsiteY7" fmla="*/ 24420 h 342646"/>
              <a:gd name="connsiteX8" fmla="*/ 292372 w 398906"/>
              <a:gd name="connsiteY8" fmla="*/ 36387 h 342646"/>
              <a:gd name="connsiteX9" fmla="*/ 294092 w 398906"/>
              <a:gd name="connsiteY9" fmla="*/ 38166 h 342646"/>
              <a:gd name="connsiteX10" fmla="*/ 310971 w 398906"/>
              <a:gd name="connsiteY10" fmla="*/ 38166 h 342646"/>
              <a:gd name="connsiteX11" fmla="*/ 308732 w 398906"/>
              <a:gd name="connsiteY11" fmla="*/ 51750 h 342646"/>
              <a:gd name="connsiteX12" fmla="*/ 350752 w 398906"/>
              <a:gd name="connsiteY12" fmla="*/ 93620 h 342646"/>
              <a:gd name="connsiteX13" fmla="*/ 392772 w 398906"/>
              <a:gd name="connsiteY13" fmla="*/ 51750 h 342646"/>
              <a:gd name="connsiteX14" fmla="*/ 350677 w 398906"/>
              <a:gd name="connsiteY14" fmla="*/ 8637 h 342646"/>
              <a:gd name="connsiteX15" fmla="*/ 350573 w 398906"/>
              <a:gd name="connsiteY15" fmla="*/ 8636 h 342646"/>
              <a:gd name="connsiteX16" fmla="*/ 319768 w 398906"/>
              <a:gd name="connsiteY16" fmla="*/ 22641 h 342646"/>
              <a:gd name="connsiteX17" fmla="*/ 389169 w 398906"/>
              <a:gd name="connsiteY17" fmla="*/ 233556 h 342646"/>
              <a:gd name="connsiteX18" fmla="*/ 398907 w 398906"/>
              <a:gd name="connsiteY18" fmla="*/ 319979 h 342646"/>
              <a:gd name="connsiteX19" fmla="*/ 357617 w 398906"/>
              <a:gd name="connsiteY19" fmla="*/ 327450 h 342646"/>
              <a:gd name="connsiteX20" fmla="*/ 350573 w 398906"/>
              <a:gd name="connsiteY20" fmla="*/ 243809 h 342646"/>
              <a:gd name="connsiteX21" fmla="*/ 340835 w 398906"/>
              <a:gd name="connsiteY21" fmla="*/ 322663 h 342646"/>
              <a:gd name="connsiteX22" fmla="*/ 299545 w 398906"/>
              <a:gd name="connsiteY22" fmla="*/ 318523 h 342646"/>
              <a:gd name="connsiteX23" fmla="*/ 305713 w 398906"/>
              <a:gd name="connsiteY23" fmla="*/ 282945 h 342646"/>
              <a:gd name="connsiteX24" fmla="*/ 310971 w 398906"/>
              <a:gd name="connsiteY24" fmla="*/ 223173 h 342646"/>
              <a:gd name="connsiteX25" fmla="*/ 309381 w 398906"/>
              <a:gd name="connsiteY25" fmla="*/ 157127 h 342646"/>
              <a:gd name="connsiteX26" fmla="*/ 257931 w 398906"/>
              <a:gd name="connsiteY26" fmla="*/ 185105 h 342646"/>
              <a:gd name="connsiteX27" fmla="*/ 230956 w 398906"/>
              <a:gd name="connsiteY27" fmla="*/ 183423 h 342646"/>
              <a:gd name="connsiteX28" fmla="*/ 209630 w 398906"/>
              <a:gd name="connsiteY28" fmla="*/ 174528 h 342646"/>
              <a:gd name="connsiteX29" fmla="*/ 224140 w 398906"/>
              <a:gd name="connsiteY29" fmla="*/ 148976 h 342646"/>
              <a:gd name="connsiteX30" fmla="*/ 269941 w 398906"/>
              <a:gd name="connsiteY30" fmla="*/ 142119 h 342646"/>
              <a:gd name="connsiteX31" fmla="*/ 298507 w 398906"/>
              <a:gd name="connsiteY31" fmla="*/ 117020 h 342646"/>
              <a:gd name="connsiteX32" fmla="*/ 389396 w 398906"/>
              <a:gd name="connsiteY32" fmla="*/ 127888 h 342646"/>
              <a:gd name="connsiteX33" fmla="*/ 392642 w 398906"/>
              <a:gd name="connsiteY33" fmla="*/ 201632 h 342646"/>
              <a:gd name="connsiteX34" fmla="*/ 389396 w 398906"/>
              <a:gd name="connsiteY34" fmla="*/ 233556 h 342646"/>
              <a:gd name="connsiteX35" fmla="*/ 205183 w 398906"/>
              <a:gd name="connsiteY35" fmla="*/ 86585 h 342646"/>
              <a:gd name="connsiteX36" fmla="*/ 205183 w 398906"/>
              <a:gd name="connsiteY36" fmla="*/ 140082 h 342646"/>
              <a:gd name="connsiteX37" fmla="*/ 199015 w 398906"/>
              <a:gd name="connsiteY37" fmla="*/ 146551 h 342646"/>
              <a:gd name="connsiteX38" fmla="*/ 195217 w 398906"/>
              <a:gd name="connsiteY38" fmla="*/ 154798 h 342646"/>
              <a:gd name="connsiteX39" fmla="*/ 177397 w 398906"/>
              <a:gd name="connsiteY39" fmla="*/ 144189 h 342646"/>
              <a:gd name="connsiteX40" fmla="*/ 177916 w 398906"/>
              <a:gd name="connsiteY40" fmla="*/ 69313 h 342646"/>
              <a:gd name="connsiteX41" fmla="*/ 205183 w 398906"/>
              <a:gd name="connsiteY41" fmla="*/ 86455 h 342646"/>
              <a:gd name="connsiteX42" fmla="*/ 216609 w 398906"/>
              <a:gd name="connsiteY42" fmla="*/ 62262 h 342646"/>
              <a:gd name="connsiteX43" fmla="*/ 243681 w 398906"/>
              <a:gd name="connsiteY43" fmla="*/ 77626 h 342646"/>
              <a:gd name="connsiteX44" fmla="*/ 208461 w 398906"/>
              <a:gd name="connsiteY44" fmla="*/ 82057 h 342646"/>
              <a:gd name="connsiteX45" fmla="*/ 183791 w 398906"/>
              <a:gd name="connsiteY45" fmla="*/ 66564 h 342646"/>
              <a:gd name="connsiteX46" fmla="*/ 216609 w 398906"/>
              <a:gd name="connsiteY46" fmla="*/ 62262 h 342646"/>
              <a:gd name="connsiteX47" fmla="*/ 210798 w 398906"/>
              <a:gd name="connsiteY47" fmla="*/ 136653 h 342646"/>
              <a:gd name="connsiteX48" fmla="*/ 210798 w 398906"/>
              <a:gd name="connsiteY48" fmla="*/ 87329 h 342646"/>
              <a:gd name="connsiteX49" fmla="*/ 247511 w 398906"/>
              <a:gd name="connsiteY49" fmla="*/ 82671 h 342646"/>
              <a:gd name="connsiteX50" fmla="*/ 248712 w 398906"/>
              <a:gd name="connsiteY50" fmla="*/ 117603 h 342646"/>
              <a:gd name="connsiteX51" fmla="*/ 261696 w 398906"/>
              <a:gd name="connsiteY51" fmla="*/ 108870 h 342646"/>
              <a:gd name="connsiteX52" fmla="*/ 274681 w 398906"/>
              <a:gd name="connsiteY52" fmla="*/ 116115 h 342646"/>
              <a:gd name="connsiteX53" fmla="*/ 272019 w 398906"/>
              <a:gd name="connsiteY53" fmla="*/ 79566 h 342646"/>
              <a:gd name="connsiteX54" fmla="*/ 294027 w 398906"/>
              <a:gd name="connsiteY54" fmla="*/ 77076 h 342646"/>
              <a:gd name="connsiteX55" fmla="*/ 294027 w 398906"/>
              <a:gd name="connsiteY55" fmla="*/ 103501 h 342646"/>
              <a:gd name="connsiteX56" fmla="*/ 273382 w 398906"/>
              <a:gd name="connsiteY56" fmla="*/ 121872 h 342646"/>
              <a:gd name="connsiteX57" fmla="*/ 265624 w 398906"/>
              <a:gd name="connsiteY57" fmla="*/ 130411 h 342646"/>
              <a:gd name="connsiteX58" fmla="*/ 264715 w 398906"/>
              <a:gd name="connsiteY58" fmla="*/ 131381 h 342646"/>
              <a:gd name="connsiteX59" fmla="*/ 227223 w 398906"/>
              <a:gd name="connsiteY59" fmla="*/ 135133 h 342646"/>
              <a:gd name="connsiteX60" fmla="*/ 224659 w 398906"/>
              <a:gd name="connsiteY60" fmla="*/ 134874 h 342646"/>
              <a:gd name="connsiteX61" fmla="*/ 210766 w 398906"/>
              <a:gd name="connsiteY61" fmla="*/ 136718 h 342646"/>
              <a:gd name="connsiteX62" fmla="*/ 268383 w 398906"/>
              <a:gd name="connsiteY62" fmla="*/ 74391 h 342646"/>
              <a:gd name="connsiteX63" fmla="*/ 242123 w 398906"/>
              <a:gd name="connsiteY63" fmla="*/ 58898 h 342646"/>
              <a:gd name="connsiteX64" fmla="*/ 253192 w 398906"/>
              <a:gd name="connsiteY64" fmla="*/ 57799 h 342646"/>
              <a:gd name="connsiteX65" fmla="*/ 286594 w 398906"/>
              <a:gd name="connsiteY65" fmla="*/ 72418 h 342646"/>
              <a:gd name="connsiteX66" fmla="*/ 268383 w 398906"/>
              <a:gd name="connsiteY66" fmla="*/ 74391 h 342646"/>
              <a:gd name="connsiteX67" fmla="*/ 167431 w 398906"/>
              <a:gd name="connsiteY67" fmla="*/ 240380 h 342646"/>
              <a:gd name="connsiteX68" fmla="*/ 167431 w 398906"/>
              <a:gd name="connsiteY68" fmla="*/ 0 h 342646"/>
              <a:gd name="connsiteX69" fmla="*/ 22885 w 398906"/>
              <a:gd name="connsiteY69" fmla="*/ 0 h 342646"/>
              <a:gd name="connsiteX70" fmla="*/ 22885 w 398906"/>
              <a:gd name="connsiteY70" fmla="*/ 240380 h 342646"/>
              <a:gd name="connsiteX71" fmla="*/ 48269 w 398906"/>
              <a:gd name="connsiteY71" fmla="*/ 116438 h 342646"/>
              <a:gd name="connsiteX72" fmla="*/ 63590 w 398906"/>
              <a:gd name="connsiteY72" fmla="*/ 109614 h 342646"/>
              <a:gd name="connsiteX73" fmla="*/ 63590 w 398906"/>
              <a:gd name="connsiteY73" fmla="*/ 157224 h 342646"/>
              <a:gd name="connsiteX74" fmla="*/ 48269 w 398906"/>
              <a:gd name="connsiteY74" fmla="*/ 152955 h 342646"/>
              <a:gd name="connsiteX75" fmla="*/ 48269 w 398906"/>
              <a:gd name="connsiteY75" fmla="*/ 116438 h 342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98906" h="342646">
                <a:moveTo>
                  <a:pt x="0" y="248014"/>
                </a:moveTo>
                <a:lnTo>
                  <a:pt x="190316" y="248014"/>
                </a:lnTo>
                <a:lnTo>
                  <a:pt x="190316" y="264994"/>
                </a:lnTo>
                <a:lnTo>
                  <a:pt x="0" y="264994"/>
                </a:lnTo>
                <a:lnTo>
                  <a:pt x="0" y="248014"/>
                </a:lnTo>
                <a:close/>
                <a:moveTo>
                  <a:pt x="319768" y="22641"/>
                </a:moveTo>
                <a:lnTo>
                  <a:pt x="297338" y="22641"/>
                </a:lnTo>
                <a:cubicBezTo>
                  <a:pt x="296364" y="22641"/>
                  <a:pt x="295877" y="23482"/>
                  <a:pt x="295618" y="24420"/>
                </a:cubicBezTo>
                <a:lnTo>
                  <a:pt x="292372" y="36387"/>
                </a:lnTo>
                <a:cubicBezTo>
                  <a:pt x="292112" y="37325"/>
                  <a:pt x="293151" y="38166"/>
                  <a:pt x="294092" y="38166"/>
                </a:cubicBezTo>
                <a:lnTo>
                  <a:pt x="310971" y="38166"/>
                </a:lnTo>
                <a:cubicBezTo>
                  <a:pt x="309523" y="42551"/>
                  <a:pt x="308768" y="47134"/>
                  <a:pt x="308732" y="51750"/>
                </a:cubicBezTo>
                <a:cubicBezTo>
                  <a:pt x="308732" y="74874"/>
                  <a:pt x="327546" y="93620"/>
                  <a:pt x="350752" y="93620"/>
                </a:cubicBezTo>
                <a:cubicBezTo>
                  <a:pt x="373958" y="93620"/>
                  <a:pt x="392772" y="74874"/>
                  <a:pt x="392772" y="51750"/>
                </a:cubicBezTo>
                <a:cubicBezTo>
                  <a:pt x="393097" y="28263"/>
                  <a:pt x="374250" y="8960"/>
                  <a:pt x="350677" y="8637"/>
                </a:cubicBezTo>
                <a:cubicBezTo>
                  <a:pt x="350641" y="8637"/>
                  <a:pt x="350609" y="8636"/>
                  <a:pt x="350573" y="8636"/>
                </a:cubicBezTo>
                <a:cubicBezTo>
                  <a:pt x="338764" y="8689"/>
                  <a:pt x="327546" y="13789"/>
                  <a:pt x="319768" y="22641"/>
                </a:cubicBezTo>
                <a:close/>
                <a:moveTo>
                  <a:pt x="389169" y="233556"/>
                </a:moveTo>
                <a:lnTo>
                  <a:pt x="398907" y="319979"/>
                </a:lnTo>
                <a:cubicBezTo>
                  <a:pt x="398647" y="347374"/>
                  <a:pt x="361642" y="350026"/>
                  <a:pt x="357617" y="327450"/>
                </a:cubicBezTo>
                <a:lnTo>
                  <a:pt x="350573" y="243809"/>
                </a:lnTo>
                <a:lnTo>
                  <a:pt x="340835" y="322663"/>
                </a:lnTo>
                <a:cubicBezTo>
                  <a:pt x="332103" y="353293"/>
                  <a:pt x="296105" y="341843"/>
                  <a:pt x="299545" y="318523"/>
                </a:cubicBezTo>
                <a:lnTo>
                  <a:pt x="305713" y="282945"/>
                </a:lnTo>
                <a:lnTo>
                  <a:pt x="310971" y="223173"/>
                </a:lnTo>
                <a:cubicBezTo>
                  <a:pt x="302272" y="199918"/>
                  <a:pt x="309900" y="184361"/>
                  <a:pt x="309381" y="157127"/>
                </a:cubicBezTo>
                <a:cubicBezTo>
                  <a:pt x="293767" y="172878"/>
                  <a:pt x="281660" y="184361"/>
                  <a:pt x="257931" y="185105"/>
                </a:cubicBezTo>
                <a:cubicBezTo>
                  <a:pt x="250433" y="184813"/>
                  <a:pt x="238455" y="184264"/>
                  <a:pt x="230956" y="183423"/>
                </a:cubicBezTo>
                <a:cubicBezTo>
                  <a:pt x="221803" y="182388"/>
                  <a:pt x="215375" y="182776"/>
                  <a:pt x="209630" y="174528"/>
                </a:cubicBezTo>
                <a:cubicBezTo>
                  <a:pt x="200606" y="161590"/>
                  <a:pt x="212519" y="146551"/>
                  <a:pt x="224140" y="148976"/>
                </a:cubicBezTo>
                <a:cubicBezTo>
                  <a:pt x="237124" y="150141"/>
                  <a:pt x="261015" y="153084"/>
                  <a:pt x="269941" y="142119"/>
                </a:cubicBezTo>
                <a:cubicBezTo>
                  <a:pt x="279225" y="133289"/>
                  <a:pt x="286399" y="120934"/>
                  <a:pt x="298507" y="117020"/>
                </a:cubicBezTo>
                <a:cubicBezTo>
                  <a:pt x="366674" y="94962"/>
                  <a:pt x="383586" y="103598"/>
                  <a:pt x="389396" y="127888"/>
                </a:cubicBezTo>
                <a:cubicBezTo>
                  <a:pt x="391084" y="134745"/>
                  <a:pt x="393226" y="187951"/>
                  <a:pt x="392642" y="201632"/>
                </a:cubicBezTo>
                <a:cubicBezTo>
                  <a:pt x="392058" y="215314"/>
                  <a:pt x="391473" y="227507"/>
                  <a:pt x="389396" y="233556"/>
                </a:cubicBezTo>
                <a:close/>
                <a:moveTo>
                  <a:pt x="205183" y="86585"/>
                </a:moveTo>
                <a:lnTo>
                  <a:pt x="205183" y="140082"/>
                </a:lnTo>
                <a:cubicBezTo>
                  <a:pt x="202813" y="141918"/>
                  <a:pt x="200734" y="144099"/>
                  <a:pt x="199015" y="146551"/>
                </a:cubicBezTo>
                <a:cubicBezTo>
                  <a:pt x="197316" y="149080"/>
                  <a:pt x="196034" y="151865"/>
                  <a:pt x="195217" y="154798"/>
                </a:cubicBezTo>
                <a:lnTo>
                  <a:pt x="177397" y="144189"/>
                </a:lnTo>
                <a:lnTo>
                  <a:pt x="177916" y="69313"/>
                </a:lnTo>
                <a:lnTo>
                  <a:pt x="205183" y="86455"/>
                </a:lnTo>
                <a:close/>
                <a:moveTo>
                  <a:pt x="216609" y="62262"/>
                </a:moveTo>
                <a:lnTo>
                  <a:pt x="243681" y="77626"/>
                </a:lnTo>
                <a:lnTo>
                  <a:pt x="208461" y="82057"/>
                </a:lnTo>
                <a:lnTo>
                  <a:pt x="183791" y="66564"/>
                </a:lnTo>
                <a:lnTo>
                  <a:pt x="216609" y="62262"/>
                </a:lnTo>
                <a:close/>
                <a:moveTo>
                  <a:pt x="210798" y="136653"/>
                </a:moveTo>
                <a:lnTo>
                  <a:pt x="210798" y="87329"/>
                </a:lnTo>
                <a:lnTo>
                  <a:pt x="247511" y="82671"/>
                </a:lnTo>
                <a:lnTo>
                  <a:pt x="248712" y="117603"/>
                </a:lnTo>
                <a:lnTo>
                  <a:pt x="261696" y="108870"/>
                </a:lnTo>
                <a:lnTo>
                  <a:pt x="274681" y="116115"/>
                </a:lnTo>
                <a:lnTo>
                  <a:pt x="272019" y="79566"/>
                </a:lnTo>
                <a:lnTo>
                  <a:pt x="294027" y="77076"/>
                </a:lnTo>
                <a:lnTo>
                  <a:pt x="294027" y="103501"/>
                </a:lnTo>
                <a:cubicBezTo>
                  <a:pt x="285458" y="107705"/>
                  <a:pt x="279420" y="114789"/>
                  <a:pt x="273382" y="121872"/>
                </a:cubicBezTo>
                <a:cubicBezTo>
                  <a:pt x="270951" y="124854"/>
                  <a:pt x="268361" y="127704"/>
                  <a:pt x="265624" y="130411"/>
                </a:cubicBezTo>
                <a:lnTo>
                  <a:pt x="264715" y="131381"/>
                </a:lnTo>
                <a:cubicBezTo>
                  <a:pt x="259035" y="138044"/>
                  <a:pt x="239558" y="136265"/>
                  <a:pt x="227223" y="135133"/>
                </a:cubicBezTo>
                <a:cubicBezTo>
                  <a:pt x="222225" y="134680"/>
                  <a:pt x="233716" y="135651"/>
                  <a:pt x="224659" y="134874"/>
                </a:cubicBezTo>
                <a:cubicBezTo>
                  <a:pt x="219947" y="134105"/>
                  <a:pt x="215112" y="134747"/>
                  <a:pt x="210766" y="136718"/>
                </a:cubicBezTo>
                <a:close/>
                <a:moveTo>
                  <a:pt x="268383" y="74391"/>
                </a:moveTo>
                <a:lnTo>
                  <a:pt x="242123" y="58898"/>
                </a:lnTo>
                <a:lnTo>
                  <a:pt x="253192" y="57799"/>
                </a:lnTo>
                <a:lnTo>
                  <a:pt x="286594" y="72418"/>
                </a:lnTo>
                <a:lnTo>
                  <a:pt x="268383" y="74391"/>
                </a:lnTo>
                <a:close/>
                <a:moveTo>
                  <a:pt x="167431" y="240380"/>
                </a:moveTo>
                <a:lnTo>
                  <a:pt x="167431" y="0"/>
                </a:lnTo>
                <a:lnTo>
                  <a:pt x="22885" y="0"/>
                </a:lnTo>
                <a:lnTo>
                  <a:pt x="22885" y="240380"/>
                </a:lnTo>
                <a:close/>
                <a:moveTo>
                  <a:pt x="48269" y="116438"/>
                </a:moveTo>
                <a:lnTo>
                  <a:pt x="63590" y="109614"/>
                </a:lnTo>
                <a:lnTo>
                  <a:pt x="63590" y="157224"/>
                </a:lnTo>
                <a:lnTo>
                  <a:pt x="48269" y="152955"/>
                </a:lnTo>
                <a:lnTo>
                  <a:pt x="48269" y="116438"/>
                </a:lnTo>
                <a:close/>
              </a:path>
            </a:pathLst>
          </a:custGeom>
          <a:solidFill>
            <a:schemeClr val="accent3"/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63DE70-38A7-3F00-29F0-1275D821A9DC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80FE44-F380-EC20-EAAC-31FB5A9E9E0C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69B693-74BD-D6A7-8814-EFCA88D03FA8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FAFFCD-2DF3-7101-5BB3-F693836ED790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F5B93E-46DE-5FFE-A5D8-909DE9A3CB16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E7C654-16E5-B2FC-3708-DB950B42F4C0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6401307-B51F-B46B-67A3-0B8AA80418F3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44448F-7860-2CD0-8A68-621BDB69BB62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319B7AC-2AD2-4129-1AA8-E7CAD8D9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71" t="24566" r="13101" b="47171"/>
          <a:stretch>
            <a:fillRect/>
          </a:stretch>
        </p:blipFill>
        <p:spPr>
          <a:xfrm>
            <a:off x="6567990" y="1684711"/>
            <a:ext cx="4026772" cy="1938308"/>
          </a:xfrm>
          <a:custGeom>
            <a:avLst/>
            <a:gdLst>
              <a:gd name="connsiteX0" fmla="*/ 165493 w 4026772"/>
              <a:gd name="connsiteY0" fmla="*/ 0 h 1938308"/>
              <a:gd name="connsiteX1" fmla="*/ 3861279 w 4026772"/>
              <a:gd name="connsiteY1" fmla="*/ 0 h 1938308"/>
              <a:gd name="connsiteX2" fmla="*/ 4026772 w 4026772"/>
              <a:gd name="connsiteY2" fmla="*/ 165493 h 1938308"/>
              <a:gd name="connsiteX3" fmla="*/ 4026772 w 4026772"/>
              <a:gd name="connsiteY3" fmla="*/ 1772815 h 1938308"/>
              <a:gd name="connsiteX4" fmla="*/ 3861279 w 4026772"/>
              <a:gd name="connsiteY4" fmla="*/ 1938308 h 1938308"/>
              <a:gd name="connsiteX5" fmla="*/ 165493 w 4026772"/>
              <a:gd name="connsiteY5" fmla="*/ 1938308 h 1938308"/>
              <a:gd name="connsiteX6" fmla="*/ 0 w 4026772"/>
              <a:gd name="connsiteY6" fmla="*/ 1772815 h 1938308"/>
              <a:gd name="connsiteX7" fmla="*/ 0 w 4026772"/>
              <a:gd name="connsiteY7" fmla="*/ 165493 h 1938308"/>
              <a:gd name="connsiteX8" fmla="*/ 165493 w 4026772"/>
              <a:gd name="connsiteY8" fmla="*/ 0 h 1938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6772" h="1938308">
                <a:moveTo>
                  <a:pt x="165493" y="0"/>
                </a:moveTo>
                <a:lnTo>
                  <a:pt x="3861279" y="0"/>
                </a:lnTo>
                <a:cubicBezTo>
                  <a:pt x="3952678" y="0"/>
                  <a:pt x="4026772" y="74094"/>
                  <a:pt x="4026772" y="165493"/>
                </a:cubicBezTo>
                <a:lnTo>
                  <a:pt x="4026772" y="1772815"/>
                </a:lnTo>
                <a:cubicBezTo>
                  <a:pt x="4026772" y="1864214"/>
                  <a:pt x="3952678" y="1938308"/>
                  <a:pt x="3861279" y="1938308"/>
                </a:cubicBezTo>
                <a:lnTo>
                  <a:pt x="165493" y="1938308"/>
                </a:lnTo>
                <a:cubicBezTo>
                  <a:pt x="74094" y="1938308"/>
                  <a:pt x="0" y="1864214"/>
                  <a:pt x="0" y="1772815"/>
                </a:cubicBezTo>
                <a:lnTo>
                  <a:pt x="0" y="165493"/>
                </a:lnTo>
                <a:cubicBezTo>
                  <a:pt x="0" y="74094"/>
                  <a:pt x="74094" y="0"/>
                  <a:pt x="165493" y="0"/>
                </a:cubicBezTo>
                <a:close/>
              </a:path>
            </a:pathLst>
          </a:cu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1A012D9-0E90-C30A-F6AD-20BAB74BD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71" t="57732" r="13101" b="14005"/>
          <a:stretch>
            <a:fillRect/>
          </a:stretch>
        </p:blipFill>
        <p:spPr>
          <a:xfrm>
            <a:off x="6567990" y="3959242"/>
            <a:ext cx="4026772" cy="1938308"/>
          </a:xfrm>
          <a:custGeom>
            <a:avLst/>
            <a:gdLst>
              <a:gd name="connsiteX0" fmla="*/ 165493 w 4026772"/>
              <a:gd name="connsiteY0" fmla="*/ 0 h 1938308"/>
              <a:gd name="connsiteX1" fmla="*/ 3861279 w 4026772"/>
              <a:gd name="connsiteY1" fmla="*/ 0 h 1938308"/>
              <a:gd name="connsiteX2" fmla="*/ 4026772 w 4026772"/>
              <a:gd name="connsiteY2" fmla="*/ 165493 h 1938308"/>
              <a:gd name="connsiteX3" fmla="*/ 4026772 w 4026772"/>
              <a:gd name="connsiteY3" fmla="*/ 1772815 h 1938308"/>
              <a:gd name="connsiteX4" fmla="*/ 3861279 w 4026772"/>
              <a:gd name="connsiteY4" fmla="*/ 1938308 h 1938308"/>
              <a:gd name="connsiteX5" fmla="*/ 165493 w 4026772"/>
              <a:gd name="connsiteY5" fmla="*/ 1938308 h 1938308"/>
              <a:gd name="connsiteX6" fmla="*/ 0 w 4026772"/>
              <a:gd name="connsiteY6" fmla="*/ 1772815 h 1938308"/>
              <a:gd name="connsiteX7" fmla="*/ 0 w 4026772"/>
              <a:gd name="connsiteY7" fmla="*/ 165493 h 1938308"/>
              <a:gd name="connsiteX8" fmla="*/ 165493 w 4026772"/>
              <a:gd name="connsiteY8" fmla="*/ 0 h 1938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6772" h="1938308">
                <a:moveTo>
                  <a:pt x="165493" y="0"/>
                </a:moveTo>
                <a:lnTo>
                  <a:pt x="3861279" y="0"/>
                </a:lnTo>
                <a:cubicBezTo>
                  <a:pt x="3952678" y="0"/>
                  <a:pt x="4026772" y="74094"/>
                  <a:pt x="4026772" y="165493"/>
                </a:cubicBezTo>
                <a:lnTo>
                  <a:pt x="4026772" y="1772815"/>
                </a:lnTo>
                <a:cubicBezTo>
                  <a:pt x="4026772" y="1864214"/>
                  <a:pt x="3952678" y="1938308"/>
                  <a:pt x="3861279" y="1938308"/>
                </a:cubicBezTo>
                <a:lnTo>
                  <a:pt x="165493" y="1938308"/>
                </a:lnTo>
                <a:cubicBezTo>
                  <a:pt x="74094" y="1938308"/>
                  <a:pt x="0" y="1864214"/>
                  <a:pt x="0" y="1772815"/>
                </a:cubicBezTo>
                <a:lnTo>
                  <a:pt x="0" y="165493"/>
                </a:lnTo>
                <a:cubicBezTo>
                  <a:pt x="0" y="74094"/>
                  <a:pt x="74094" y="0"/>
                  <a:pt x="16549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797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4AB1E-546F-F8FA-8DE7-CECB2254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20A2B-10A5-0F7F-DA91-DD70A43CBF06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2989D-7C4B-5E3D-2FC8-955B36C43807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0B302-F90D-A93B-02FC-DA5F160BAB66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6655A-6568-8BC2-158D-DB65BD14BB99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5D9A53-C14E-673B-BB7C-F35291CAA952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5A9C58-E9A3-3A2D-CC52-F43A836E8F5B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49DC3-9245-6767-AC25-A67B7C4C1F47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CA195960-DAAC-0676-2D47-F0910EE0F85D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5A1E9E-FC0C-6DD2-572F-7844DC510A0C}"/>
              </a:ext>
            </a:extLst>
          </p:cNvPr>
          <p:cNvSpPr txBox="1"/>
          <p:nvPr/>
        </p:nvSpPr>
        <p:spPr>
          <a:xfrm>
            <a:off x="3313271" y="1537936"/>
            <a:ext cx="5565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TOP PICKS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ON THE MENU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8C28EF-7C88-F521-51BD-CC4C68F518EB}"/>
              </a:ext>
            </a:extLst>
          </p:cNvPr>
          <p:cNvSpPr/>
          <p:nvPr/>
        </p:nvSpPr>
        <p:spPr>
          <a:xfrm>
            <a:off x="1521460" y="2590800"/>
            <a:ext cx="2829182" cy="3418114"/>
          </a:xfrm>
          <a:prstGeom prst="roundRect">
            <a:avLst>
              <a:gd name="adj" fmla="val 774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7833A1-E682-BF51-9A91-62A334F6C201}"/>
              </a:ext>
            </a:extLst>
          </p:cNvPr>
          <p:cNvSpPr/>
          <p:nvPr/>
        </p:nvSpPr>
        <p:spPr>
          <a:xfrm>
            <a:off x="1671580" y="2743200"/>
            <a:ext cx="2528942" cy="2576863"/>
          </a:xfrm>
          <a:prstGeom prst="roundRect">
            <a:avLst>
              <a:gd name="adj" fmla="val 79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0A2B46-F6C6-C11B-39D8-53D8D811A777}"/>
              </a:ext>
            </a:extLst>
          </p:cNvPr>
          <p:cNvSpPr/>
          <p:nvPr/>
        </p:nvSpPr>
        <p:spPr>
          <a:xfrm>
            <a:off x="4732860" y="2590800"/>
            <a:ext cx="2829182" cy="3418114"/>
          </a:xfrm>
          <a:prstGeom prst="roundRect">
            <a:avLst>
              <a:gd name="adj" fmla="val 774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59F406-B343-A52A-23A9-E9432994205A}"/>
              </a:ext>
            </a:extLst>
          </p:cNvPr>
          <p:cNvSpPr/>
          <p:nvPr/>
        </p:nvSpPr>
        <p:spPr>
          <a:xfrm>
            <a:off x="4882980" y="2743200"/>
            <a:ext cx="2528942" cy="2576863"/>
          </a:xfrm>
          <a:prstGeom prst="roundRect">
            <a:avLst>
              <a:gd name="adj" fmla="val 7991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EC32B7-C1F4-A831-331B-4C0467DB4435}"/>
              </a:ext>
            </a:extLst>
          </p:cNvPr>
          <p:cNvSpPr/>
          <p:nvPr/>
        </p:nvSpPr>
        <p:spPr>
          <a:xfrm>
            <a:off x="7944260" y="2590800"/>
            <a:ext cx="2829182" cy="3418114"/>
          </a:xfrm>
          <a:prstGeom prst="roundRect">
            <a:avLst>
              <a:gd name="adj" fmla="val 774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70BC04-7FCE-F24D-A84D-9733CD8063EE}"/>
              </a:ext>
            </a:extLst>
          </p:cNvPr>
          <p:cNvSpPr/>
          <p:nvPr/>
        </p:nvSpPr>
        <p:spPr>
          <a:xfrm>
            <a:off x="8094380" y="2743200"/>
            <a:ext cx="2528942" cy="2576863"/>
          </a:xfrm>
          <a:prstGeom prst="roundRect">
            <a:avLst>
              <a:gd name="adj" fmla="val 79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6F03D-1A09-01D3-AEE6-58A9DFD9BFDD}"/>
              </a:ext>
            </a:extLst>
          </p:cNvPr>
          <p:cNvSpPr txBox="1"/>
          <p:nvPr/>
        </p:nvSpPr>
        <p:spPr>
          <a:xfrm>
            <a:off x="1521459" y="5403431"/>
            <a:ext cx="2829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Trouble Burger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BD29E-993A-6185-E969-BED985FBA15A}"/>
              </a:ext>
            </a:extLst>
          </p:cNvPr>
          <p:cNvSpPr txBox="1"/>
          <p:nvPr/>
        </p:nvSpPr>
        <p:spPr>
          <a:xfrm>
            <a:off x="7944259" y="5403431"/>
            <a:ext cx="2829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Crispy Kicks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B1DD3F-CD31-6094-0C63-8830C76E8A23}"/>
              </a:ext>
            </a:extLst>
          </p:cNvPr>
          <p:cNvSpPr txBox="1"/>
          <p:nvPr/>
        </p:nvSpPr>
        <p:spPr>
          <a:xfrm>
            <a:off x="4732859" y="5403431"/>
            <a:ext cx="2829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Shake It Up!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62D671-B919-BF3A-5FE1-C3BC521638CF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F8D402-A575-4E1D-647E-75A6213EC5B0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AD68BA-4EB8-712F-E94F-F63ED88F6A84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C19437-5C04-BD5C-8C25-D685526454EA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9D5DC2-6611-B59B-654D-26125A167659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1EDFF6E-AFE8-82C6-E561-9057CED75620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B83D3E8-0DB1-0F47-589A-F4D015782F37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604AC4-B30F-E031-5845-6438A7B6028C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FEF05B-AE15-F938-4A2F-941AFBD3A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0" t="40000" r="65547" b="22425"/>
          <a:stretch>
            <a:fillRect/>
          </a:stretch>
        </p:blipFill>
        <p:spPr>
          <a:xfrm>
            <a:off x="1671580" y="2743202"/>
            <a:ext cx="2528942" cy="2576863"/>
          </a:xfrm>
          <a:custGeom>
            <a:avLst/>
            <a:gdLst>
              <a:gd name="connsiteX0" fmla="*/ 202088 w 2528942"/>
              <a:gd name="connsiteY0" fmla="*/ 0 h 2576863"/>
              <a:gd name="connsiteX1" fmla="*/ 2326854 w 2528942"/>
              <a:gd name="connsiteY1" fmla="*/ 0 h 2576863"/>
              <a:gd name="connsiteX2" fmla="*/ 2528942 w 2528942"/>
              <a:gd name="connsiteY2" fmla="*/ 202088 h 2576863"/>
              <a:gd name="connsiteX3" fmla="*/ 2528942 w 2528942"/>
              <a:gd name="connsiteY3" fmla="*/ 2374775 h 2576863"/>
              <a:gd name="connsiteX4" fmla="*/ 2326854 w 2528942"/>
              <a:gd name="connsiteY4" fmla="*/ 2576863 h 2576863"/>
              <a:gd name="connsiteX5" fmla="*/ 202088 w 2528942"/>
              <a:gd name="connsiteY5" fmla="*/ 2576863 h 2576863"/>
              <a:gd name="connsiteX6" fmla="*/ 0 w 2528942"/>
              <a:gd name="connsiteY6" fmla="*/ 2374775 h 2576863"/>
              <a:gd name="connsiteX7" fmla="*/ 0 w 2528942"/>
              <a:gd name="connsiteY7" fmla="*/ 202088 h 2576863"/>
              <a:gd name="connsiteX8" fmla="*/ 202088 w 2528942"/>
              <a:gd name="connsiteY8" fmla="*/ 0 h 257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8942" h="2576863">
                <a:moveTo>
                  <a:pt x="202088" y="0"/>
                </a:moveTo>
                <a:lnTo>
                  <a:pt x="2326854" y="0"/>
                </a:lnTo>
                <a:cubicBezTo>
                  <a:pt x="2438464" y="0"/>
                  <a:pt x="2528942" y="90478"/>
                  <a:pt x="2528942" y="202088"/>
                </a:cubicBezTo>
                <a:lnTo>
                  <a:pt x="2528942" y="2374775"/>
                </a:lnTo>
                <a:cubicBezTo>
                  <a:pt x="2528942" y="2486385"/>
                  <a:pt x="2438464" y="2576863"/>
                  <a:pt x="2326854" y="2576863"/>
                </a:cubicBezTo>
                <a:lnTo>
                  <a:pt x="202088" y="2576863"/>
                </a:lnTo>
                <a:cubicBezTo>
                  <a:pt x="90478" y="2576863"/>
                  <a:pt x="0" y="2486385"/>
                  <a:pt x="0" y="2374775"/>
                </a:cubicBezTo>
                <a:lnTo>
                  <a:pt x="0" y="202088"/>
                </a:lnTo>
                <a:cubicBezTo>
                  <a:pt x="0" y="90478"/>
                  <a:pt x="90478" y="0"/>
                  <a:pt x="202088" y="0"/>
                </a:cubicBezTo>
                <a:close/>
              </a:path>
            </a:pathLst>
          </a:cu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8F4D887-A7FD-49A3-A798-451787E7B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1" t="40000" r="39207" b="22425"/>
          <a:stretch>
            <a:fillRect/>
          </a:stretch>
        </p:blipFill>
        <p:spPr>
          <a:xfrm>
            <a:off x="4882980" y="2743202"/>
            <a:ext cx="2528942" cy="2576863"/>
          </a:xfrm>
          <a:custGeom>
            <a:avLst/>
            <a:gdLst>
              <a:gd name="connsiteX0" fmla="*/ 202088 w 2528942"/>
              <a:gd name="connsiteY0" fmla="*/ 0 h 2576863"/>
              <a:gd name="connsiteX1" fmla="*/ 2326854 w 2528942"/>
              <a:gd name="connsiteY1" fmla="*/ 0 h 2576863"/>
              <a:gd name="connsiteX2" fmla="*/ 2528942 w 2528942"/>
              <a:gd name="connsiteY2" fmla="*/ 202088 h 2576863"/>
              <a:gd name="connsiteX3" fmla="*/ 2528942 w 2528942"/>
              <a:gd name="connsiteY3" fmla="*/ 2374775 h 2576863"/>
              <a:gd name="connsiteX4" fmla="*/ 2326854 w 2528942"/>
              <a:gd name="connsiteY4" fmla="*/ 2576863 h 2576863"/>
              <a:gd name="connsiteX5" fmla="*/ 202088 w 2528942"/>
              <a:gd name="connsiteY5" fmla="*/ 2576863 h 2576863"/>
              <a:gd name="connsiteX6" fmla="*/ 0 w 2528942"/>
              <a:gd name="connsiteY6" fmla="*/ 2374775 h 2576863"/>
              <a:gd name="connsiteX7" fmla="*/ 0 w 2528942"/>
              <a:gd name="connsiteY7" fmla="*/ 202088 h 2576863"/>
              <a:gd name="connsiteX8" fmla="*/ 202088 w 2528942"/>
              <a:gd name="connsiteY8" fmla="*/ 0 h 257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8942" h="2576863">
                <a:moveTo>
                  <a:pt x="202088" y="0"/>
                </a:moveTo>
                <a:lnTo>
                  <a:pt x="2326854" y="0"/>
                </a:lnTo>
                <a:cubicBezTo>
                  <a:pt x="2438464" y="0"/>
                  <a:pt x="2528942" y="90478"/>
                  <a:pt x="2528942" y="202088"/>
                </a:cubicBezTo>
                <a:lnTo>
                  <a:pt x="2528942" y="2374775"/>
                </a:lnTo>
                <a:cubicBezTo>
                  <a:pt x="2528942" y="2486385"/>
                  <a:pt x="2438464" y="2576863"/>
                  <a:pt x="2326854" y="2576863"/>
                </a:cubicBezTo>
                <a:lnTo>
                  <a:pt x="202088" y="2576863"/>
                </a:lnTo>
                <a:cubicBezTo>
                  <a:pt x="90478" y="2576863"/>
                  <a:pt x="0" y="2486385"/>
                  <a:pt x="0" y="2374775"/>
                </a:cubicBezTo>
                <a:lnTo>
                  <a:pt x="0" y="202088"/>
                </a:lnTo>
                <a:cubicBezTo>
                  <a:pt x="0" y="90478"/>
                  <a:pt x="90478" y="0"/>
                  <a:pt x="202088" y="0"/>
                </a:cubicBezTo>
                <a:close/>
              </a:path>
            </a:pathLst>
          </a:cu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4636105-8585-1216-4F46-C27222DB7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91" t="40000" r="12866" b="22425"/>
          <a:stretch>
            <a:fillRect/>
          </a:stretch>
        </p:blipFill>
        <p:spPr>
          <a:xfrm>
            <a:off x="8094380" y="2743202"/>
            <a:ext cx="2528942" cy="2576863"/>
          </a:xfrm>
          <a:custGeom>
            <a:avLst/>
            <a:gdLst>
              <a:gd name="connsiteX0" fmla="*/ 202088 w 2528942"/>
              <a:gd name="connsiteY0" fmla="*/ 0 h 2576863"/>
              <a:gd name="connsiteX1" fmla="*/ 2326854 w 2528942"/>
              <a:gd name="connsiteY1" fmla="*/ 0 h 2576863"/>
              <a:gd name="connsiteX2" fmla="*/ 2528942 w 2528942"/>
              <a:gd name="connsiteY2" fmla="*/ 202088 h 2576863"/>
              <a:gd name="connsiteX3" fmla="*/ 2528942 w 2528942"/>
              <a:gd name="connsiteY3" fmla="*/ 2374775 h 2576863"/>
              <a:gd name="connsiteX4" fmla="*/ 2326854 w 2528942"/>
              <a:gd name="connsiteY4" fmla="*/ 2576863 h 2576863"/>
              <a:gd name="connsiteX5" fmla="*/ 202088 w 2528942"/>
              <a:gd name="connsiteY5" fmla="*/ 2576863 h 2576863"/>
              <a:gd name="connsiteX6" fmla="*/ 0 w 2528942"/>
              <a:gd name="connsiteY6" fmla="*/ 2374775 h 2576863"/>
              <a:gd name="connsiteX7" fmla="*/ 0 w 2528942"/>
              <a:gd name="connsiteY7" fmla="*/ 202088 h 2576863"/>
              <a:gd name="connsiteX8" fmla="*/ 202088 w 2528942"/>
              <a:gd name="connsiteY8" fmla="*/ 0 h 257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8942" h="2576863">
                <a:moveTo>
                  <a:pt x="202088" y="0"/>
                </a:moveTo>
                <a:lnTo>
                  <a:pt x="2326854" y="0"/>
                </a:lnTo>
                <a:cubicBezTo>
                  <a:pt x="2438464" y="0"/>
                  <a:pt x="2528942" y="90478"/>
                  <a:pt x="2528942" y="202088"/>
                </a:cubicBezTo>
                <a:lnTo>
                  <a:pt x="2528942" y="2374775"/>
                </a:lnTo>
                <a:cubicBezTo>
                  <a:pt x="2528942" y="2486385"/>
                  <a:pt x="2438464" y="2576863"/>
                  <a:pt x="2326854" y="2576863"/>
                </a:cubicBezTo>
                <a:lnTo>
                  <a:pt x="202088" y="2576863"/>
                </a:lnTo>
                <a:cubicBezTo>
                  <a:pt x="90478" y="2576863"/>
                  <a:pt x="0" y="2486385"/>
                  <a:pt x="0" y="2374775"/>
                </a:cubicBezTo>
                <a:lnTo>
                  <a:pt x="0" y="202088"/>
                </a:lnTo>
                <a:cubicBezTo>
                  <a:pt x="0" y="90478"/>
                  <a:pt x="90478" y="0"/>
                  <a:pt x="20208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4002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ED36F-8B43-0235-9972-6BBF44EB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63B0D2-94DB-8FFD-F00F-F92A311B46FA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8FA1B-8E75-7DA0-8189-5199665CD8B1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81177-17C0-DD42-ED85-E3D8CEA97909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D72BE-22DA-BC01-F1BC-07F4EA4C5D60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3A11DC-D3C3-2AC7-6A90-B729F6E4264B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DDA2B9-0DCE-CCF8-51F0-1AEB2F7E47E7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2A3F5-C5F8-300B-A886-B329F0ACE7F9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99B7FEFE-C63A-20B6-1062-6057C06ECD1C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61981D-6F12-E8B0-67CB-FACEC0319920}"/>
              </a:ext>
            </a:extLst>
          </p:cNvPr>
          <p:cNvSpPr/>
          <p:nvPr/>
        </p:nvSpPr>
        <p:spPr>
          <a:xfrm>
            <a:off x="3043089" y="1622897"/>
            <a:ext cx="3308067" cy="4440446"/>
          </a:xfrm>
          <a:prstGeom prst="roundRect">
            <a:avLst>
              <a:gd name="adj" fmla="val 65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34233B-9CE7-DA11-EF8D-57669701D5FB}"/>
              </a:ext>
            </a:extLst>
          </p:cNvPr>
          <p:cNvSpPr/>
          <p:nvPr/>
        </p:nvSpPr>
        <p:spPr>
          <a:xfrm>
            <a:off x="2970740" y="1546057"/>
            <a:ext cx="3308067" cy="4440446"/>
          </a:xfrm>
          <a:prstGeom prst="roundRect">
            <a:avLst>
              <a:gd name="adj" fmla="val 597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D75962-312D-23FC-FA78-B70C3DE43E86}"/>
              </a:ext>
            </a:extLst>
          </p:cNvPr>
          <p:cNvSpPr txBox="1"/>
          <p:nvPr/>
        </p:nvSpPr>
        <p:spPr>
          <a:xfrm>
            <a:off x="6566384" y="1786935"/>
            <a:ext cx="4429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HOW TO BRANDING </a:t>
            </a:r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IN HUNGRYFIFE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A27F6A-B1B4-F9C7-91D7-AC9D1B23F080}"/>
              </a:ext>
            </a:extLst>
          </p:cNvPr>
          <p:cNvSpPr/>
          <p:nvPr/>
        </p:nvSpPr>
        <p:spPr>
          <a:xfrm>
            <a:off x="6566384" y="3256470"/>
            <a:ext cx="448385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3EB1FE-86AA-D7F3-9FC3-4B9F54EA8B34}"/>
              </a:ext>
            </a:extLst>
          </p:cNvPr>
          <p:cNvSpPr/>
          <p:nvPr/>
        </p:nvSpPr>
        <p:spPr>
          <a:xfrm>
            <a:off x="6664960" y="4527508"/>
            <a:ext cx="4198887" cy="13208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B4E9F7F-79F4-20AF-8003-08BFF67F9BC0}"/>
              </a:ext>
            </a:extLst>
          </p:cNvPr>
          <p:cNvSpPr/>
          <p:nvPr/>
        </p:nvSpPr>
        <p:spPr>
          <a:xfrm>
            <a:off x="6664960" y="4527508"/>
            <a:ext cx="3481337" cy="13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A30C4A-8E3A-BEBB-B2B4-B5DB0438477A}"/>
              </a:ext>
            </a:extLst>
          </p:cNvPr>
          <p:cNvSpPr/>
          <p:nvPr/>
        </p:nvSpPr>
        <p:spPr>
          <a:xfrm>
            <a:off x="9958020" y="4499409"/>
            <a:ext cx="188277" cy="188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ADCDBBC-F776-99AD-ACA6-E946C1E049B5}"/>
              </a:ext>
            </a:extLst>
          </p:cNvPr>
          <p:cNvSpPr/>
          <p:nvPr/>
        </p:nvSpPr>
        <p:spPr>
          <a:xfrm>
            <a:off x="6664960" y="5565046"/>
            <a:ext cx="4198887" cy="13208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181E304-2792-DC43-A2AE-4454CAC7ED47}"/>
              </a:ext>
            </a:extLst>
          </p:cNvPr>
          <p:cNvSpPr/>
          <p:nvPr/>
        </p:nvSpPr>
        <p:spPr>
          <a:xfrm>
            <a:off x="6664960" y="5565046"/>
            <a:ext cx="3481337" cy="13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556CB85-B1D5-D89A-49E4-31B8E6D54600}"/>
              </a:ext>
            </a:extLst>
          </p:cNvPr>
          <p:cNvSpPr/>
          <p:nvPr/>
        </p:nvSpPr>
        <p:spPr>
          <a:xfrm>
            <a:off x="9958020" y="5536947"/>
            <a:ext cx="188277" cy="188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629D48-3933-C890-8C6B-A368BB668ED7}"/>
              </a:ext>
            </a:extLst>
          </p:cNvPr>
          <p:cNvSpPr txBox="1"/>
          <p:nvPr/>
        </p:nvSpPr>
        <p:spPr>
          <a:xfrm>
            <a:off x="6638574" y="4191632"/>
            <a:ext cx="2539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CELEBRITY ENDORSEMENTS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D9970A-F315-4432-AE51-477165F55EBD}"/>
              </a:ext>
            </a:extLst>
          </p:cNvPr>
          <p:cNvSpPr txBox="1"/>
          <p:nvPr/>
        </p:nvSpPr>
        <p:spPr>
          <a:xfrm>
            <a:off x="6638574" y="5229170"/>
            <a:ext cx="2539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SOCIAL MEDIA CAMPAIGNS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434237-AE2A-8ACE-8892-B0FB7D8D84E6}"/>
              </a:ext>
            </a:extLst>
          </p:cNvPr>
          <p:cNvSpPr txBox="1"/>
          <p:nvPr/>
        </p:nvSpPr>
        <p:spPr>
          <a:xfrm>
            <a:off x="10287267" y="4191632"/>
            <a:ext cx="591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90%</a:t>
            </a:r>
            <a:endParaRPr lang="en-ID" sz="1400" dirty="0">
              <a:solidFill>
                <a:schemeClr val="accent1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7ABC7-6AB0-1EDB-CB97-30ED27DB50A3}"/>
              </a:ext>
            </a:extLst>
          </p:cNvPr>
          <p:cNvSpPr txBox="1"/>
          <p:nvPr/>
        </p:nvSpPr>
        <p:spPr>
          <a:xfrm>
            <a:off x="10287267" y="5229170"/>
            <a:ext cx="591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85%</a:t>
            </a:r>
            <a:endParaRPr lang="en-ID" sz="1400" dirty="0">
              <a:solidFill>
                <a:schemeClr val="accent1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31D13E-3A96-C06D-44F6-A3AB7D7272D0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3A05CA-D882-4EAF-03BB-80E9E9710562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74E3308-1126-C2BB-514E-8DEE1C24C51C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B03BA6-C6E7-31F5-F9FC-5CF367B7950F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3E77FB5-A826-85D0-5051-5D4E5BEB1E9B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B12EC53-E47B-2549-922A-C2DB3258E58E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8AF1337-64F3-95E5-4EC2-293DFA5FBF9E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93F6C4-7299-01ED-E5A2-00D6549D9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4" t="23744" r="49142" b="13908"/>
          <a:stretch>
            <a:fillRect/>
          </a:stretch>
        </p:blipFill>
        <p:spPr>
          <a:xfrm>
            <a:off x="3053419" y="1628338"/>
            <a:ext cx="3147192" cy="4275882"/>
          </a:xfrm>
          <a:custGeom>
            <a:avLst/>
            <a:gdLst>
              <a:gd name="connsiteX0" fmla="*/ 188108 w 3147192"/>
              <a:gd name="connsiteY0" fmla="*/ 0 h 4275882"/>
              <a:gd name="connsiteX1" fmla="*/ 2959084 w 3147192"/>
              <a:gd name="connsiteY1" fmla="*/ 0 h 4275882"/>
              <a:gd name="connsiteX2" fmla="*/ 3147192 w 3147192"/>
              <a:gd name="connsiteY2" fmla="*/ 188108 h 4275882"/>
              <a:gd name="connsiteX3" fmla="*/ 3147192 w 3147192"/>
              <a:gd name="connsiteY3" fmla="*/ 4087774 h 4275882"/>
              <a:gd name="connsiteX4" fmla="*/ 2959084 w 3147192"/>
              <a:gd name="connsiteY4" fmla="*/ 4275882 h 4275882"/>
              <a:gd name="connsiteX5" fmla="*/ 188108 w 3147192"/>
              <a:gd name="connsiteY5" fmla="*/ 4275882 h 4275882"/>
              <a:gd name="connsiteX6" fmla="*/ 0 w 3147192"/>
              <a:gd name="connsiteY6" fmla="*/ 4087774 h 4275882"/>
              <a:gd name="connsiteX7" fmla="*/ 0 w 3147192"/>
              <a:gd name="connsiteY7" fmla="*/ 188108 h 4275882"/>
              <a:gd name="connsiteX8" fmla="*/ 188108 w 3147192"/>
              <a:gd name="connsiteY8" fmla="*/ 0 h 427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7192" h="4275882">
                <a:moveTo>
                  <a:pt x="188108" y="0"/>
                </a:moveTo>
                <a:lnTo>
                  <a:pt x="2959084" y="0"/>
                </a:lnTo>
                <a:cubicBezTo>
                  <a:pt x="3062973" y="0"/>
                  <a:pt x="3147192" y="84219"/>
                  <a:pt x="3147192" y="188108"/>
                </a:cubicBezTo>
                <a:lnTo>
                  <a:pt x="3147192" y="4087774"/>
                </a:lnTo>
                <a:cubicBezTo>
                  <a:pt x="3147192" y="4191663"/>
                  <a:pt x="3062973" y="4275882"/>
                  <a:pt x="2959084" y="4275882"/>
                </a:cubicBezTo>
                <a:lnTo>
                  <a:pt x="188108" y="4275882"/>
                </a:lnTo>
                <a:cubicBezTo>
                  <a:pt x="84219" y="4275882"/>
                  <a:pt x="0" y="4191663"/>
                  <a:pt x="0" y="4087774"/>
                </a:cubicBezTo>
                <a:lnTo>
                  <a:pt x="0" y="188108"/>
                </a:lnTo>
                <a:cubicBezTo>
                  <a:pt x="0" y="84219"/>
                  <a:pt x="84219" y="0"/>
                  <a:pt x="188108" y="0"/>
                </a:cubicBezTo>
                <a:close/>
              </a:path>
            </a:pathLst>
          </a:cu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77263E-35F9-61E8-2EFE-9EE18720FB6F}"/>
              </a:ext>
            </a:extLst>
          </p:cNvPr>
          <p:cNvSpPr/>
          <p:nvPr/>
        </p:nvSpPr>
        <p:spPr>
          <a:xfrm>
            <a:off x="1204409" y="2331307"/>
            <a:ext cx="2670832" cy="1434972"/>
          </a:xfrm>
          <a:prstGeom prst="roundRect">
            <a:avLst>
              <a:gd name="adj" fmla="val 1142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70AAD5-8F79-E771-0F6B-129E345FB247}"/>
              </a:ext>
            </a:extLst>
          </p:cNvPr>
          <p:cNvSpPr/>
          <p:nvPr/>
        </p:nvSpPr>
        <p:spPr>
          <a:xfrm>
            <a:off x="1193598" y="4040952"/>
            <a:ext cx="2670832" cy="1434972"/>
          </a:xfrm>
          <a:prstGeom prst="roundRect">
            <a:avLst>
              <a:gd name="adj" fmla="val 100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94E9F5-C7F1-FF83-E335-DCFF836279D1}"/>
              </a:ext>
            </a:extLst>
          </p:cNvPr>
          <p:cNvSpPr txBox="1"/>
          <p:nvPr/>
        </p:nvSpPr>
        <p:spPr>
          <a:xfrm>
            <a:off x="1269987" y="2547771"/>
            <a:ext cx="2539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KIDS’ MENUS &amp; TOYS</a:t>
            </a:r>
            <a:endParaRPr lang="en-ID" sz="14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57E0B2-B400-BB1F-9BA8-03C4A3F291A2}"/>
              </a:ext>
            </a:extLst>
          </p:cNvPr>
          <p:cNvSpPr/>
          <p:nvPr/>
        </p:nvSpPr>
        <p:spPr>
          <a:xfrm>
            <a:off x="1217022" y="2786007"/>
            <a:ext cx="2645607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consect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endParaRPr lang="id-ID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felis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tempor</a:t>
            </a:r>
            <a:endParaRPr lang="en-US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C9CDEE-6A95-6DD7-E5C9-A44012436CFB}"/>
              </a:ext>
            </a:extLst>
          </p:cNvPr>
          <p:cNvSpPr txBox="1"/>
          <p:nvPr/>
        </p:nvSpPr>
        <p:spPr>
          <a:xfrm>
            <a:off x="1269987" y="4261173"/>
            <a:ext cx="2539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COLOR PSYCHOLOGY </a:t>
            </a:r>
            <a:endParaRPr lang="en-ID" sz="14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24E6F8-7EDA-3505-9044-E56DDDF7C2AE}"/>
              </a:ext>
            </a:extLst>
          </p:cNvPr>
          <p:cNvSpPr/>
          <p:nvPr/>
        </p:nvSpPr>
        <p:spPr>
          <a:xfrm>
            <a:off x="1217022" y="4499409"/>
            <a:ext cx="2645607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consect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 </a:t>
            </a:r>
            <a:endParaRPr lang="id-ID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felis </a:t>
            </a:r>
            <a:r>
              <a:rPr lang="en-US" sz="1100" dirty="0" err="1">
                <a:solidFill>
                  <a:schemeClr val="accent3"/>
                </a:solidFill>
                <a:latin typeface="Montserrat Light" panose="00000400000000000000" pitchFamily="2" charset="0"/>
              </a:rPr>
              <a:t>tempor</a:t>
            </a:r>
            <a:endParaRPr lang="en-US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28E06F-81A6-CEB7-ABF3-347DEC123C9F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12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5D49B-D7F2-60A1-3005-339B381D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B7910-2063-1999-D681-C463AFA54AD4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FA22D-CAC0-3446-BFFC-92D78CF4FC93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4D3DA-040A-AA92-B9A4-7B6878BB00F4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4CE5-BDC4-3C68-D370-526CF04D0D81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51216C-108B-8AF4-988A-9E57CE2F610F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37433C-6BBC-5357-42A2-A99D80A8D21B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798AC-2156-AB65-631D-1110F0549E48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8E8DBE12-7CA9-9EA7-1759-8BA95F33A71D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BAE27-3B41-BB8E-D511-1420D6CE6D49}"/>
              </a:ext>
            </a:extLst>
          </p:cNvPr>
          <p:cNvSpPr txBox="1"/>
          <p:nvPr/>
        </p:nvSpPr>
        <p:spPr>
          <a:xfrm>
            <a:off x="1134708" y="1659856"/>
            <a:ext cx="51136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HOW TO ORDER USING </a:t>
            </a:r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HUNGRYFIRE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APP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AB132B-3BA2-CF51-2DC7-1D2E765CD0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6718"/>
          <a:stretch/>
        </p:blipFill>
        <p:spPr>
          <a:xfrm>
            <a:off x="6943157" y="1588735"/>
            <a:ext cx="3065353" cy="514702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1B67534-74D3-3BFB-71F3-73A518B28FED}"/>
              </a:ext>
            </a:extLst>
          </p:cNvPr>
          <p:cNvSpPr/>
          <p:nvPr/>
        </p:nvSpPr>
        <p:spPr>
          <a:xfrm>
            <a:off x="1134708" y="3106743"/>
            <a:ext cx="4961292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Convallis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urna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lacinia,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sem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fringilla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per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posuere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nulla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.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5854DC7-EABA-324C-D15D-855EDE808C00}"/>
              </a:ext>
            </a:extLst>
          </p:cNvPr>
          <p:cNvSpPr/>
          <p:nvPr/>
        </p:nvSpPr>
        <p:spPr>
          <a:xfrm>
            <a:off x="1233806" y="4264834"/>
            <a:ext cx="206798" cy="2067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F5435A-67FA-57C5-7B59-880B4E69DA28}"/>
              </a:ext>
            </a:extLst>
          </p:cNvPr>
          <p:cNvSpPr txBox="1"/>
          <p:nvPr/>
        </p:nvSpPr>
        <p:spPr>
          <a:xfrm>
            <a:off x="1440604" y="4228295"/>
            <a:ext cx="292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DOWNLOAD &amp; SIGN IN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33C69B-49D6-C99C-BE79-D5121666B39B}"/>
              </a:ext>
            </a:extLst>
          </p:cNvPr>
          <p:cNvSpPr/>
          <p:nvPr/>
        </p:nvSpPr>
        <p:spPr>
          <a:xfrm>
            <a:off x="1233806" y="4764094"/>
            <a:ext cx="206798" cy="20679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A59DE9-D564-0722-562E-E4924D30BDB1}"/>
              </a:ext>
            </a:extLst>
          </p:cNvPr>
          <p:cNvSpPr txBox="1"/>
          <p:nvPr/>
        </p:nvSpPr>
        <p:spPr>
          <a:xfrm>
            <a:off x="1440604" y="4727555"/>
            <a:ext cx="292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BROWSE THE MENU &amp; ADD CHART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CF65DD5-8C11-D001-CD1B-DD3DC0301ACC}"/>
              </a:ext>
            </a:extLst>
          </p:cNvPr>
          <p:cNvSpPr/>
          <p:nvPr/>
        </p:nvSpPr>
        <p:spPr>
          <a:xfrm>
            <a:off x="1233806" y="5274493"/>
            <a:ext cx="206798" cy="2067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F6FBDB-0ABE-F444-2484-6B256F6C44E3}"/>
              </a:ext>
            </a:extLst>
          </p:cNvPr>
          <p:cNvSpPr txBox="1"/>
          <p:nvPr/>
        </p:nvSpPr>
        <p:spPr>
          <a:xfrm>
            <a:off x="1440604" y="5237954"/>
            <a:ext cx="292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CHOOSE PICKUP OR DELIVERY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3924EC4-79DD-0BFC-89A6-119B95B30792}"/>
              </a:ext>
            </a:extLst>
          </p:cNvPr>
          <p:cNvSpPr/>
          <p:nvPr/>
        </p:nvSpPr>
        <p:spPr>
          <a:xfrm>
            <a:off x="1233806" y="5756991"/>
            <a:ext cx="206798" cy="20679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F03761-7CD0-E610-6419-2F6CF7E3DB5B}"/>
              </a:ext>
            </a:extLst>
          </p:cNvPr>
          <p:cNvSpPr txBox="1"/>
          <p:nvPr/>
        </p:nvSpPr>
        <p:spPr>
          <a:xfrm>
            <a:off x="1440603" y="5720452"/>
            <a:ext cx="300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MAKE PAYMENT &amp; TRACK UR ORDER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BB0E74-6E88-1CFD-4574-51DA1F3C14A5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12E001-6645-9575-6E98-2501D16E7588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017813-A1E8-346A-A9BD-0BBA4629543E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5649BD-286D-D6A1-8EF4-D0C82DBC5500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06E80B-84EC-275F-7C1B-67A167578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13" t="25377" r="19284" b="1782"/>
          <a:stretch>
            <a:fillRect/>
          </a:stretch>
        </p:blipFill>
        <p:spPr>
          <a:xfrm>
            <a:off x="7121738" y="1740367"/>
            <a:ext cx="2719170" cy="4995397"/>
          </a:xfrm>
          <a:custGeom>
            <a:avLst/>
            <a:gdLst>
              <a:gd name="connsiteX0" fmla="*/ 288776 w 2719170"/>
              <a:gd name="connsiteY0" fmla="*/ 0 h 4995397"/>
              <a:gd name="connsiteX1" fmla="*/ 789298 w 2719170"/>
              <a:gd name="connsiteY1" fmla="*/ 0 h 4995397"/>
              <a:gd name="connsiteX2" fmla="*/ 789298 w 2719170"/>
              <a:gd name="connsiteY2" fmla="*/ 87242 h 4995397"/>
              <a:gd name="connsiteX3" fmla="*/ 935708 w 2719170"/>
              <a:gd name="connsiteY3" fmla="*/ 235328 h 4995397"/>
              <a:gd name="connsiteX4" fmla="*/ 1074786 w 2719170"/>
              <a:gd name="connsiteY4" fmla="*/ 235328 h 4995397"/>
              <a:gd name="connsiteX5" fmla="*/ 1631476 w 2719170"/>
              <a:gd name="connsiteY5" fmla="*/ 235328 h 4995397"/>
              <a:gd name="connsiteX6" fmla="*/ 1770554 w 2719170"/>
              <a:gd name="connsiteY6" fmla="*/ 235328 h 4995397"/>
              <a:gd name="connsiteX7" fmla="*/ 1916964 w 2719170"/>
              <a:gd name="connsiteY7" fmla="*/ 87242 h 4995397"/>
              <a:gd name="connsiteX8" fmla="*/ 1916964 w 2719170"/>
              <a:gd name="connsiteY8" fmla="*/ 0 h 4995397"/>
              <a:gd name="connsiteX9" fmla="*/ 2430394 w 2719170"/>
              <a:gd name="connsiteY9" fmla="*/ 0 h 4995397"/>
              <a:gd name="connsiteX10" fmla="*/ 2719170 w 2719170"/>
              <a:gd name="connsiteY10" fmla="*/ 288775 h 4995397"/>
              <a:gd name="connsiteX11" fmla="*/ 2719170 w 2719170"/>
              <a:gd name="connsiteY11" fmla="*/ 4846172 h 4995397"/>
              <a:gd name="connsiteX12" fmla="*/ 2719170 w 2719170"/>
              <a:gd name="connsiteY12" fmla="*/ 4858086 h 4995397"/>
              <a:gd name="connsiteX13" fmla="*/ 2719170 w 2719170"/>
              <a:gd name="connsiteY13" fmla="*/ 4995397 h 4995397"/>
              <a:gd name="connsiteX14" fmla="*/ 0 w 2719170"/>
              <a:gd name="connsiteY14" fmla="*/ 4995397 h 4995397"/>
              <a:gd name="connsiteX15" fmla="*/ 0 w 2719170"/>
              <a:gd name="connsiteY15" fmla="*/ 4858086 h 4995397"/>
              <a:gd name="connsiteX16" fmla="*/ 0 w 2719170"/>
              <a:gd name="connsiteY16" fmla="*/ 4846172 h 4995397"/>
              <a:gd name="connsiteX17" fmla="*/ 0 w 2719170"/>
              <a:gd name="connsiteY17" fmla="*/ 288775 h 4995397"/>
              <a:gd name="connsiteX18" fmla="*/ 288776 w 2719170"/>
              <a:gd name="connsiteY18" fmla="*/ 0 h 499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19170" h="4995397">
                <a:moveTo>
                  <a:pt x="288776" y="0"/>
                </a:moveTo>
                <a:lnTo>
                  <a:pt x="789298" y="0"/>
                </a:lnTo>
                <a:lnTo>
                  <a:pt x="789298" y="87242"/>
                </a:lnTo>
                <a:cubicBezTo>
                  <a:pt x="789298" y="169028"/>
                  <a:pt x="854848" y="235328"/>
                  <a:pt x="935708" y="235328"/>
                </a:cubicBezTo>
                <a:lnTo>
                  <a:pt x="1074786" y="235328"/>
                </a:lnTo>
                <a:lnTo>
                  <a:pt x="1631476" y="235328"/>
                </a:lnTo>
                <a:lnTo>
                  <a:pt x="1770554" y="235328"/>
                </a:lnTo>
                <a:cubicBezTo>
                  <a:pt x="1851413" y="235328"/>
                  <a:pt x="1916964" y="169028"/>
                  <a:pt x="1916964" y="87242"/>
                </a:cubicBezTo>
                <a:lnTo>
                  <a:pt x="1916964" y="0"/>
                </a:lnTo>
                <a:lnTo>
                  <a:pt x="2430394" y="0"/>
                </a:lnTo>
                <a:cubicBezTo>
                  <a:pt x="2589880" y="0"/>
                  <a:pt x="2719170" y="129289"/>
                  <a:pt x="2719170" y="288775"/>
                </a:cubicBezTo>
                <a:lnTo>
                  <a:pt x="2719170" y="4846172"/>
                </a:lnTo>
                <a:lnTo>
                  <a:pt x="2719170" y="4858086"/>
                </a:lnTo>
                <a:lnTo>
                  <a:pt x="2719170" y="4995397"/>
                </a:lnTo>
                <a:lnTo>
                  <a:pt x="0" y="4995397"/>
                </a:lnTo>
                <a:lnTo>
                  <a:pt x="0" y="4858086"/>
                </a:lnTo>
                <a:lnTo>
                  <a:pt x="0" y="4846172"/>
                </a:lnTo>
                <a:lnTo>
                  <a:pt x="0" y="288775"/>
                </a:lnTo>
                <a:cubicBezTo>
                  <a:pt x="0" y="129289"/>
                  <a:pt x="129290" y="0"/>
                  <a:pt x="288776" y="0"/>
                </a:cubicBezTo>
                <a:close/>
              </a:path>
            </a:pathLst>
          </a:cu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0B3657-BDD4-C593-1ACF-97D8C7CB7006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F83266E8-E32A-6EA7-60C6-F4430061AF58}"/>
              </a:ext>
            </a:extLst>
          </p:cNvPr>
          <p:cNvSpPr/>
          <p:nvPr/>
        </p:nvSpPr>
        <p:spPr>
          <a:xfrm flipH="1">
            <a:off x="5933857" y="4745661"/>
            <a:ext cx="2079128" cy="1003642"/>
          </a:xfrm>
          <a:prstGeom prst="wedgeRoundRectCallout">
            <a:avLst>
              <a:gd name="adj1" fmla="val -23183"/>
              <a:gd name="adj2" fmla="val 6604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154C9180-E417-66E0-04C9-FC09D6F5C622}"/>
              </a:ext>
            </a:extLst>
          </p:cNvPr>
          <p:cNvSpPr/>
          <p:nvPr/>
        </p:nvSpPr>
        <p:spPr>
          <a:xfrm>
            <a:off x="9060882" y="2994983"/>
            <a:ext cx="1917213" cy="944689"/>
          </a:xfrm>
          <a:prstGeom prst="wedgeRoundRectCallout">
            <a:avLst>
              <a:gd name="adj1" fmla="val -23183"/>
              <a:gd name="adj2" fmla="val 6604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8599E-CC61-1B1A-31D3-71BECBC49EB9}"/>
              </a:ext>
            </a:extLst>
          </p:cNvPr>
          <p:cNvSpPr txBox="1"/>
          <p:nvPr/>
        </p:nvSpPr>
        <p:spPr>
          <a:xfrm>
            <a:off x="6130654" y="5026177"/>
            <a:ext cx="1685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HN6R1</a:t>
            </a:r>
            <a:endParaRPr lang="en-ID" sz="40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41B27D-F88B-9594-6D74-CCC0A2EA87B7}"/>
              </a:ext>
            </a:extLst>
          </p:cNvPr>
          <p:cNvSpPr txBox="1"/>
          <p:nvPr/>
        </p:nvSpPr>
        <p:spPr>
          <a:xfrm>
            <a:off x="6095771" y="4829491"/>
            <a:ext cx="1755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Voucher Code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FF7436-6E47-E9D5-08F8-E93D1BDCF307}"/>
              </a:ext>
            </a:extLst>
          </p:cNvPr>
          <p:cNvSpPr txBox="1"/>
          <p:nvPr/>
        </p:nvSpPr>
        <p:spPr>
          <a:xfrm>
            <a:off x="9176721" y="3238857"/>
            <a:ext cx="1685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4,9/5</a:t>
            </a:r>
            <a:endParaRPr lang="en-ID" sz="40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D980CC-CBB2-472F-9F25-091306280BFC}"/>
              </a:ext>
            </a:extLst>
          </p:cNvPr>
          <p:cNvSpPr txBox="1"/>
          <p:nvPr/>
        </p:nvSpPr>
        <p:spPr>
          <a:xfrm>
            <a:off x="9141839" y="3051315"/>
            <a:ext cx="1755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App Ratting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8AF547D-93DF-A22A-E57A-75FB12A85D47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4504E5-3026-63F5-08B6-A874ECAACD42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082BBE-5269-B2B9-B3E6-6FBB01AD63BF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454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2DF0A-0A8A-386B-83E6-4B80AF46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AAF5FB-FB4C-7617-D4D0-EBDCF3E9E64F}"/>
              </a:ext>
            </a:extLst>
          </p:cNvPr>
          <p:cNvSpPr/>
          <p:nvPr/>
        </p:nvSpPr>
        <p:spPr>
          <a:xfrm>
            <a:off x="6718020" y="2685346"/>
            <a:ext cx="2804025" cy="3276600"/>
          </a:xfrm>
          <a:prstGeom prst="roundRect">
            <a:avLst>
              <a:gd name="adj" fmla="val 74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85CBD-77FF-D182-B192-C02D89C3734F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BA48A-BD27-76BC-38C9-F56948EB017D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B2D78-612B-BDB8-0DBD-AF846972FEE7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0BFC4-E001-385C-A320-66AE667E85D1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8913A4-6F45-4322-FFE6-51C10D07586A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E774DA-F785-7B1E-73F3-46A4E0F1D030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5E917-C5FA-832E-34F5-55707528B423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2275475E-3CB1-D494-9C72-56F568F0D5AF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29FFE0-1A4F-1195-5362-1A742DCD00D5}"/>
              </a:ext>
            </a:extLst>
          </p:cNvPr>
          <p:cNvSpPr txBox="1"/>
          <p:nvPr/>
        </p:nvSpPr>
        <p:spPr>
          <a:xfrm>
            <a:off x="2230676" y="1512536"/>
            <a:ext cx="7730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TASTY MEALS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AFFORDABLE DEALS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53E1F0-6C8F-0607-F3EA-8B740097FB6F}"/>
              </a:ext>
            </a:extLst>
          </p:cNvPr>
          <p:cNvSpPr/>
          <p:nvPr/>
        </p:nvSpPr>
        <p:spPr>
          <a:xfrm>
            <a:off x="2669955" y="2685346"/>
            <a:ext cx="2804025" cy="3276600"/>
          </a:xfrm>
          <a:prstGeom prst="roundRect">
            <a:avLst>
              <a:gd name="adj" fmla="val 748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3C7B9350-404E-B064-9E4B-5FDFE7A1DB4B}"/>
              </a:ext>
            </a:extLst>
          </p:cNvPr>
          <p:cNvSpPr/>
          <p:nvPr/>
        </p:nvSpPr>
        <p:spPr>
          <a:xfrm flipV="1">
            <a:off x="3114665" y="2811471"/>
            <a:ext cx="1914604" cy="349161"/>
          </a:xfrm>
          <a:prstGeom prst="round2SameRect">
            <a:avLst>
              <a:gd name="adj1" fmla="val 38361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C81CA-F1EF-31BA-DCA5-FC6E59F57DB1}"/>
              </a:ext>
            </a:extLst>
          </p:cNvPr>
          <p:cNvSpPr txBox="1"/>
          <p:nvPr/>
        </p:nvSpPr>
        <p:spPr>
          <a:xfrm>
            <a:off x="3114665" y="2801385"/>
            <a:ext cx="1914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>
                <a:solidFill>
                  <a:schemeClr val="accent3"/>
                </a:solidFill>
                <a:latin typeface="Spicy Rice" panose="020E0506000000020000" pitchFamily="34" charset="0"/>
              </a:rPr>
              <a:t>THE CRAVE </a:t>
            </a:r>
            <a:r>
              <a:rPr lang="id-ID" dirty="0">
                <a:solidFill>
                  <a:schemeClr val="accent3"/>
                </a:solidFill>
                <a:latin typeface="Spicy Rice" panose="020E0506000000020000" pitchFamily="34" charset="0"/>
              </a:rPr>
              <a:t>EAT</a:t>
            </a:r>
            <a:endParaRPr lang="en-ID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A7705D4-E2B5-58B8-8DFE-CD8927CE9301}"/>
              </a:ext>
            </a:extLst>
          </p:cNvPr>
          <p:cNvSpPr/>
          <p:nvPr/>
        </p:nvSpPr>
        <p:spPr>
          <a:xfrm flipV="1">
            <a:off x="7162730" y="2811471"/>
            <a:ext cx="1914604" cy="349161"/>
          </a:xfrm>
          <a:prstGeom prst="round2SameRect">
            <a:avLst>
              <a:gd name="adj1" fmla="val 38361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C14592-A16C-794E-D03D-AA834F4B6D02}"/>
              </a:ext>
            </a:extLst>
          </p:cNvPr>
          <p:cNvSpPr txBox="1"/>
          <p:nvPr/>
        </p:nvSpPr>
        <p:spPr>
          <a:xfrm>
            <a:off x="7021055" y="2801385"/>
            <a:ext cx="2197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>
                <a:solidFill>
                  <a:schemeClr val="accent3"/>
                </a:solidFill>
                <a:latin typeface="Spicy Rice" panose="020E0506000000020000" pitchFamily="34" charset="0"/>
              </a:rPr>
              <a:t> </a:t>
            </a:r>
            <a:r>
              <a:rPr lang="id-ID" dirty="0">
                <a:solidFill>
                  <a:schemeClr val="accent3"/>
                </a:solidFill>
                <a:latin typeface="Spicy Rice" panose="020E0506000000020000" pitchFamily="34" charset="0"/>
              </a:rPr>
              <a:t>BIG</a:t>
            </a:r>
            <a:r>
              <a:rPr lang="en-ID" dirty="0">
                <a:solidFill>
                  <a:schemeClr val="accent3"/>
                </a:solidFill>
                <a:latin typeface="Spicy Rice" panose="020E0506000000020000" pitchFamily="34" charset="0"/>
              </a:rPr>
              <a:t> DEAL </a:t>
            </a:r>
            <a:r>
              <a:rPr lang="id-ID" dirty="0">
                <a:solidFill>
                  <a:schemeClr val="accent3"/>
                </a:solidFill>
                <a:latin typeface="Spicy Rice" panose="020E0506000000020000" pitchFamily="34" charset="0"/>
              </a:rPr>
              <a:t>MENU</a:t>
            </a:r>
            <a:endParaRPr lang="en-ID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6A7F1-37D3-C90E-F8D8-B10F0E1B2C9C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5D3219-2A0B-79DB-10E8-9E5CA22B2510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39DA3-6C98-52A5-FA8C-204E258FA696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08CC76-D1E5-1094-078C-99B334D4685D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A7D1D3-D783-0954-1A1A-6CD5346280A0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EE5A27-443F-4366-3FFE-096C6C4FA6DF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1F902C-F145-9C03-D081-D4E55D736950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7D109C2-7EFE-A9C9-F54A-2640570E594A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DDC5EBD-1A12-5E3E-E985-D46407805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58" t="40996" r="22755" b="14905"/>
          <a:stretch>
            <a:fillRect/>
          </a:stretch>
        </p:blipFill>
        <p:spPr>
          <a:xfrm>
            <a:off x="6822378" y="2811474"/>
            <a:ext cx="2595308" cy="3024345"/>
          </a:xfrm>
          <a:custGeom>
            <a:avLst/>
            <a:gdLst>
              <a:gd name="connsiteX0" fmla="*/ 196595 w 2595308"/>
              <a:gd name="connsiteY0" fmla="*/ 0 h 3024345"/>
              <a:gd name="connsiteX1" fmla="*/ 2398713 w 2595308"/>
              <a:gd name="connsiteY1" fmla="*/ 0 h 3024345"/>
              <a:gd name="connsiteX2" fmla="*/ 2595308 w 2595308"/>
              <a:gd name="connsiteY2" fmla="*/ 196595 h 3024345"/>
              <a:gd name="connsiteX3" fmla="*/ 2595308 w 2595308"/>
              <a:gd name="connsiteY3" fmla="*/ 2827750 h 3024345"/>
              <a:gd name="connsiteX4" fmla="*/ 2398713 w 2595308"/>
              <a:gd name="connsiteY4" fmla="*/ 3024345 h 3024345"/>
              <a:gd name="connsiteX5" fmla="*/ 196595 w 2595308"/>
              <a:gd name="connsiteY5" fmla="*/ 3024345 h 3024345"/>
              <a:gd name="connsiteX6" fmla="*/ 0 w 2595308"/>
              <a:gd name="connsiteY6" fmla="*/ 2827750 h 3024345"/>
              <a:gd name="connsiteX7" fmla="*/ 0 w 2595308"/>
              <a:gd name="connsiteY7" fmla="*/ 196595 h 3024345"/>
              <a:gd name="connsiteX8" fmla="*/ 196595 w 2595308"/>
              <a:gd name="connsiteY8" fmla="*/ 0 h 302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08" h="3024345">
                <a:moveTo>
                  <a:pt x="196595" y="0"/>
                </a:moveTo>
                <a:lnTo>
                  <a:pt x="2398713" y="0"/>
                </a:lnTo>
                <a:cubicBezTo>
                  <a:pt x="2507289" y="0"/>
                  <a:pt x="2595308" y="88019"/>
                  <a:pt x="2595308" y="196595"/>
                </a:cubicBezTo>
                <a:lnTo>
                  <a:pt x="2595308" y="2827750"/>
                </a:lnTo>
                <a:cubicBezTo>
                  <a:pt x="2595308" y="2936326"/>
                  <a:pt x="2507289" y="3024345"/>
                  <a:pt x="2398713" y="3024345"/>
                </a:cubicBezTo>
                <a:lnTo>
                  <a:pt x="196595" y="3024345"/>
                </a:lnTo>
                <a:cubicBezTo>
                  <a:pt x="88019" y="3024345"/>
                  <a:pt x="0" y="2936326"/>
                  <a:pt x="0" y="2827750"/>
                </a:cubicBezTo>
                <a:lnTo>
                  <a:pt x="0" y="196595"/>
                </a:lnTo>
                <a:cubicBezTo>
                  <a:pt x="0" y="88019"/>
                  <a:pt x="88019" y="0"/>
                  <a:pt x="196595" y="0"/>
                </a:cubicBezTo>
                <a:close/>
              </a:path>
            </a:pathLst>
          </a:cu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83A5D5D-41F8-F251-A024-AD546DB46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5" t="40996" r="55958" b="14905"/>
          <a:stretch>
            <a:fillRect/>
          </a:stretch>
        </p:blipFill>
        <p:spPr>
          <a:xfrm>
            <a:off x="2774313" y="2811475"/>
            <a:ext cx="2595308" cy="3024345"/>
          </a:xfrm>
          <a:custGeom>
            <a:avLst/>
            <a:gdLst>
              <a:gd name="connsiteX0" fmla="*/ 196595 w 2595308"/>
              <a:gd name="connsiteY0" fmla="*/ 0 h 3024345"/>
              <a:gd name="connsiteX1" fmla="*/ 2398713 w 2595308"/>
              <a:gd name="connsiteY1" fmla="*/ 0 h 3024345"/>
              <a:gd name="connsiteX2" fmla="*/ 2595308 w 2595308"/>
              <a:gd name="connsiteY2" fmla="*/ 196595 h 3024345"/>
              <a:gd name="connsiteX3" fmla="*/ 2595308 w 2595308"/>
              <a:gd name="connsiteY3" fmla="*/ 2827750 h 3024345"/>
              <a:gd name="connsiteX4" fmla="*/ 2398713 w 2595308"/>
              <a:gd name="connsiteY4" fmla="*/ 3024345 h 3024345"/>
              <a:gd name="connsiteX5" fmla="*/ 196595 w 2595308"/>
              <a:gd name="connsiteY5" fmla="*/ 3024345 h 3024345"/>
              <a:gd name="connsiteX6" fmla="*/ 0 w 2595308"/>
              <a:gd name="connsiteY6" fmla="*/ 2827750 h 3024345"/>
              <a:gd name="connsiteX7" fmla="*/ 0 w 2595308"/>
              <a:gd name="connsiteY7" fmla="*/ 196595 h 3024345"/>
              <a:gd name="connsiteX8" fmla="*/ 196595 w 2595308"/>
              <a:gd name="connsiteY8" fmla="*/ 0 h 302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5308" h="3024345">
                <a:moveTo>
                  <a:pt x="196595" y="0"/>
                </a:moveTo>
                <a:lnTo>
                  <a:pt x="2398713" y="0"/>
                </a:lnTo>
                <a:cubicBezTo>
                  <a:pt x="2507289" y="0"/>
                  <a:pt x="2595308" y="88019"/>
                  <a:pt x="2595308" y="196595"/>
                </a:cubicBezTo>
                <a:lnTo>
                  <a:pt x="2595308" y="2827750"/>
                </a:lnTo>
                <a:cubicBezTo>
                  <a:pt x="2595308" y="2936326"/>
                  <a:pt x="2507289" y="3024345"/>
                  <a:pt x="2398713" y="3024345"/>
                </a:cubicBezTo>
                <a:lnTo>
                  <a:pt x="196595" y="3024345"/>
                </a:lnTo>
                <a:cubicBezTo>
                  <a:pt x="88019" y="3024345"/>
                  <a:pt x="0" y="2936326"/>
                  <a:pt x="0" y="2827750"/>
                </a:cubicBezTo>
                <a:lnTo>
                  <a:pt x="0" y="196595"/>
                </a:lnTo>
                <a:cubicBezTo>
                  <a:pt x="0" y="88019"/>
                  <a:pt x="88019" y="0"/>
                  <a:pt x="196595" y="0"/>
                </a:cubicBezTo>
                <a:close/>
              </a:path>
            </a:pathLst>
          </a:custGeom>
        </p:spPr>
      </p:pic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907ACE15-4640-7F9D-9CD6-93FEADB2803B}"/>
              </a:ext>
            </a:extLst>
          </p:cNvPr>
          <p:cNvSpPr/>
          <p:nvPr/>
        </p:nvSpPr>
        <p:spPr>
          <a:xfrm flipH="1">
            <a:off x="1823156" y="4657538"/>
            <a:ext cx="1693595" cy="726515"/>
          </a:xfrm>
          <a:prstGeom prst="wedgeRoundRectCallout">
            <a:avLst>
              <a:gd name="adj1" fmla="val -20333"/>
              <a:gd name="adj2" fmla="val 6832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8D3549-0A02-4402-6D76-4B5D88F7F68B}"/>
              </a:ext>
            </a:extLst>
          </p:cNvPr>
          <p:cNvSpPr txBox="1"/>
          <p:nvPr/>
        </p:nvSpPr>
        <p:spPr>
          <a:xfrm>
            <a:off x="1823156" y="4712321"/>
            <a:ext cx="1693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3600" dirty="0">
                <a:solidFill>
                  <a:schemeClr val="accent3"/>
                </a:solidFill>
                <a:latin typeface="Spicy Rice" panose="020E0506000000020000" pitchFamily="34" charset="0"/>
              </a:rPr>
              <a:t>$</a:t>
            </a:r>
            <a:r>
              <a:rPr lang="id-ID" sz="3600" dirty="0">
                <a:solidFill>
                  <a:schemeClr val="accent3"/>
                </a:solidFill>
                <a:latin typeface="Spicy Rice" panose="020E0506000000020000" pitchFamily="34" charset="0"/>
              </a:rPr>
              <a:t>15,00</a:t>
            </a:r>
            <a:endParaRPr lang="en-ID" sz="3600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55728190-CD57-FB80-37FE-5F1CB3DEF2C2}"/>
              </a:ext>
            </a:extLst>
          </p:cNvPr>
          <p:cNvSpPr/>
          <p:nvPr/>
        </p:nvSpPr>
        <p:spPr>
          <a:xfrm>
            <a:off x="8559370" y="4657538"/>
            <a:ext cx="1693595" cy="726515"/>
          </a:xfrm>
          <a:prstGeom prst="wedgeRoundRectCallout">
            <a:avLst>
              <a:gd name="adj1" fmla="val -20333"/>
              <a:gd name="adj2" fmla="val 68327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932B45-1737-6F69-3CC2-93BD3E29539D}"/>
              </a:ext>
            </a:extLst>
          </p:cNvPr>
          <p:cNvSpPr txBox="1"/>
          <p:nvPr/>
        </p:nvSpPr>
        <p:spPr>
          <a:xfrm>
            <a:off x="8559370" y="4712321"/>
            <a:ext cx="1693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3600" dirty="0">
                <a:solidFill>
                  <a:schemeClr val="accent3"/>
                </a:solidFill>
                <a:latin typeface="Spicy Rice" panose="020E0506000000020000" pitchFamily="34" charset="0"/>
              </a:rPr>
              <a:t>$</a:t>
            </a:r>
            <a:r>
              <a:rPr lang="id-ID" sz="3600" dirty="0">
                <a:solidFill>
                  <a:schemeClr val="accent3"/>
                </a:solidFill>
                <a:latin typeface="Spicy Rice" panose="020E0506000000020000" pitchFamily="34" charset="0"/>
              </a:rPr>
              <a:t>25,00</a:t>
            </a:r>
            <a:endParaRPr lang="en-ID" sz="3600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1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4D30D-EF10-F395-5647-076BD141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51AFA-6E05-23A0-D513-712DA3E31FD5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63E69-A97A-02E6-1536-80B3E28B10CA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FBC71-21FA-90FD-6C87-1DBB43973B88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1D450-5715-BCC3-8056-4C1A92E54F28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D8D0BE-FAB1-395A-CE33-7125DDAFDDB2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426B4F-6280-3D4D-93C1-DF13653A4B6D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D503F-7EF2-32E2-000A-068C9C2BDACA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3A9B041E-C3B3-E810-DE41-6E5B0ED28CC4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75A344-3A68-E7DB-7402-355AAF770664}"/>
              </a:ext>
            </a:extLst>
          </p:cNvPr>
          <p:cNvSpPr txBox="1"/>
          <p:nvPr/>
        </p:nvSpPr>
        <p:spPr>
          <a:xfrm>
            <a:off x="6128970" y="1646145"/>
            <a:ext cx="45413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A QUALITY SERVICE </a:t>
            </a:r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EVERY TIME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C556C0-F3AD-A81E-6D7A-013FBDE69DE1}"/>
              </a:ext>
            </a:extLst>
          </p:cNvPr>
          <p:cNvSpPr/>
          <p:nvPr/>
        </p:nvSpPr>
        <p:spPr>
          <a:xfrm>
            <a:off x="6128970" y="3035089"/>
            <a:ext cx="448385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5D67C8-30A6-DF76-93BD-41C5DE5028F5}"/>
              </a:ext>
            </a:extLst>
          </p:cNvPr>
          <p:cNvSpPr/>
          <p:nvPr/>
        </p:nvSpPr>
        <p:spPr>
          <a:xfrm>
            <a:off x="1724108" y="1632969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C75465-A6D6-F3C1-3112-72CF4FE0BAFD}"/>
              </a:ext>
            </a:extLst>
          </p:cNvPr>
          <p:cNvSpPr/>
          <p:nvPr/>
        </p:nvSpPr>
        <p:spPr>
          <a:xfrm>
            <a:off x="1663382" y="1566012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6C6DFF-17F2-2857-9F40-3202A5C1059D}"/>
              </a:ext>
            </a:extLst>
          </p:cNvPr>
          <p:cNvSpPr/>
          <p:nvPr/>
        </p:nvSpPr>
        <p:spPr>
          <a:xfrm>
            <a:off x="6262306" y="3952658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7C206A-BF08-B7CA-54C8-3852B2AE593D}"/>
              </a:ext>
            </a:extLst>
          </p:cNvPr>
          <p:cNvSpPr/>
          <p:nvPr/>
        </p:nvSpPr>
        <p:spPr>
          <a:xfrm>
            <a:off x="6201580" y="3885701"/>
            <a:ext cx="4187895" cy="2079457"/>
          </a:xfrm>
          <a:prstGeom prst="roundRect">
            <a:avLst>
              <a:gd name="adj" fmla="val 85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2C27F14-076B-42E0-1A9D-262FFAD010F8}"/>
              </a:ext>
            </a:extLst>
          </p:cNvPr>
          <p:cNvSpPr/>
          <p:nvPr/>
        </p:nvSpPr>
        <p:spPr>
          <a:xfrm>
            <a:off x="1641954" y="4100515"/>
            <a:ext cx="440695" cy="4406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206497-2731-AA47-7A1E-D4A71761EC50}"/>
              </a:ext>
            </a:extLst>
          </p:cNvPr>
          <p:cNvSpPr txBox="1"/>
          <p:nvPr/>
        </p:nvSpPr>
        <p:spPr>
          <a:xfrm>
            <a:off x="2153585" y="4092272"/>
            <a:ext cx="3371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FAST PREPARATION &amp; FRIENDLY STAFF 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B7D2E7-69F7-2CA6-CFE4-F86D44BEE922}"/>
              </a:ext>
            </a:extLst>
          </p:cNvPr>
          <p:cNvSpPr/>
          <p:nvPr/>
        </p:nvSpPr>
        <p:spPr>
          <a:xfrm>
            <a:off x="2153585" y="4304774"/>
            <a:ext cx="4018535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felis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5CDB3F-5C9D-8706-B686-1DAC27AA0A03}"/>
              </a:ext>
            </a:extLst>
          </p:cNvPr>
          <p:cNvSpPr/>
          <p:nvPr/>
        </p:nvSpPr>
        <p:spPr>
          <a:xfrm>
            <a:off x="1641954" y="5189396"/>
            <a:ext cx="440695" cy="44069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15CF6D-8E7B-A853-B0FE-B8E4B99F68C5}"/>
              </a:ext>
            </a:extLst>
          </p:cNvPr>
          <p:cNvSpPr txBox="1"/>
          <p:nvPr/>
        </p:nvSpPr>
        <p:spPr>
          <a:xfrm>
            <a:off x="2153584" y="5151295"/>
            <a:ext cx="2469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CLEAN &amp; SAFE ENVIRONMENT</a:t>
            </a:r>
            <a:endParaRPr lang="en-ID" sz="14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CE51CA-20E7-CC81-AB4E-DA2137FB20BC}"/>
              </a:ext>
            </a:extLst>
          </p:cNvPr>
          <p:cNvSpPr/>
          <p:nvPr/>
        </p:nvSpPr>
        <p:spPr>
          <a:xfrm>
            <a:off x="2153585" y="5393655"/>
            <a:ext cx="4018535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ad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felis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</a:endParaRPr>
          </a:p>
        </p:txBody>
      </p:sp>
      <p:sp>
        <p:nvSpPr>
          <p:cNvPr id="51" name="Graphic 5">
            <a:extLst>
              <a:ext uri="{FF2B5EF4-FFF2-40B4-BE49-F238E27FC236}">
                <a16:creationId xmlns:a16="http://schemas.microsoft.com/office/drawing/2014/main" id="{55FD7C89-B8CE-2632-4E2B-61EAF3F6D10B}"/>
              </a:ext>
            </a:extLst>
          </p:cNvPr>
          <p:cNvSpPr/>
          <p:nvPr/>
        </p:nvSpPr>
        <p:spPr>
          <a:xfrm>
            <a:off x="1731269" y="5286019"/>
            <a:ext cx="262063" cy="247448"/>
          </a:xfrm>
          <a:custGeom>
            <a:avLst/>
            <a:gdLst>
              <a:gd name="connsiteX0" fmla="*/ 33810 w 1167343"/>
              <a:gd name="connsiteY0" fmla="*/ 333252 h 1102243"/>
              <a:gd name="connsiteX1" fmla="*/ 54423 w 1167343"/>
              <a:gd name="connsiteY1" fmla="*/ 229373 h 1102243"/>
              <a:gd name="connsiteX2" fmla="*/ 104579 w 1167343"/>
              <a:gd name="connsiteY2" fmla="*/ 179416 h 1102243"/>
              <a:gd name="connsiteX3" fmla="*/ 171073 w 1167343"/>
              <a:gd name="connsiteY3" fmla="*/ 154674 h 1102243"/>
              <a:gd name="connsiteX4" fmla="*/ 286108 w 1167343"/>
              <a:gd name="connsiteY4" fmla="*/ 169972 h 1102243"/>
              <a:gd name="connsiteX5" fmla="*/ 342058 w 1167343"/>
              <a:gd name="connsiteY5" fmla="*/ 107550 h 1102243"/>
              <a:gd name="connsiteX6" fmla="*/ 446549 w 1167343"/>
              <a:gd name="connsiteY6" fmla="*/ 78558 h 1102243"/>
              <a:gd name="connsiteX7" fmla="*/ 613735 w 1167343"/>
              <a:gd name="connsiteY7" fmla="*/ 214074 h 1102243"/>
              <a:gd name="connsiteX8" fmla="*/ 688969 w 1167343"/>
              <a:gd name="connsiteY8" fmla="*/ 193770 h 1102243"/>
              <a:gd name="connsiteX9" fmla="*/ 739884 w 1167343"/>
              <a:gd name="connsiteY9" fmla="*/ 206236 h 1102243"/>
              <a:gd name="connsiteX10" fmla="*/ 777881 w 1167343"/>
              <a:gd name="connsiteY10" fmla="*/ 240894 h 1102243"/>
              <a:gd name="connsiteX11" fmla="*/ 806379 w 1167343"/>
              <a:gd name="connsiteY11" fmla="*/ 338918 h 1102243"/>
              <a:gd name="connsiteX12" fmla="*/ 814833 w 1167343"/>
              <a:gd name="connsiteY12" fmla="*/ 364227 h 1102243"/>
              <a:gd name="connsiteX13" fmla="*/ 814833 w 1167343"/>
              <a:gd name="connsiteY13" fmla="*/ 376220 h 1102243"/>
              <a:gd name="connsiteX14" fmla="*/ 814073 w 1167343"/>
              <a:gd name="connsiteY14" fmla="*/ 380281 h 1102243"/>
              <a:gd name="connsiteX15" fmla="*/ 746439 w 1167343"/>
              <a:gd name="connsiteY15" fmla="*/ 672277 h 1102243"/>
              <a:gd name="connsiteX16" fmla="*/ 703312 w 1167343"/>
              <a:gd name="connsiteY16" fmla="*/ 692770 h 1102243"/>
              <a:gd name="connsiteX17" fmla="*/ 773321 w 1167343"/>
              <a:gd name="connsiteY17" fmla="*/ 371687 h 1102243"/>
              <a:gd name="connsiteX18" fmla="*/ 773321 w 1167343"/>
              <a:gd name="connsiteY18" fmla="*/ 367155 h 1102243"/>
              <a:gd name="connsiteX19" fmla="*/ 772466 w 1167343"/>
              <a:gd name="connsiteY19" fmla="*/ 362999 h 1102243"/>
              <a:gd name="connsiteX20" fmla="*/ 770377 w 1167343"/>
              <a:gd name="connsiteY20" fmla="*/ 361016 h 1102243"/>
              <a:gd name="connsiteX21" fmla="*/ 763537 w 1167343"/>
              <a:gd name="connsiteY21" fmla="*/ 359505 h 1102243"/>
              <a:gd name="connsiteX22" fmla="*/ 755368 w 1167343"/>
              <a:gd name="connsiteY22" fmla="*/ 359505 h 1102243"/>
              <a:gd name="connsiteX23" fmla="*/ 66582 w 1167343"/>
              <a:gd name="connsiteY23" fmla="*/ 359505 h 1102243"/>
              <a:gd name="connsiteX24" fmla="*/ 64872 w 1167343"/>
              <a:gd name="connsiteY24" fmla="*/ 360261 h 1102243"/>
              <a:gd name="connsiteX25" fmla="*/ 63732 w 1167343"/>
              <a:gd name="connsiteY25" fmla="*/ 379148 h 1102243"/>
              <a:gd name="connsiteX26" fmla="*/ 169173 w 1167343"/>
              <a:gd name="connsiteY26" fmla="*/ 829418 h 1102243"/>
              <a:gd name="connsiteX27" fmla="*/ 201280 w 1167343"/>
              <a:gd name="connsiteY27" fmla="*/ 837162 h 1102243"/>
              <a:gd name="connsiteX28" fmla="*/ 338259 w 1167343"/>
              <a:gd name="connsiteY28" fmla="*/ 806943 h 1102243"/>
              <a:gd name="connsiteX29" fmla="*/ 540686 w 1167343"/>
              <a:gd name="connsiteY29" fmla="*/ 515797 h 1102243"/>
              <a:gd name="connsiteX30" fmla="*/ 512901 w 1167343"/>
              <a:gd name="connsiteY30" fmla="*/ 439155 h 1102243"/>
              <a:gd name="connsiteX31" fmla="*/ 565954 w 1167343"/>
              <a:gd name="connsiteY31" fmla="*/ 406062 h 1102243"/>
              <a:gd name="connsiteX32" fmla="*/ 565954 w 1167343"/>
              <a:gd name="connsiteY32" fmla="*/ 406062 h 1102243"/>
              <a:gd name="connsiteX33" fmla="*/ 624139 w 1167343"/>
              <a:gd name="connsiteY33" fmla="*/ 463618 h 1102243"/>
              <a:gd name="connsiteX34" fmla="*/ 581533 w 1167343"/>
              <a:gd name="connsiteY34" fmla="*/ 519385 h 1102243"/>
              <a:gd name="connsiteX35" fmla="*/ 407603 w 1167343"/>
              <a:gd name="connsiteY35" fmla="*/ 812137 h 1102243"/>
              <a:gd name="connsiteX36" fmla="*/ 329424 w 1167343"/>
              <a:gd name="connsiteY36" fmla="*/ 854822 h 1102243"/>
              <a:gd name="connsiteX37" fmla="*/ 198526 w 1167343"/>
              <a:gd name="connsiteY37" fmla="*/ 877297 h 1102243"/>
              <a:gd name="connsiteX38" fmla="*/ 180572 w 1167343"/>
              <a:gd name="connsiteY38" fmla="*/ 876542 h 1102243"/>
              <a:gd name="connsiteX39" fmla="*/ 304062 w 1167343"/>
              <a:gd name="connsiteY39" fmla="*/ 968239 h 1102243"/>
              <a:gd name="connsiteX40" fmla="*/ 318120 w 1167343"/>
              <a:gd name="connsiteY40" fmla="*/ 968239 h 1102243"/>
              <a:gd name="connsiteX41" fmla="*/ 326100 w 1167343"/>
              <a:gd name="connsiteY41" fmla="*/ 984482 h 1102243"/>
              <a:gd name="connsiteX42" fmla="*/ 343388 w 1167343"/>
              <a:gd name="connsiteY42" fmla="*/ 1008847 h 1102243"/>
              <a:gd name="connsiteX43" fmla="*/ 304631 w 1167343"/>
              <a:gd name="connsiteY43" fmla="*/ 1008847 h 1102243"/>
              <a:gd name="connsiteX44" fmla="*/ 135451 w 1167343"/>
              <a:gd name="connsiteY44" fmla="*/ 863887 h 1102243"/>
              <a:gd name="connsiteX45" fmla="*/ 135451 w 1167343"/>
              <a:gd name="connsiteY45" fmla="*/ 863887 h 1102243"/>
              <a:gd name="connsiteX46" fmla="*/ 133076 w 1167343"/>
              <a:gd name="connsiteY46" fmla="*/ 856521 h 1102243"/>
              <a:gd name="connsiteX47" fmla="*/ 87955 w 1167343"/>
              <a:gd name="connsiteY47" fmla="*/ 822147 h 1102243"/>
              <a:gd name="connsiteX48" fmla="*/ 23835 w 1167343"/>
              <a:gd name="connsiteY48" fmla="*/ 348267 h 1102243"/>
              <a:gd name="connsiteX49" fmla="*/ 31720 w 1167343"/>
              <a:gd name="connsiteY49" fmla="*/ 335991 h 1102243"/>
              <a:gd name="connsiteX50" fmla="*/ 33810 w 1167343"/>
              <a:gd name="connsiteY50" fmla="*/ 333252 h 1102243"/>
              <a:gd name="connsiteX51" fmla="*/ 851500 w 1167343"/>
              <a:gd name="connsiteY51" fmla="*/ 564903 h 1102243"/>
              <a:gd name="connsiteX52" fmla="*/ 882467 w 1167343"/>
              <a:gd name="connsiteY52" fmla="*/ 551682 h 1102243"/>
              <a:gd name="connsiteX53" fmla="*/ 998737 w 1167343"/>
              <a:gd name="connsiteY53" fmla="*/ 568303 h 1102243"/>
              <a:gd name="connsiteX54" fmla="*/ 1050413 w 1167343"/>
              <a:gd name="connsiteY54" fmla="*/ 610516 h 1102243"/>
              <a:gd name="connsiteX55" fmla="*/ 1046898 w 1167343"/>
              <a:gd name="connsiteY55" fmla="*/ 648290 h 1102243"/>
              <a:gd name="connsiteX56" fmla="*/ 1045948 w 1167343"/>
              <a:gd name="connsiteY56" fmla="*/ 656412 h 1102243"/>
              <a:gd name="connsiteX57" fmla="*/ 1008901 w 1167343"/>
              <a:gd name="connsiteY57" fmla="*/ 695603 h 1102243"/>
              <a:gd name="connsiteX58" fmla="*/ 1166493 w 1167343"/>
              <a:gd name="connsiteY58" fmla="*/ 1027450 h 1102243"/>
              <a:gd name="connsiteX59" fmla="*/ 1123461 w 1167343"/>
              <a:gd name="connsiteY59" fmla="*/ 1078824 h 1102243"/>
              <a:gd name="connsiteX60" fmla="*/ 1066466 w 1167343"/>
              <a:gd name="connsiteY60" fmla="*/ 1089306 h 1102243"/>
              <a:gd name="connsiteX61" fmla="*/ 1017355 w 1167343"/>
              <a:gd name="connsiteY61" fmla="*/ 881547 h 1102243"/>
              <a:gd name="connsiteX62" fmla="*/ 1024195 w 1167343"/>
              <a:gd name="connsiteY62" fmla="*/ 1091383 h 1102243"/>
              <a:gd name="connsiteX63" fmla="*/ 965585 w 1167343"/>
              <a:gd name="connsiteY63" fmla="*/ 1102244 h 1102243"/>
              <a:gd name="connsiteX64" fmla="*/ 938227 w 1167343"/>
              <a:gd name="connsiteY64" fmla="*/ 1046715 h 1102243"/>
              <a:gd name="connsiteX65" fmla="*/ 924643 w 1167343"/>
              <a:gd name="connsiteY65" fmla="*/ 1097616 h 1102243"/>
              <a:gd name="connsiteX66" fmla="*/ 826517 w 1167343"/>
              <a:gd name="connsiteY66" fmla="*/ 1093178 h 1102243"/>
              <a:gd name="connsiteX67" fmla="*/ 889116 w 1167343"/>
              <a:gd name="connsiteY67" fmla="*/ 917905 h 1102243"/>
              <a:gd name="connsiteX68" fmla="*/ 785290 w 1167343"/>
              <a:gd name="connsiteY68" fmla="*/ 1067113 h 1102243"/>
              <a:gd name="connsiteX69" fmla="*/ 737794 w 1167343"/>
              <a:gd name="connsiteY69" fmla="*/ 1077501 h 1102243"/>
              <a:gd name="connsiteX70" fmla="*/ 731715 w 1167343"/>
              <a:gd name="connsiteY70" fmla="*/ 1051532 h 1102243"/>
              <a:gd name="connsiteX71" fmla="*/ 749478 w 1167343"/>
              <a:gd name="connsiteY71" fmla="*/ 1002991 h 1102243"/>
              <a:gd name="connsiteX72" fmla="*/ 705782 w 1167343"/>
              <a:gd name="connsiteY72" fmla="*/ 1042466 h 1102243"/>
              <a:gd name="connsiteX73" fmla="*/ 610790 w 1167343"/>
              <a:gd name="connsiteY73" fmla="*/ 1024145 h 1102243"/>
              <a:gd name="connsiteX74" fmla="*/ 645557 w 1167343"/>
              <a:gd name="connsiteY74" fmla="*/ 963328 h 1102243"/>
              <a:gd name="connsiteX75" fmla="*/ 680989 w 1167343"/>
              <a:gd name="connsiteY75" fmla="*/ 926593 h 1102243"/>
              <a:gd name="connsiteX76" fmla="*/ 561489 w 1167343"/>
              <a:gd name="connsiteY76" fmla="*/ 989770 h 1102243"/>
              <a:gd name="connsiteX77" fmla="*/ 473052 w 1167343"/>
              <a:gd name="connsiteY77" fmla="*/ 983349 h 1102243"/>
              <a:gd name="connsiteX78" fmla="*/ 452914 w 1167343"/>
              <a:gd name="connsiteY78" fmla="*/ 900623 h 1102243"/>
              <a:gd name="connsiteX79" fmla="*/ 852640 w 1167343"/>
              <a:gd name="connsiteY79" fmla="*/ 670483 h 1102243"/>
              <a:gd name="connsiteX80" fmla="*/ 832501 w 1167343"/>
              <a:gd name="connsiteY80" fmla="*/ 643380 h 1102243"/>
              <a:gd name="connsiteX81" fmla="*/ 851500 w 1167343"/>
              <a:gd name="connsiteY81" fmla="*/ 564714 h 1102243"/>
              <a:gd name="connsiteX82" fmla="*/ 1009376 w 1167343"/>
              <a:gd name="connsiteY82" fmla="*/ 44562 h 1102243"/>
              <a:gd name="connsiteX83" fmla="*/ 923029 w 1167343"/>
              <a:gd name="connsiteY83" fmla="*/ 479533 h 1102243"/>
              <a:gd name="connsiteX84" fmla="*/ 1013746 w 1167343"/>
              <a:gd name="connsiteY84" fmla="*/ 487371 h 1102243"/>
              <a:gd name="connsiteX85" fmla="*/ 1098194 w 1167343"/>
              <a:gd name="connsiteY85" fmla="*/ 51739 h 1102243"/>
              <a:gd name="connsiteX86" fmla="*/ 1009376 w 1167343"/>
              <a:gd name="connsiteY86" fmla="*/ 44562 h 1102243"/>
              <a:gd name="connsiteX87" fmla="*/ 119017 w 1167343"/>
              <a:gd name="connsiteY87" fmla="*/ 794949 h 1102243"/>
              <a:gd name="connsiteX88" fmla="*/ 44734 w 1167343"/>
              <a:gd name="connsiteY88" fmla="*/ 477928 h 1102243"/>
              <a:gd name="connsiteX89" fmla="*/ 117212 w 1167343"/>
              <a:gd name="connsiteY89" fmla="*/ 793249 h 1102243"/>
              <a:gd name="connsiteX90" fmla="*/ 119017 w 1167343"/>
              <a:gd name="connsiteY90" fmla="*/ 794949 h 110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167343" h="1102243">
                <a:moveTo>
                  <a:pt x="33810" y="333252"/>
                </a:moveTo>
                <a:cubicBezTo>
                  <a:pt x="28536" y="297301"/>
                  <a:pt x="35811" y="260639"/>
                  <a:pt x="54423" y="229373"/>
                </a:cubicBezTo>
                <a:cubicBezTo>
                  <a:pt x="67010" y="209072"/>
                  <a:pt x="84183" y="191968"/>
                  <a:pt x="104579" y="179416"/>
                </a:cubicBezTo>
                <a:cubicBezTo>
                  <a:pt x="124877" y="166873"/>
                  <a:pt x="147479" y="158463"/>
                  <a:pt x="171073" y="154674"/>
                </a:cubicBezTo>
                <a:cubicBezTo>
                  <a:pt x="210096" y="148326"/>
                  <a:pt x="250136" y="153651"/>
                  <a:pt x="286108" y="169972"/>
                </a:cubicBezTo>
                <a:cubicBezTo>
                  <a:pt x="299061" y="144737"/>
                  <a:pt x="318329" y="123240"/>
                  <a:pt x="342058" y="107550"/>
                </a:cubicBezTo>
                <a:cubicBezTo>
                  <a:pt x="373224" y="87794"/>
                  <a:pt x="409597" y="77702"/>
                  <a:pt x="446549" y="78558"/>
                </a:cubicBezTo>
                <a:cubicBezTo>
                  <a:pt x="527267" y="79389"/>
                  <a:pt x="596664" y="135639"/>
                  <a:pt x="613735" y="214074"/>
                </a:cubicBezTo>
                <a:cubicBezTo>
                  <a:pt x="636792" y="201356"/>
                  <a:pt x="662608" y="194389"/>
                  <a:pt x="688969" y="193770"/>
                </a:cubicBezTo>
                <a:cubicBezTo>
                  <a:pt x="706726" y="193589"/>
                  <a:pt x="724242" y="197877"/>
                  <a:pt x="739884" y="206236"/>
                </a:cubicBezTo>
                <a:cubicBezTo>
                  <a:pt x="755161" y="214593"/>
                  <a:pt x="768193" y="226480"/>
                  <a:pt x="777881" y="240894"/>
                </a:cubicBezTo>
                <a:cubicBezTo>
                  <a:pt x="796589" y="270198"/>
                  <a:pt x="806477" y="304210"/>
                  <a:pt x="806379" y="338918"/>
                </a:cubicBezTo>
                <a:cubicBezTo>
                  <a:pt x="811456" y="346435"/>
                  <a:pt x="814378" y="355184"/>
                  <a:pt x="814833" y="364227"/>
                </a:cubicBezTo>
                <a:cubicBezTo>
                  <a:pt x="815165" y="368218"/>
                  <a:pt x="815165" y="372229"/>
                  <a:pt x="814833" y="376220"/>
                </a:cubicBezTo>
                <a:cubicBezTo>
                  <a:pt x="814689" y="377592"/>
                  <a:pt x="814435" y="378950"/>
                  <a:pt x="814073" y="380281"/>
                </a:cubicBezTo>
                <a:lnTo>
                  <a:pt x="746439" y="672277"/>
                </a:lnTo>
                <a:cubicBezTo>
                  <a:pt x="733235" y="679454"/>
                  <a:pt x="717941" y="686253"/>
                  <a:pt x="703312" y="692770"/>
                </a:cubicBezTo>
                <a:lnTo>
                  <a:pt x="773321" y="371687"/>
                </a:lnTo>
                <a:cubicBezTo>
                  <a:pt x="773512" y="370182"/>
                  <a:pt x="773512" y="368660"/>
                  <a:pt x="773321" y="367155"/>
                </a:cubicBezTo>
                <a:cubicBezTo>
                  <a:pt x="773322" y="365726"/>
                  <a:pt x="773031" y="364313"/>
                  <a:pt x="772466" y="362999"/>
                </a:cubicBezTo>
                <a:cubicBezTo>
                  <a:pt x="771702" y="362413"/>
                  <a:pt x="771001" y="361748"/>
                  <a:pt x="770377" y="361016"/>
                </a:cubicBezTo>
                <a:cubicBezTo>
                  <a:pt x="768188" y="360168"/>
                  <a:pt x="765881" y="359659"/>
                  <a:pt x="763537" y="359505"/>
                </a:cubicBezTo>
                <a:cubicBezTo>
                  <a:pt x="760817" y="359316"/>
                  <a:pt x="758088" y="359316"/>
                  <a:pt x="755368" y="359505"/>
                </a:cubicBezTo>
                <a:lnTo>
                  <a:pt x="66582" y="359505"/>
                </a:lnTo>
                <a:cubicBezTo>
                  <a:pt x="65943" y="359559"/>
                  <a:pt x="65340" y="359825"/>
                  <a:pt x="64872" y="360261"/>
                </a:cubicBezTo>
                <a:cubicBezTo>
                  <a:pt x="63069" y="366391"/>
                  <a:pt x="62679" y="372847"/>
                  <a:pt x="63732" y="379148"/>
                </a:cubicBezTo>
                <a:lnTo>
                  <a:pt x="169173" y="829418"/>
                </a:lnTo>
                <a:cubicBezTo>
                  <a:pt x="189311" y="838862"/>
                  <a:pt x="178672" y="835651"/>
                  <a:pt x="201280" y="837162"/>
                </a:cubicBezTo>
                <a:cubicBezTo>
                  <a:pt x="248827" y="839335"/>
                  <a:pt x="296100" y="828906"/>
                  <a:pt x="338259" y="806943"/>
                </a:cubicBezTo>
                <a:cubicBezTo>
                  <a:pt x="450316" y="749488"/>
                  <a:pt x="526222" y="640314"/>
                  <a:pt x="540686" y="515797"/>
                </a:cubicBezTo>
                <a:cubicBezTo>
                  <a:pt x="511725" y="502261"/>
                  <a:pt x="499285" y="467947"/>
                  <a:pt x="512901" y="439155"/>
                </a:cubicBezTo>
                <a:cubicBezTo>
                  <a:pt x="522549" y="418755"/>
                  <a:pt x="543280" y="405823"/>
                  <a:pt x="565954" y="406062"/>
                </a:cubicBezTo>
                <a:lnTo>
                  <a:pt x="565954" y="406062"/>
                </a:lnTo>
                <a:cubicBezTo>
                  <a:pt x="598009" y="405983"/>
                  <a:pt x="624059" y="431751"/>
                  <a:pt x="624139" y="463618"/>
                </a:cubicBezTo>
                <a:cubicBezTo>
                  <a:pt x="624204" y="489629"/>
                  <a:pt x="606755" y="512468"/>
                  <a:pt x="581533" y="519385"/>
                </a:cubicBezTo>
                <a:cubicBezTo>
                  <a:pt x="567856" y="637047"/>
                  <a:pt x="504651" y="743430"/>
                  <a:pt x="407603" y="812137"/>
                </a:cubicBezTo>
                <a:cubicBezTo>
                  <a:pt x="378451" y="819861"/>
                  <a:pt x="351622" y="834509"/>
                  <a:pt x="329424" y="854822"/>
                </a:cubicBezTo>
                <a:cubicBezTo>
                  <a:pt x="288066" y="872070"/>
                  <a:pt x="243307" y="879755"/>
                  <a:pt x="198526" y="877297"/>
                </a:cubicBezTo>
                <a:cubicBezTo>
                  <a:pt x="181427" y="876164"/>
                  <a:pt x="196721" y="881169"/>
                  <a:pt x="180572" y="876542"/>
                </a:cubicBezTo>
                <a:cubicBezTo>
                  <a:pt x="205650" y="970033"/>
                  <a:pt x="226643" y="969656"/>
                  <a:pt x="304062" y="968239"/>
                </a:cubicBezTo>
                <a:lnTo>
                  <a:pt x="318120" y="968239"/>
                </a:lnTo>
                <a:cubicBezTo>
                  <a:pt x="320495" y="973622"/>
                  <a:pt x="323155" y="979005"/>
                  <a:pt x="326100" y="984482"/>
                </a:cubicBezTo>
                <a:cubicBezTo>
                  <a:pt x="330889" y="993245"/>
                  <a:pt x="336691" y="1001421"/>
                  <a:pt x="343388" y="1008847"/>
                </a:cubicBezTo>
                <a:lnTo>
                  <a:pt x="304631" y="1008847"/>
                </a:lnTo>
                <a:cubicBezTo>
                  <a:pt x="195011" y="1010924"/>
                  <a:pt x="170883" y="1011396"/>
                  <a:pt x="135451" y="863887"/>
                </a:cubicBezTo>
                <a:lnTo>
                  <a:pt x="135451" y="863887"/>
                </a:lnTo>
                <a:lnTo>
                  <a:pt x="133076" y="856521"/>
                </a:lnTo>
                <a:cubicBezTo>
                  <a:pt x="116590" y="847072"/>
                  <a:pt x="101420" y="835515"/>
                  <a:pt x="87955" y="822147"/>
                </a:cubicBezTo>
                <a:cubicBezTo>
                  <a:pt x="10727" y="745182"/>
                  <a:pt x="-28410" y="594178"/>
                  <a:pt x="23835" y="348267"/>
                </a:cubicBezTo>
                <a:cubicBezTo>
                  <a:pt x="24871" y="343357"/>
                  <a:pt x="27675" y="338991"/>
                  <a:pt x="31720" y="335991"/>
                </a:cubicBezTo>
                <a:cubicBezTo>
                  <a:pt x="32363" y="335039"/>
                  <a:pt x="33061" y="334124"/>
                  <a:pt x="33810" y="333252"/>
                </a:cubicBezTo>
                <a:close/>
                <a:moveTo>
                  <a:pt x="851500" y="564903"/>
                </a:moveTo>
                <a:cubicBezTo>
                  <a:pt x="859777" y="556774"/>
                  <a:pt x="870837" y="552052"/>
                  <a:pt x="882467" y="551682"/>
                </a:cubicBezTo>
                <a:lnTo>
                  <a:pt x="998737" y="568303"/>
                </a:lnTo>
                <a:cubicBezTo>
                  <a:pt x="1024005" y="571892"/>
                  <a:pt x="1048703" y="579541"/>
                  <a:pt x="1050413" y="610516"/>
                </a:cubicBezTo>
                <a:cubicBezTo>
                  <a:pt x="1050124" y="623173"/>
                  <a:pt x="1048949" y="635795"/>
                  <a:pt x="1046898" y="648290"/>
                </a:cubicBezTo>
                <a:lnTo>
                  <a:pt x="1045948" y="656412"/>
                </a:lnTo>
                <a:cubicBezTo>
                  <a:pt x="1042623" y="686915"/>
                  <a:pt x="1034074" y="683420"/>
                  <a:pt x="1008901" y="695603"/>
                </a:cubicBezTo>
                <a:cubicBezTo>
                  <a:pt x="1071691" y="797877"/>
                  <a:pt x="1144075" y="906006"/>
                  <a:pt x="1166493" y="1027450"/>
                </a:cubicBezTo>
                <a:cubicBezTo>
                  <a:pt x="1171337" y="1052381"/>
                  <a:pt x="1155284" y="1068719"/>
                  <a:pt x="1123461" y="1078824"/>
                </a:cubicBezTo>
                <a:lnTo>
                  <a:pt x="1066466" y="1089306"/>
                </a:lnTo>
                <a:cubicBezTo>
                  <a:pt x="1072071" y="1023201"/>
                  <a:pt x="1054592" y="954074"/>
                  <a:pt x="1017355" y="881547"/>
                </a:cubicBezTo>
                <a:cubicBezTo>
                  <a:pt x="1027520" y="963801"/>
                  <a:pt x="1037779" y="1043977"/>
                  <a:pt x="1024195" y="1091383"/>
                </a:cubicBezTo>
                <a:lnTo>
                  <a:pt x="965585" y="1102244"/>
                </a:lnTo>
                <a:cubicBezTo>
                  <a:pt x="957131" y="1075707"/>
                  <a:pt x="950196" y="1055026"/>
                  <a:pt x="938227" y="1046715"/>
                </a:cubicBezTo>
                <a:lnTo>
                  <a:pt x="924643" y="1097616"/>
                </a:lnTo>
                <a:lnTo>
                  <a:pt x="826517" y="1093178"/>
                </a:lnTo>
                <a:cubicBezTo>
                  <a:pt x="861662" y="1040809"/>
                  <a:pt x="883172" y="980581"/>
                  <a:pt x="889116" y="917905"/>
                </a:cubicBezTo>
                <a:cubicBezTo>
                  <a:pt x="858244" y="986182"/>
                  <a:pt x="823857" y="1036800"/>
                  <a:pt x="785290" y="1067113"/>
                </a:cubicBezTo>
                <a:cubicBezTo>
                  <a:pt x="767242" y="1086001"/>
                  <a:pt x="751473" y="1089306"/>
                  <a:pt x="737794" y="1077501"/>
                </a:cubicBezTo>
                <a:cubicBezTo>
                  <a:pt x="728295" y="1069002"/>
                  <a:pt x="729625" y="1063808"/>
                  <a:pt x="731715" y="1051532"/>
                </a:cubicBezTo>
                <a:cubicBezTo>
                  <a:pt x="734899" y="1034487"/>
                  <a:pt x="740901" y="1018085"/>
                  <a:pt x="749478" y="1002991"/>
                </a:cubicBezTo>
                <a:cubicBezTo>
                  <a:pt x="729530" y="1025184"/>
                  <a:pt x="716991" y="1030567"/>
                  <a:pt x="705782" y="1042466"/>
                </a:cubicBezTo>
                <a:cubicBezTo>
                  <a:pt x="674150" y="1076179"/>
                  <a:pt x="619340" y="1070796"/>
                  <a:pt x="610790" y="1024145"/>
                </a:cubicBezTo>
                <a:cubicBezTo>
                  <a:pt x="605091" y="994209"/>
                  <a:pt x="625229" y="984576"/>
                  <a:pt x="645557" y="963328"/>
                </a:cubicBezTo>
                <a:lnTo>
                  <a:pt x="680989" y="926593"/>
                </a:lnTo>
                <a:cubicBezTo>
                  <a:pt x="643344" y="951510"/>
                  <a:pt x="603317" y="972671"/>
                  <a:pt x="561489" y="989770"/>
                </a:cubicBezTo>
                <a:cubicBezTo>
                  <a:pt x="515418" y="1006958"/>
                  <a:pt x="515323" y="1005069"/>
                  <a:pt x="473052" y="983349"/>
                </a:cubicBezTo>
                <a:cubicBezTo>
                  <a:pt x="416057" y="954168"/>
                  <a:pt x="373786" y="920738"/>
                  <a:pt x="452914" y="900623"/>
                </a:cubicBezTo>
                <a:cubicBezTo>
                  <a:pt x="598536" y="853027"/>
                  <a:pt x="741024" y="796932"/>
                  <a:pt x="852640" y="670483"/>
                </a:cubicBezTo>
                <a:cubicBezTo>
                  <a:pt x="842182" y="664904"/>
                  <a:pt x="834791" y="654957"/>
                  <a:pt x="832501" y="643380"/>
                </a:cubicBezTo>
                <a:cubicBezTo>
                  <a:pt x="829367" y="627137"/>
                  <a:pt x="840006" y="576708"/>
                  <a:pt x="851500" y="564714"/>
                </a:cubicBezTo>
                <a:close/>
                <a:moveTo>
                  <a:pt x="1009376" y="44562"/>
                </a:moveTo>
                <a:lnTo>
                  <a:pt x="923029" y="479533"/>
                </a:lnTo>
                <a:cubicBezTo>
                  <a:pt x="915049" y="552343"/>
                  <a:pt x="1000162" y="558954"/>
                  <a:pt x="1013746" y="487371"/>
                </a:cubicBezTo>
                <a:lnTo>
                  <a:pt x="1098194" y="51739"/>
                </a:lnTo>
                <a:cubicBezTo>
                  <a:pt x="1096199" y="-8984"/>
                  <a:pt x="1027045" y="-22299"/>
                  <a:pt x="1009376" y="44562"/>
                </a:cubicBezTo>
                <a:close/>
                <a:moveTo>
                  <a:pt x="119017" y="794949"/>
                </a:moveTo>
                <a:lnTo>
                  <a:pt x="44734" y="477928"/>
                </a:lnTo>
                <a:cubicBezTo>
                  <a:pt x="29155" y="636864"/>
                  <a:pt x="61642" y="738099"/>
                  <a:pt x="117212" y="793249"/>
                </a:cubicBezTo>
                <a:lnTo>
                  <a:pt x="119017" y="794949"/>
                </a:lnTo>
                <a:close/>
              </a:path>
            </a:pathLst>
          </a:custGeom>
          <a:solidFill>
            <a:schemeClr val="accent3"/>
          </a:solidFill>
          <a:ln w="94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2" name="Group 966">
            <a:extLst>
              <a:ext uri="{FF2B5EF4-FFF2-40B4-BE49-F238E27FC236}">
                <a16:creationId xmlns:a16="http://schemas.microsoft.com/office/drawing/2014/main" id="{01E5C257-FE80-6DDB-0303-4D4EE35B434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34900" y="4172227"/>
            <a:ext cx="254802" cy="297270"/>
            <a:chOff x="-2678" y="-1518"/>
            <a:chExt cx="1920" cy="2240"/>
          </a:xfrm>
          <a:solidFill>
            <a:schemeClr val="accent3"/>
          </a:solidFill>
        </p:grpSpPr>
        <p:sp>
          <p:nvSpPr>
            <p:cNvPr id="53" name="Freeform 968">
              <a:extLst>
                <a:ext uri="{FF2B5EF4-FFF2-40B4-BE49-F238E27FC236}">
                  <a16:creationId xmlns:a16="http://schemas.microsoft.com/office/drawing/2014/main" id="{87A8FF8A-901A-ECA2-F77B-F93D795CED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235" y="-1518"/>
              <a:ext cx="1034" cy="1263"/>
            </a:xfrm>
            <a:custGeom>
              <a:avLst/>
              <a:gdLst>
                <a:gd name="T0" fmla="*/ 530 w 2068"/>
                <a:gd name="T1" fmla="*/ 773 h 2527"/>
                <a:gd name="T2" fmla="*/ 339 w 2068"/>
                <a:gd name="T3" fmla="*/ 850 h 2527"/>
                <a:gd name="T4" fmla="*/ 214 w 2068"/>
                <a:gd name="T5" fmla="*/ 961 h 2527"/>
                <a:gd name="T6" fmla="*/ 151 w 2068"/>
                <a:gd name="T7" fmla="*/ 1158 h 2527"/>
                <a:gd name="T8" fmla="*/ 172 w 2068"/>
                <a:gd name="T9" fmla="*/ 1506 h 2527"/>
                <a:gd name="T10" fmla="*/ 253 w 2068"/>
                <a:gd name="T11" fmla="*/ 1770 h 2527"/>
                <a:gd name="T12" fmla="*/ 373 w 2068"/>
                <a:gd name="T13" fmla="*/ 1972 h 2527"/>
                <a:gd name="T14" fmla="*/ 504 w 2068"/>
                <a:gd name="T15" fmla="*/ 2119 h 2527"/>
                <a:gd name="T16" fmla="*/ 727 w 2068"/>
                <a:gd name="T17" fmla="*/ 2280 h 2527"/>
                <a:gd name="T18" fmla="*/ 926 w 2068"/>
                <a:gd name="T19" fmla="*/ 2359 h 2527"/>
                <a:gd name="T20" fmla="*/ 1065 w 2068"/>
                <a:gd name="T21" fmla="*/ 2374 h 2527"/>
                <a:gd name="T22" fmla="*/ 1236 w 2068"/>
                <a:gd name="T23" fmla="*/ 2329 h 2527"/>
                <a:gd name="T24" fmla="*/ 1452 w 2068"/>
                <a:gd name="T25" fmla="*/ 2211 h 2527"/>
                <a:gd name="T26" fmla="*/ 1629 w 2068"/>
                <a:gd name="T27" fmla="*/ 2052 h 2527"/>
                <a:gd name="T28" fmla="*/ 1759 w 2068"/>
                <a:gd name="T29" fmla="*/ 1879 h 2527"/>
                <a:gd name="T30" fmla="*/ 1862 w 2068"/>
                <a:gd name="T31" fmla="*/ 1646 h 2527"/>
                <a:gd name="T32" fmla="*/ 1915 w 2068"/>
                <a:gd name="T33" fmla="*/ 1349 h 2527"/>
                <a:gd name="T34" fmla="*/ 1813 w 2068"/>
                <a:gd name="T35" fmla="*/ 1046 h 2527"/>
                <a:gd name="T36" fmla="*/ 1469 w 2068"/>
                <a:gd name="T37" fmla="*/ 1083 h 2527"/>
                <a:gd name="T38" fmla="*/ 1202 w 2068"/>
                <a:gd name="T39" fmla="*/ 1062 h 2527"/>
                <a:gd name="T40" fmla="*/ 1005 w 2068"/>
                <a:gd name="T41" fmla="*/ 1002 h 2527"/>
                <a:gd name="T42" fmla="*/ 867 w 2068"/>
                <a:gd name="T43" fmla="*/ 923 h 2527"/>
                <a:gd name="T44" fmla="*/ 780 w 2068"/>
                <a:gd name="T45" fmla="*/ 843 h 2527"/>
                <a:gd name="T46" fmla="*/ 735 w 2068"/>
                <a:gd name="T47" fmla="*/ 781 h 2527"/>
                <a:gd name="T48" fmla="*/ 723 w 2068"/>
                <a:gd name="T49" fmla="*/ 757 h 2527"/>
                <a:gd name="T50" fmla="*/ 1308 w 2068"/>
                <a:gd name="T51" fmla="*/ 19 h 2527"/>
                <a:gd name="T52" fmla="*/ 1593 w 2068"/>
                <a:gd name="T53" fmla="*/ 100 h 2527"/>
                <a:gd name="T54" fmla="*/ 1795 w 2068"/>
                <a:gd name="T55" fmla="*/ 236 h 2527"/>
                <a:gd name="T56" fmla="*/ 1932 w 2068"/>
                <a:gd name="T57" fmla="*/ 420 h 2527"/>
                <a:gd name="T58" fmla="*/ 2013 w 2068"/>
                <a:gd name="T59" fmla="*/ 646 h 2527"/>
                <a:gd name="T60" fmla="*/ 2054 w 2068"/>
                <a:gd name="T61" fmla="*/ 904 h 2527"/>
                <a:gd name="T62" fmla="*/ 2068 w 2068"/>
                <a:gd name="T63" fmla="*/ 1189 h 2527"/>
                <a:gd name="T64" fmla="*/ 2043 w 2068"/>
                <a:gd name="T65" fmla="*/ 1541 h 2527"/>
                <a:gd name="T66" fmla="*/ 1941 w 2068"/>
                <a:gd name="T67" fmla="*/ 1855 h 2527"/>
                <a:gd name="T68" fmla="*/ 1785 w 2068"/>
                <a:gd name="T69" fmla="*/ 2104 h 2527"/>
                <a:gd name="T70" fmla="*/ 1593 w 2068"/>
                <a:gd name="T71" fmla="*/ 2294 h 2527"/>
                <a:gd name="T72" fmla="*/ 1388 w 2068"/>
                <a:gd name="T73" fmla="*/ 2425 h 2527"/>
                <a:gd name="T74" fmla="*/ 1195 w 2068"/>
                <a:gd name="T75" fmla="*/ 2502 h 2527"/>
                <a:gd name="T76" fmla="*/ 1035 w 2068"/>
                <a:gd name="T77" fmla="*/ 2527 h 2527"/>
                <a:gd name="T78" fmla="*/ 874 w 2068"/>
                <a:gd name="T79" fmla="*/ 2502 h 2527"/>
                <a:gd name="T80" fmla="*/ 679 w 2068"/>
                <a:gd name="T81" fmla="*/ 2425 h 2527"/>
                <a:gd name="T82" fmla="*/ 476 w 2068"/>
                <a:gd name="T83" fmla="*/ 2294 h 2527"/>
                <a:gd name="T84" fmla="*/ 285 w 2068"/>
                <a:gd name="T85" fmla="*/ 2104 h 2527"/>
                <a:gd name="T86" fmla="*/ 127 w 2068"/>
                <a:gd name="T87" fmla="*/ 1855 h 2527"/>
                <a:gd name="T88" fmla="*/ 26 w 2068"/>
                <a:gd name="T89" fmla="*/ 1541 h 2527"/>
                <a:gd name="T90" fmla="*/ 0 w 2068"/>
                <a:gd name="T91" fmla="*/ 1189 h 2527"/>
                <a:gd name="T92" fmla="*/ 14 w 2068"/>
                <a:gd name="T93" fmla="*/ 904 h 2527"/>
                <a:gd name="T94" fmla="*/ 55 w 2068"/>
                <a:gd name="T95" fmla="*/ 646 h 2527"/>
                <a:gd name="T96" fmla="*/ 136 w 2068"/>
                <a:gd name="T97" fmla="*/ 420 h 2527"/>
                <a:gd name="T98" fmla="*/ 272 w 2068"/>
                <a:gd name="T99" fmla="*/ 236 h 2527"/>
                <a:gd name="T100" fmla="*/ 476 w 2068"/>
                <a:gd name="T101" fmla="*/ 100 h 2527"/>
                <a:gd name="T102" fmla="*/ 760 w 2068"/>
                <a:gd name="T103" fmla="*/ 19 h 2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68" h="2527">
                  <a:moveTo>
                    <a:pt x="723" y="757"/>
                  </a:moveTo>
                  <a:lnTo>
                    <a:pt x="652" y="757"/>
                  </a:lnTo>
                  <a:lnTo>
                    <a:pt x="588" y="764"/>
                  </a:lnTo>
                  <a:lnTo>
                    <a:pt x="530" y="773"/>
                  </a:lnTo>
                  <a:lnTo>
                    <a:pt x="475" y="787"/>
                  </a:lnTo>
                  <a:lnTo>
                    <a:pt x="425" y="805"/>
                  </a:lnTo>
                  <a:lnTo>
                    <a:pt x="380" y="826"/>
                  </a:lnTo>
                  <a:lnTo>
                    <a:pt x="339" y="850"/>
                  </a:lnTo>
                  <a:lnTo>
                    <a:pt x="302" y="874"/>
                  </a:lnTo>
                  <a:lnTo>
                    <a:pt x="270" y="903"/>
                  </a:lnTo>
                  <a:lnTo>
                    <a:pt x="240" y="931"/>
                  </a:lnTo>
                  <a:lnTo>
                    <a:pt x="214" y="961"/>
                  </a:lnTo>
                  <a:lnTo>
                    <a:pt x="192" y="991"/>
                  </a:lnTo>
                  <a:lnTo>
                    <a:pt x="172" y="1023"/>
                  </a:lnTo>
                  <a:lnTo>
                    <a:pt x="155" y="1053"/>
                  </a:lnTo>
                  <a:lnTo>
                    <a:pt x="151" y="1158"/>
                  </a:lnTo>
                  <a:lnTo>
                    <a:pt x="151" y="1264"/>
                  </a:lnTo>
                  <a:lnTo>
                    <a:pt x="153" y="1349"/>
                  </a:lnTo>
                  <a:lnTo>
                    <a:pt x="161" y="1429"/>
                  </a:lnTo>
                  <a:lnTo>
                    <a:pt x="172" y="1506"/>
                  </a:lnTo>
                  <a:lnTo>
                    <a:pt x="188" y="1578"/>
                  </a:lnTo>
                  <a:lnTo>
                    <a:pt x="207" y="1646"/>
                  </a:lnTo>
                  <a:lnTo>
                    <a:pt x="229" y="1710"/>
                  </a:lnTo>
                  <a:lnTo>
                    <a:pt x="253" y="1770"/>
                  </a:lnTo>
                  <a:lnTo>
                    <a:pt x="280" y="1826"/>
                  </a:lnTo>
                  <a:lnTo>
                    <a:pt x="310" y="1879"/>
                  </a:lnTo>
                  <a:lnTo>
                    <a:pt x="340" y="1927"/>
                  </a:lnTo>
                  <a:lnTo>
                    <a:pt x="373" y="1972"/>
                  </a:lnTo>
                  <a:lnTo>
                    <a:pt x="406" y="2014"/>
                  </a:lnTo>
                  <a:lnTo>
                    <a:pt x="438" y="2052"/>
                  </a:lnTo>
                  <a:lnTo>
                    <a:pt x="471" y="2088"/>
                  </a:lnTo>
                  <a:lnTo>
                    <a:pt x="504" y="2119"/>
                  </a:lnTo>
                  <a:lnTo>
                    <a:pt x="560" y="2167"/>
                  </a:lnTo>
                  <a:lnTo>
                    <a:pt x="615" y="2211"/>
                  </a:lnTo>
                  <a:lnTo>
                    <a:pt x="672" y="2247"/>
                  </a:lnTo>
                  <a:lnTo>
                    <a:pt x="727" y="2280"/>
                  </a:lnTo>
                  <a:lnTo>
                    <a:pt x="781" y="2306"/>
                  </a:lnTo>
                  <a:lnTo>
                    <a:pt x="832" y="2329"/>
                  </a:lnTo>
                  <a:lnTo>
                    <a:pt x="881" y="2347"/>
                  </a:lnTo>
                  <a:lnTo>
                    <a:pt x="926" y="2359"/>
                  </a:lnTo>
                  <a:lnTo>
                    <a:pt x="966" y="2369"/>
                  </a:lnTo>
                  <a:lnTo>
                    <a:pt x="1003" y="2374"/>
                  </a:lnTo>
                  <a:lnTo>
                    <a:pt x="1035" y="2376"/>
                  </a:lnTo>
                  <a:lnTo>
                    <a:pt x="1065" y="2374"/>
                  </a:lnTo>
                  <a:lnTo>
                    <a:pt x="1101" y="2369"/>
                  </a:lnTo>
                  <a:lnTo>
                    <a:pt x="1142" y="2359"/>
                  </a:lnTo>
                  <a:lnTo>
                    <a:pt x="1187" y="2347"/>
                  </a:lnTo>
                  <a:lnTo>
                    <a:pt x="1236" y="2329"/>
                  </a:lnTo>
                  <a:lnTo>
                    <a:pt x="1288" y="2306"/>
                  </a:lnTo>
                  <a:lnTo>
                    <a:pt x="1341" y="2280"/>
                  </a:lnTo>
                  <a:lnTo>
                    <a:pt x="1397" y="2247"/>
                  </a:lnTo>
                  <a:lnTo>
                    <a:pt x="1452" y="2211"/>
                  </a:lnTo>
                  <a:lnTo>
                    <a:pt x="1508" y="2167"/>
                  </a:lnTo>
                  <a:lnTo>
                    <a:pt x="1564" y="2119"/>
                  </a:lnTo>
                  <a:lnTo>
                    <a:pt x="1597" y="2088"/>
                  </a:lnTo>
                  <a:lnTo>
                    <a:pt x="1629" y="2052"/>
                  </a:lnTo>
                  <a:lnTo>
                    <a:pt x="1663" y="2014"/>
                  </a:lnTo>
                  <a:lnTo>
                    <a:pt x="1696" y="1972"/>
                  </a:lnTo>
                  <a:lnTo>
                    <a:pt x="1727" y="1927"/>
                  </a:lnTo>
                  <a:lnTo>
                    <a:pt x="1759" y="1879"/>
                  </a:lnTo>
                  <a:lnTo>
                    <a:pt x="1787" y="1826"/>
                  </a:lnTo>
                  <a:lnTo>
                    <a:pt x="1814" y="1770"/>
                  </a:lnTo>
                  <a:lnTo>
                    <a:pt x="1839" y="1710"/>
                  </a:lnTo>
                  <a:lnTo>
                    <a:pt x="1862" y="1646"/>
                  </a:lnTo>
                  <a:lnTo>
                    <a:pt x="1881" y="1578"/>
                  </a:lnTo>
                  <a:lnTo>
                    <a:pt x="1896" y="1506"/>
                  </a:lnTo>
                  <a:lnTo>
                    <a:pt x="1908" y="1429"/>
                  </a:lnTo>
                  <a:lnTo>
                    <a:pt x="1915" y="1349"/>
                  </a:lnTo>
                  <a:lnTo>
                    <a:pt x="1918" y="1264"/>
                  </a:lnTo>
                  <a:lnTo>
                    <a:pt x="1917" y="1144"/>
                  </a:lnTo>
                  <a:lnTo>
                    <a:pt x="1912" y="1026"/>
                  </a:lnTo>
                  <a:lnTo>
                    <a:pt x="1813" y="1046"/>
                  </a:lnTo>
                  <a:lnTo>
                    <a:pt x="1719" y="1062"/>
                  </a:lnTo>
                  <a:lnTo>
                    <a:pt x="1631" y="1073"/>
                  </a:lnTo>
                  <a:lnTo>
                    <a:pt x="1546" y="1080"/>
                  </a:lnTo>
                  <a:lnTo>
                    <a:pt x="1469" y="1083"/>
                  </a:lnTo>
                  <a:lnTo>
                    <a:pt x="1394" y="1081"/>
                  </a:lnTo>
                  <a:lnTo>
                    <a:pt x="1326" y="1079"/>
                  </a:lnTo>
                  <a:lnTo>
                    <a:pt x="1262" y="1072"/>
                  </a:lnTo>
                  <a:lnTo>
                    <a:pt x="1202" y="1062"/>
                  </a:lnTo>
                  <a:lnTo>
                    <a:pt x="1146" y="1050"/>
                  </a:lnTo>
                  <a:lnTo>
                    <a:pt x="1094" y="1035"/>
                  </a:lnTo>
                  <a:lnTo>
                    <a:pt x="1048" y="1020"/>
                  </a:lnTo>
                  <a:lnTo>
                    <a:pt x="1005" y="1002"/>
                  </a:lnTo>
                  <a:lnTo>
                    <a:pt x="965" y="983"/>
                  </a:lnTo>
                  <a:lnTo>
                    <a:pt x="928" y="964"/>
                  </a:lnTo>
                  <a:lnTo>
                    <a:pt x="897" y="944"/>
                  </a:lnTo>
                  <a:lnTo>
                    <a:pt x="867" y="923"/>
                  </a:lnTo>
                  <a:lnTo>
                    <a:pt x="841" y="903"/>
                  </a:lnTo>
                  <a:lnTo>
                    <a:pt x="818" y="882"/>
                  </a:lnTo>
                  <a:lnTo>
                    <a:pt x="798" y="862"/>
                  </a:lnTo>
                  <a:lnTo>
                    <a:pt x="780" y="843"/>
                  </a:lnTo>
                  <a:lnTo>
                    <a:pt x="766" y="825"/>
                  </a:lnTo>
                  <a:lnTo>
                    <a:pt x="753" y="809"/>
                  </a:lnTo>
                  <a:lnTo>
                    <a:pt x="743" y="794"/>
                  </a:lnTo>
                  <a:lnTo>
                    <a:pt x="735" y="781"/>
                  </a:lnTo>
                  <a:lnTo>
                    <a:pt x="730" y="771"/>
                  </a:lnTo>
                  <a:lnTo>
                    <a:pt x="726" y="764"/>
                  </a:lnTo>
                  <a:lnTo>
                    <a:pt x="723" y="758"/>
                  </a:lnTo>
                  <a:lnTo>
                    <a:pt x="723" y="757"/>
                  </a:lnTo>
                  <a:close/>
                  <a:moveTo>
                    <a:pt x="1035" y="0"/>
                  </a:moveTo>
                  <a:lnTo>
                    <a:pt x="1131" y="3"/>
                  </a:lnTo>
                  <a:lnTo>
                    <a:pt x="1222" y="8"/>
                  </a:lnTo>
                  <a:lnTo>
                    <a:pt x="1308" y="19"/>
                  </a:lnTo>
                  <a:lnTo>
                    <a:pt x="1387" y="34"/>
                  </a:lnTo>
                  <a:lnTo>
                    <a:pt x="1461" y="52"/>
                  </a:lnTo>
                  <a:lnTo>
                    <a:pt x="1529" y="74"/>
                  </a:lnTo>
                  <a:lnTo>
                    <a:pt x="1593" y="100"/>
                  </a:lnTo>
                  <a:lnTo>
                    <a:pt x="1650" y="128"/>
                  </a:lnTo>
                  <a:lnTo>
                    <a:pt x="1703" y="161"/>
                  </a:lnTo>
                  <a:lnTo>
                    <a:pt x="1752" y="196"/>
                  </a:lnTo>
                  <a:lnTo>
                    <a:pt x="1795" y="236"/>
                  </a:lnTo>
                  <a:lnTo>
                    <a:pt x="1836" y="278"/>
                  </a:lnTo>
                  <a:lnTo>
                    <a:pt x="1872" y="323"/>
                  </a:lnTo>
                  <a:lnTo>
                    <a:pt x="1903" y="370"/>
                  </a:lnTo>
                  <a:lnTo>
                    <a:pt x="1932" y="420"/>
                  </a:lnTo>
                  <a:lnTo>
                    <a:pt x="1957" y="473"/>
                  </a:lnTo>
                  <a:lnTo>
                    <a:pt x="1979" y="529"/>
                  </a:lnTo>
                  <a:lnTo>
                    <a:pt x="1998" y="586"/>
                  </a:lnTo>
                  <a:lnTo>
                    <a:pt x="2013" y="646"/>
                  </a:lnTo>
                  <a:lnTo>
                    <a:pt x="2027" y="708"/>
                  </a:lnTo>
                  <a:lnTo>
                    <a:pt x="2039" y="772"/>
                  </a:lnTo>
                  <a:lnTo>
                    <a:pt x="2047" y="837"/>
                  </a:lnTo>
                  <a:lnTo>
                    <a:pt x="2054" y="904"/>
                  </a:lnTo>
                  <a:lnTo>
                    <a:pt x="2059" y="974"/>
                  </a:lnTo>
                  <a:lnTo>
                    <a:pt x="2064" y="1045"/>
                  </a:lnTo>
                  <a:lnTo>
                    <a:pt x="2066" y="1116"/>
                  </a:lnTo>
                  <a:lnTo>
                    <a:pt x="2068" y="1189"/>
                  </a:lnTo>
                  <a:lnTo>
                    <a:pt x="2068" y="1263"/>
                  </a:lnTo>
                  <a:lnTo>
                    <a:pt x="2065" y="1361"/>
                  </a:lnTo>
                  <a:lnTo>
                    <a:pt x="2057" y="1452"/>
                  </a:lnTo>
                  <a:lnTo>
                    <a:pt x="2043" y="1541"/>
                  </a:lnTo>
                  <a:lnTo>
                    <a:pt x="2024" y="1626"/>
                  </a:lnTo>
                  <a:lnTo>
                    <a:pt x="2001" y="1706"/>
                  </a:lnTo>
                  <a:lnTo>
                    <a:pt x="1972" y="1782"/>
                  </a:lnTo>
                  <a:lnTo>
                    <a:pt x="1941" y="1855"/>
                  </a:lnTo>
                  <a:lnTo>
                    <a:pt x="1907" y="1923"/>
                  </a:lnTo>
                  <a:lnTo>
                    <a:pt x="1869" y="1987"/>
                  </a:lnTo>
                  <a:lnTo>
                    <a:pt x="1828" y="2047"/>
                  </a:lnTo>
                  <a:lnTo>
                    <a:pt x="1785" y="2104"/>
                  </a:lnTo>
                  <a:lnTo>
                    <a:pt x="1738" y="2157"/>
                  </a:lnTo>
                  <a:lnTo>
                    <a:pt x="1691" y="2206"/>
                  </a:lnTo>
                  <a:lnTo>
                    <a:pt x="1642" y="2251"/>
                  </a:lnTo>
                  <a:lnTo>
                    <a:pt x="1593" y="2294"/>
                  </a:lnTo>
                  <a:lnTo>
                    <a:pt x="1541" y="2332"/>
                  </a:lnTo>
                  <a:lnTo>
                    <a:pt x="1491" y="2366"/>
                  </a:lnTo>
                  <a:lnTo>
                    <a:pt x="1439" y="2397"/>
                  </a:lnTo>
                  <a:lnTo>
                    <a:pt x="1388" y="2425"/>
                  </a:lnTo>
                  <a:lnTo>
                    <a:pt x="1338" y="2449"/>
                  </a:lnTo>
                  <a:lnTo>
                    <a:pt x="1289" y="2470"/>
                  </a:lnTo>
                  <a:lnTo>
                    <a:pt x="1241" y="2487"/>
                  </a:lnTo>
                  <a:lnTo>
                    <a:pt x="1195" y="2502"/>
                  </a:lnTo>
                  <a:lnTo>
                    <a:pt x="1150" y="2513"/>
                  </a:lnTo>
                  <a:lnTo>
                    <a:pt x="1109" y="2520"/>
                  </a:lnTo>
                  <a:lnTo>
                    <a:pt x="1070" y="2526"/>
                  </a:lnTo>
                  <a:lnTo>
                    <a:pt x="1035" y="2527"/>
                  </a:lnTo>
                  <a:lnTo>
                    <a:pt x="998" y="2526"/>
                  </a:lnTo>
                  <a:lnTo>
                    <a:pt x="960" y="2520"/>
                  </a:lnTo>
                  <a:lnTo>
                    <a:pt x="917" y="2513"/>
                  </a:lnTo>
                  <a:lnTo>
                    <a:pt x="874" y="2502"/>
                  </a:lnTo>
                  <a:lnTo>
                    <a:pt x="828" y="2487"/>
                  </a:lnTo>
                  <a:lnTo>
                    <a:pt x="779" y="2470"/>
                  </a:lnTo>
                  <a:lnTo>
                    <a:pt x="730" y="2449"/>
                  </a:lnTo>
                  <a:lnTo>
                    <a:pt x="679" y="2425"/>
                  </a:lnTo>
                  <a:lnTo>
                    <a:pt x="629" y="2397"/>
                  </a:lnTo>
                  <a:lnTo>
                    <a:pt x="577" y="2366"/>
                  </a:lnTo>
                  <a:lnTo>
                    <a:pt x="527" y="2332"/>
                  </a:lnTo>
                  <a:lnTo>
                    <a:pt x="476" y="2294"/>
                  </a:lnTo>
                  <a:lnTo>
                    <a:pt x="426" y="2251"/>
                  </a:lnTo>
                  <a:lnTo>
                    <a:pt x="377" y="2206"/>
                  </a:lnTo>
                  <a:lnTo>
                    <a:pt x="329" y="2157"/>
                  </a:lnTo>
                  <a:lnTo>
                    <a:pt x="285" y="2104"/>
                  </a:lnTo>
                  <a:lnTo>
                    <a:pt x="241" y="2047"/>
                  </a:lnTo>
                  <a:lnTo>
                    <a:pt x="200" y="1987"/>
                  </a:lnTo>
                  <a:lnTo>
                    <a:pt x="162" y="1923"/>
                  </a:lnTo>
                  <a:lnTo>
                    <a:pt x="127" y="1855"/>
                  </a:lnTo>
                  <a:lnTo>
                    <a:pt x="95" y="1782"/>
                  </a:lnTo>
                  <a:lnTo>
                    <a:pt x="68" y="1706"/>
                  </a:lnTo>
                  <a:lnTo>
                    <a:pt x="44" y="1626"/>
                  </a:lnTo>
                  <a:lnTo>
                    <a:pt x="26" y="1541"/>
                  </a:lnTo>
                  <a:lnTo>
                    <a:pt x="12" y="1454"/>
                  </a:lnTo>
                  <a:lnTo>
                    <a:pt x="3" y="1361"/>
                  </a:lnTo>
                  <a:lnTo>
                    <a:pt x="0" y="1264"/>
                  </a:lnTo>
                  <a:lnTo>
                    <a:pt x="0" y="1189"/>
                  </a:lnTo>
                  <a:lnTo>
                    <a:pt x="1" y="1116"/>
                  </a:lnTo>
                  <a:lnTo>
                    <a:pt x="4" y="1045"/>
                  </a:lnTo>
                  <a:lnTo>
                    <a:pt x="8" y="974"/>
                  </a:lnTo>
                  <a:lnTo>
                    <a:pt x="14" y="904"/>
                  </a:lnTo>
                  <a:lnTo>
                    <a:pt x="21" y="837"/>
                  </a:lnTo>
                  <a:lnTo>
                    <a:pt x="30" y="772"/>
                  </a:lnTo>
                  <a:lnTo>
                    <a:pt x="41" y="708"/>
                  </a:lnTo>
                  <a:lnTo>
                    <a:pt x="55" y="646"/>
                  </a:lnTo>
                  <a:lnTo>
                    <a:pt x="71" y="586"/>
                  </a:lnTo>
                  <a:lnTo>
                    <a:pt x="90" y="529"/>
                  </a:lnTo>
                  <a:lnTo>
                    <a:pt x="112" y="473"/>
                  </a:lnTo>
                  <a:lnTo>
                    <a:pt x="136" y="420"/>
                  </a:lnTo>
                  <a:lnTo>
                    <a:pt x="165" y="370"/>
                  </a:lnTo>
                  <a:lnTo>
                    <a:pt x="197" y="323"/>
                  </a:lnTo>
                  <a:lnTo>
                    <a:pt x="233" y="278"/>
                  </a:lnTo>
                  <a:lnTo>
                    <a:pt x="272" y="236"/>
                  </a:lnTo>
                  <a:lnTo>
                    <a:pt x="316" y="196"/>
                  </a:lnTo>
                  <a:lnTo>
                    <a:pt x="365" y="161"/>
                  </a:lnTo>
                  <a:lnTo>
                    <a:pt x="418" y="128"/>
                  </a:lnTo>
                  <a:lnTo>
                    <a:pt x="476" y="100"/>
                  </a:lnTo>
                  <a:lnTo>
                    <a:pt x="539" y="74"/>
                  </a:lnTo>
                  <a:lnTo>
                    <a:pt x="607" y="52"/>
                  </a:lnTo>
                  <a:lnTo>
                    <a:pt x="681" y="34"/>
                  </a:lnTo>
                  <a:lnTo>
                    <a:pt x="760" y="19"/>
                  </a:lnTo>
                  <a:lnTo>
                    <a:pt x="845" y="8"/>
                  </a:lnTo>
                  <a:lnTo>
                    <a:pt x="937" y="3"/>
                  </a:lnTo>
                  <a:lnTo>
                    <a:pt x="10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69">
              <a:extLst>
                <a:ext uri="{FF2B5EF4-FFF2-40B4-BE49-F238E27FC236}">
                  <a16:creationId xmlns:a16="http://schemas.microsoft.com/office/drawing/2014/main" id="{1D0EA6C5-F361-B9F2-088D-9DADA42F0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678" y="-313"/>
              <a:ext cx="1920" cy="1035"/>
            </a:xfrm>
            <a:custGeom>
              <a:avLst/>
              <a:gdLst>
                <a:gd name="T0" fmla="*/ 2739 w 3840"/>
                <a:gd name="T1" fmla="*/ 1314 h 2070"/>
                <a:gd name="T2" fmla="*/ 2411 w 3840"/>
                <a:gd name="T3" fmla="*/ 1035 h 2070"/>
                <a:gd name="T4" fmla="*/ 1353 w 3840"/>
                <a:gd name="T5" fmla="*/ 15 h 2070"/>
                <a:gd name="T6" fmla="*/ 1573 w 3840"/>
                <a:gd name="T7" fmla="*/ 147 h 2070"/>
                <a:gd name="T8" fmla="*/ 1748 w 3840"/>
                <a:gd name="T9" fmla="*/ 204 h 2070"/>
                <a:gd name="T10" fmla="*/ 1783 w 3840"/>
                <a:gd name="T11" fmla="*/ 242 h 2070"/>
                <a:gd name="T12" fmla="*/ 2066 w 3840"/>
                <a:gd name="T13" fmla="*/ 227 h 2070"/>
                <a:gd name="T14" fmla="*/ 2110 w 3840"/>
                <a:gd name="T15" fmla="*/ 197 h 2070"/>
                <a:gd name="T16" fmla="*/ 2343 w 3840"/>
                <a:gd name="T17" fmla="*/ 110 h 2070"/>
                <a:gd name="T18" fmla="*/ 2506 w 3840"/>
                <a:gd name="T19" fmla="*/ 4 h 2070"/>
                <a:gd name="T20" fmla="*/ 2567 w 3840"/>
                <a:gd name="T21" fmla="*/ 8 h 2070"/>
                <a:gd name="T22" fmla="*/ 2654 w 3840"/>
                <a:gd name="T23" fmla="*/ 56 h 2070"/>
                <a:gd name="T24" fmla="*/ 2809 w 3840"/>
                <a:gd name="T25" fmla="*/ 139 h 2070"/>
                <a:gd name="T26" fmla="*/ 2984 w 3840"/>
                <a:gd name="T27" fmla="*/ 233 h 2070"/>
                <a:gd name="T28" fmla="*/ 3158 w 3840"/>
                <a:gd name="T29" fmla="*/ 330 h 2070"/>
                <a:gd name="T30" fmla="*/ 3313 w 3840"/>
                <a:gd name="T31" fmla="*/ 418 h 2070"/>
                <a:gd name="T32" fmla="*/ 3431 w 3840"/>
                <a:gd name="T33" fmla="*/ 491 h 2070"/>
                <a:gd name="T34" fmla="*/ 3542 w 3840"/>
                <a:gd name="T35" fmla="*/ 583 h 2070"/>
                <a:gd name="T36" fmla="*/ 3644 w 3840"/>
                <a:gd name="T37" fmla="*/ 737 h 2070"/>
                <a:gd name="T38" fmla="*/ 3724 w 3840"/>
                <a:gd name="T39" fmla="*/ 927 h 2070"/>
                <a:gd name="T40" fmla="*/ 3784 w 3840"/>
                <a:gd name="T41" fmla="*/ 1136 h 2070"/>
                <a:gd name="T42" fmla="*/ 3827 w 3840"/>
                <a:gd name="T43" fmla="*/ 1346 h 2070"/>
                <a:gd name="T44" fmla="*/ 3836 w 3840"/>
                <a:gd name="T45" fmla="*/ 1448 h 2070"/>
                <a:gd name="T46" fmla="*/ 3827 w 3840"/>
                <a:gd name="T47" fmla="*/ 1467 h 2070"/>
                <a:gd name="T48" fmla="*/ 3804 w 3840"/>
                <a:gd name="T49" fmla="*/ 1508 h 2070"/>
                <a:gd name="T50" fmla="*/ 3759 w 3840"/>
                <a:gd name="T51" fmla="*/ 1566 h 2070"/>
                <a:gd name="T52" fmla="*/ 3690 w 3840"/>
                <a:gd name="T53" fmla="*/ 1637 h 2070"/>
                <a:gd name="T54" fmla="*/ 3589 w 3840"/>
                <a:gd name="T55" fmla="*/ 1715 h 2070"/>
                <a:gd name="T56" fmla="*/ 3455 w 3840"/>
                <a:gd name="T57" fmla="*/ 1796 h 2070"/>
                <a:gd name="T58" fmla="*/ 3278 w 3840"/>
                <a:gd name="T59" fmla="*/ 1873 h 2070"/>
                <a:gd name="T60" fmla="*/ 3056 w 3840"/>
                <a:gd name="T61" fmla="*/ 1946 h 2070"/>
                <a:gd name="T62" fmla="*/ 2782 w 3840"/>
                <a:gd name="T63" fmla="*/ 2004 h 2070"/>
                <a:gd name="T64" fmla="*/ 2454 w 3840"/>
                <a:gd name="T65" fmla="*/ 2046 h 2070"/>
                <a:gd name="T66" fmla="*/ 2065 w 3840"/>
                <a:gd name="T67" fmla="*/ 2068 h 2070"/>
                <a:gd name="T68" fmla="*/ 1639 w 3840"/>
                <a:gd name="T69" fmla="*/ 2064 h 2070"/>
                <a:gd name="T70" fmla="*/ 1270 w 3840"/>
                <a:gd name="T71" fmla="*/ 2036 h 2070"/>
                <a:gd name="T72" fmla="*/ 961 w 3840"/>
                <a:gd name="T73" fmla="*/ 1986 h 2070"/>
                <a:gd name="T74" fmla="*/ 705 w 3840"/>
                <a:gd name="T75" fmla="*/ 1922 h 2070"/>
                <a:gd name="T76" fmla="*/ 500 w 3840"/>
                <a:gd name="T77" fmla="*/ 1849 h 2070"/>
                <a:gd name="T78" fmla="*/ 336 w 3840"/>
                <a:gd name="T79" fmla="*/ 1768 h 2070"/>
                <a:gd name="T80" fmla="*/ 214 w 3840"/>
                <a:gd name="T81" fmla="*/ 1688 h 2070"/>
                <a:gd name="T82" fmla="*/ 124 w 3840"/>
                <a:gd name="T83" fmla="*/ 1613 h 2070"/>
                <a:gd name="T84" fmla="*/ 63 w 3840"/>
                <a:gd name="T85" fmla="*/ 1546 h 2070"/>
                <a:gd name="T86" fmla="*/ 26 w 3840"/>
                <a:gd name="T87" fmla="*/ 1493 h 2070"/>
                <a:gd name="T88" fmla="*/ 8 w 3840"/>
                <a:gd name="T89" fmla="*/ 1459 h 2070"/>
                <a:gd name="T90" fmla="*/ 0 w 3840"/>
                <a:gd name="T91" fmla="*/ 1430 h 2070"/>
                <a:gd name="T92" fmla="*/ 11 w 3840"/>
                <a:gd name="T93" fmla="*/ 1355 h 2070"/>
                <a:gd name="T94" fmla="*/ 39 w 3840"/>
                <a:gd name="T95" fmla="*/ 1217 h 2070"/>
                <a:gd name="T96" fmla="*/ 84 w 3840"/>
                <a:gd name="T97" fmla="*/ 1041 h 2070"/>
                <a:gd name="T98" fmla="*/ 150 w 3840"/>
                <a:gd name="T99" fmla="*/ 853 h 2070"/>
                <a:gd name="T100" fmla="*/ 234 w 3840"/>
                <a:gd name="T101" fmla="*/ 677 h 2070"/>
                <a:gd name="T102" fmla="*/ 340 w 3840"/>
                <a:gd name="T103" fmla="*/ 541 h 2070"/>
                <a:gd name="T104" fmla="*/ 444 w 3840"/>
                <a:gd name="T105" fmla="*/ 469 h 2070"/>
                <a:gd name="T106" fmla="*/ 577 w 3840"/>
                <a:gd name="T107" fmla="*/ 391 h 2070"/>
                <a:gd name="T108" fmla="*/ 742 w 3840"/>
                <a:gd name="T109" fmla="*/ 297 h 2070"/>
                <a:gd name="T110" fmla="*/ 919 w 3840"/>
                <a:gd name="T111" fmla="*/ 200 h 2070"/>
                <a:gd name="T112" fmla="*/ 1090 w 3840"/>
                <a:gd name="T113" fmla="*/ 107 h 2070"/>
                <a:gd name="T114" fmla="*/ 1235 w 3840"/>
                <a:gd name="T115" fmla="*/ 28 h 2070"/>
                <a:gd name="T116" fmla="*/ 1315 w 3840"/>
                <a:gd name="T117" fmla="*/ 0 h 2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840" h="2070">
                  <a:moveTo>
                    <a:pt x="2411" y="1035"/>
                  </a:moveTo>
                  <a:lnTo>
                    <a:pt x="2411" y="1212"/>
                  </a:lnTo>
                  <a:lnTo>
                    <a:pt x="2739" y="1314"/>
                  </a:lnTo>
                  <a:lnTo>
                    <a:pt x="3067" y="1212"/>
                  </a:lnTo>
                  <a:lnTo>
                    <a:pt x="3067" y="1035"/>
                  </a:lnTo>
                  <a:lnTo>
                    <a:pt x="2411" y="1035"/>
                  </a:lnTo>
                  <a:close/>
                  <a:moveTo>
                    <a:pt x="1315" y="0"/>
                  </a:moveTo>
                  <a:lnTo>
                    <a:pt x="1334" y="4"/>
                  </a:lnTo>
                  <a:lnTo>
                    <a:pt x="1353" y="15"/>
                  </a:lnTo>
                  <a:lnTo>
                    <a:pt x="1424" y="66"/>
                  </a:lnTo>
                  <a:lnTo>
                    <a:pt x="1497" y="110"/>
                  </a:lnTo>
                  <a:lnTo>
                    <a:pt x="1573" y="147"/>
                  </a:lnTo>
                  <a:lnTo>
                    <a:pt x="1651" y="176"/>
                  </a:lnTo>
                  <a:lnTo>
                    <a:pt x="1731" y="197"/>
                  </a:lnTo>
                  <a:lnTo>
                    <a:pt x="1748" y="204"/>
                  </a:lnTo>
                  <a:lnTo>
                    <a:pt x="1763" y="214"/>
                  </a:lnTo>
                  <a:lnTo>
                    <a:pt x="1775" y="227"/>
                  </a:lnTo>
                  <a:lnTo>
                    <a:pt x="1783" y="242"/>
                  </a:lnTo>
                  <a:lnTo>
                    <a:pt x="1921" y="605"/>
                  </a:lnTo>
                  <a:lnTo>
                    <a:pt x="2058" y="242"/>
                  </a:lnTo>
                  <a:lnTo>
                    <a:pt x="2066" y="227"/>
                  </a:lnTo>
                  <a:lnTo>
                    <a:pt x="2077" y="214"/>
                  </a:lnTo>
                  <a:lnTo>
                    <a:pt x="2092" y="204"/>
                  </a:lnTo>
                  <a:lnTo>
                    <a:pt x="2110" y="197"/>
                  </a:lnTo>
                  <a:lnTo>
                    <a:pt x="2189" y="176"/>
                  </a:lnTo>
                  <a:lnTo>
                    <a:pt x="2268" y="147"/>
                  </a:lnTo>
                  <a:lnTo>
                    <a:pt x="2343" y="110"/>
                  </a:lnTo>
                  <a:lnTo>
                    <a:pt x="2416" y="66"/>
                  </a:lnTo>
                  <a:lnTo>
                    <a:pt x="2488" y="15"/>
                  </a:lnTo>
                  <a:lnTo>
                    <a:pt x="2506" y="4"/>
                  </a:lnTo>
                  <a:lnTo>
                    <a:pt x="2526" y="0"/>
                  </a:lnTo>
                  <a:lnTo>
                    <a:pt x="2547" y="1"/>
                  </a:lnTo>
                  <a:lnTo>
                    <a:pt x="2567" y="8"/>
                  </a:lnTo>
                  <a:lnTo>
                    <a:pt x="2570" y="11"/>
                  </a:lnTo>
                  <a:lnTo>
                    <a:pt x="2609" y="31"/>
                  </a:lnTo>
                  <a:lnTo>
                    <a:pt x="2654" y="56"/>
                  </a:lnTo>
                  <a:lnTo>
                    <a:pt x="2703" y="81"/>
                  </a:lnTo>
                  <a:lnTo>
                    <a:pt x="2755" y="109"/>
                  </a:lnTo>
                  <a:lnTo>
                    <a:pt x="2809" y="139"/>
                  </a:lnTo>
                  <a:lnTo>
                    <a:pt x="2867" y="169"/>
                  </a:lnTo>
                  <a:lnTo>
                    <a:pt x="2925" y="201"/>
                  </a:lnTo>
                  <a:lnTo>
                    <a:pt x="2984" y="233"/>
                  </a:lnTo>
                  <a:lnTo>
                    <a:pt x="3042" y="266"/>
                  </a:lnTo>
                  <a:lnTo>
                    <a:pt x="3101" y="298"/>
                  </a:lnTo>
                  <a:lnTo>
                    <a:pt x="3158" y="330"/>
                  </a:lnTo>
                  <a:lnTo>
                    <a:pt x="3212" y="361"/>
                  </a:lnTo>
                  <a:lnTo>
                    <a:pt x="3264" y="391"/>
                  </a:lnTo>
                  <a:lnTo>
                    <a:pt x="3313" y="418"/>
                  </a:lnTo>
                  <a:lnTo>
                    <a:pt x="3358" y="446"/>
                  </a:lnTo>
                  <a:lnTo>
                    <a:pt x="3397" y="469"/>
                  </a:lnTo>
                  <a:lnTo>
                    <a:pt x="3431" y="491"/>
                  </a:lnTo>
                  <a:lnTo>
                    <a:pt x="3460" y="510"/>
                  </a:lnTo>
                  <a:lnTo>
                    <a:pt x="3502" y="544"/>
                  </a:lnTo>
                  <a:lnTo>
                    <a:pt x="3542" y="583"/>
                  </a:lnTo>
                  <a:lnTo>
                    <a:pt x="3578" y="630"/>
                  </a:lnTo>
                  <a:lnTo>
                    <a:pt x="3612" y="681"/>
                  </a:lnTo>
                  <a:lnTo>
                    <a:pt x="3644" y="737"/>
                  </a:lnTo>
                  <a:lnTo>
                    <a:pt x="3672" y="797"/>
                  </a:lnTo>
                  <a:lnTo>
                    <a:pt x="3700" y="861"/>
                  </a:lnTo>
                  <a:lnTo>
                    <a:pt x="3724" y="927"/>
                  </a:lnTo>
                  <a:lnTo>
                    <a:pt x="3746" y="995"/>
                  </a:lnTo>
                  <a:lnTo>
                    <a:pt x="3766" y="1066"/>
                  </a:lnTo>
                  <a:lnTo>
                    <a:pt x="3784" y="1136"/>
                  </a:lnTo>
                  <a:lnTo>
                    <a:pt x="3800" y="1206"/>
                  </a:lnTo>
                  <a:lnTo>
                    <a:pt x="3815" y="1276"/>
                  </a:lnTo>
                  <a:lnTo>
                    <a:pt x="3827" y="1346"/>
                  </a:lnTo>
                  <a:lnTo>
                    <a:pt x="3840" y="1412"/>
                  </a:lnTo>
                  <a:lnTo>
                    <a:pt x="3840" y="1430"/>
                  </a:lnTo>
                  <a:lnTo>
                    <a:pt x="3836" y="1448"/>
                  </a:lnTo>
                  <a:lnTo>
                    <a:pt x="3834" y="1452"/>
                  </a:lnTo>
                  <a:lnTo>
                    <a:pt x="3832" y="1459"/>
                  </a:lnTo>
                  <a:lnTo>
                    <a:pt x="3827" y="1467"/>
                  </a:lnTo>
                  <a:lnTo>
                    <a:pt x="3822" y="1479"/>
                  </a:lnTo>
                  <a:lnTo>
                    <a:pt x="3814" y="1493"/>
                  </a:lnTo>
                  <a:lnTo>
                    <a:pt x="3804" y="1508"/>
                  </a:lnTo>
                  <a:lnTo>
                    <a:pt x="3792" y="1526"/>
                  </a:lnTo>
                  <a:lnTo>
                    <a:pt x="3777" y="1546"/>
                  </a:lnTo>
                  <a:lnTo>
                    <a:pt x="3759" y="1566"/>
                  </a:lnTo>
                  <a:lnTo>
                    <a:pt x="3740" y="1588"/>
                  </a:lnTo>
                  <a:lnTo>
                    <a:pt x="3716" y="1613"/>
                  </a:lnTo>
                  <a:lnTo>
                    <a:pt x="3690" y="1637"/>
                  </a:lnTo>
                  <a:lnTo>
                    <a:pt x="3660" y="1662"/>
                  </a:lnTo>
                  <a:lnTo>
                    <a:pt x="3627" y="1688"/>
                  </a:lnTo>
                  <a:lnTo>
                    <a:pt x="3589" y="1715"/>
                  </a:lnTo>
                  <a:lnTo>
                    <a:pt x="3548" y="1741"/>
                  </a:lnTo>
                  <a:lnTo>
                    <a:pt x="3504" y="1768"/>
                  </a:lnTo>
                  <a:lnTo>
                    <a:pt x="3455" y="1796"/>
                  </a:lnTo>
                  <a:lnTo>
                    <a:pt x="3400" y="1821"/>
                  </a:lnTo>
                  <a:lnTo>
                    <a:pt x="3342" y="1849"/>
                  </a:lnTo>
                  <a:lnTo>
                    <a:pt x="3278" y="1873"/>
                  </a:lnTo>
                  <a:lnTo>
                    <a:pt x="3210" y="1898"/>
                  </a:lnTo>
                  <a:lnTo>
                    <a:pt x="3135" y="1922"/>
                  </a:lnTo>
                  <a:lnTo>
                    <a:pt x="3056" y="1946"/>
                  </a:lnTo>
                  <a:lnTo>
                    <a:pt x="2970" y="1966"/>
                  </a:lnTo>
                  <a:lnTo>
                    <a:pt x="2880" y="1986"/>
                  </a:lnTo>
                  <a:lnTo>
                    <a:pt x="2782" y="2004"/>
                  </a:lnTo>
                  <a:lnTo>
                    <a:pt x="2680" y="2021"/>
                  </a:lnTo>
                  <a:lnTo>
                    <a:pt x="2570" y="2036"/>
                  </a:lnTo>
                  <a:lnTo>
                    <a:pt x="2454" y="2046"/>
                  </a:lnTo>
                  <a:lnTo>
                    <a:pt x="2332" y="2057"/>
                  </a:lnTo>
                  <a:lnTo>
                    <a:pt x="2201" y="2064"/>
                  </a:lnTo>
                  <a:lnTo>
                    <a:pt x="2065" y="2068"/>
                  </a:lnTo>
                  <a:lnTo>
                    <a:pt x="1921" y="2070"/>
                  </a:lnTo>
                  <a:lnTo>
                    <a:pt x="1776" y="2068"/>
                  </a:lnTo>
                  <a:lnTo>
                    <a:pt x="1639" y="2064"/>
                  </a:lnTo>
                  <a:lnTo>
                    <a:pt x="1509" y="2057"/>
                  </a:lnTo>
                  <a:lnTo>
                    <a:pt x="1387" y="2046"/>
                  </a:lnTo>
                  <a:lnTo>
                    <a:pt x="1270" y="2036"/>
                  </a:lnTo>
                  <a:lnTo>
                    <a:pt x="1161" y="2021"/>
                  </a:lnTo>
                  <a:lnTo>
                    <a:pt x="1058" y="2004"/>
                  </a:lnTo>
                  <a:lnTo>
                    <a:pt x="961" y="1986"/>
                  </a:lnTo>
                  <a:lnTo>
                    <a:pt x="870" y="1966"/>
                  </a:lnTo>
                  <a:lnTo>
                    <a:pt x="785" y="1946"/>
                  </a:lnTo>
                  <a:lnTo>
                    <a:pt x="705" y="1922"/>
                  </a:lnTo>
                  <a:lnTo>
                    <a:pt x="632" y="1898"/>
                  </a:lnTo>
                  <a:lnTo>
                    <a:pt x="562" y="1873"/>
                  </a:lnTo>
                  <a:lnTo>
                    <a:pt x="500" y="1849"/>
                  </a:lnTo>
                  <a:lnTo>
                    <a:pt x="440" y="1821"/>
                  </a:lnTo>
                  <a:lnTo>
                    <a:pt x="387" y="1796"/>
                  </a:lnTo>
                  <a:lnTo>
                    <a:pt x="336" y="1768"/>
                  </a:lnTo>
                  <a:lnTo>
                    <a:pt x="291" y="1741"/>
                  </a:lnTo>
                  <a:lnTo>
                    <a:pt x="250" y="1715"/>
                  </a:lnTo>
                  <a:lnTo>
                    <a:pt x="214" y="1688"/>
                  </a:lnTo>
                  <a:lnTo>
                    <a:pt x="180" y="1662"/>
                  </a:lnTo>
                  <a:lnTo>
                    <a:pt x="150" y="1637"/>
                  </a:lnTo>
                  <a:lnTo>
                    <a:pt x="124" y="1613"/>
                  </a:lnTo>
                  <a:lnTo>
                    <a:pt x="101" y="1588"/>
                  </a:lnTo>
                  <a:lnTo>
                    <a:pt x="80" y="1566"/>
                  </a:lnTo>
                  <a:lnTo>
                    <a:pt x="63" y="1546"/>
                  </a:lnTo>
                  <a:lnTo>
                    <a:pt x="49" y="1526"/>
                  </a:lnTo>
                  <a:lnTo>
                    <a:pt x="37" y="1508"/>
                  </a:lnTo>
                  <a:lnTo>
                    <a:pt x="26" y="1493"/>
                  </a:lnTo>
                  <a:lnTo>
                    <a:pt x="18" y="1479"/>
                  </a:lnTo>
                  <a:lnTo>
                    <a:pt x="12" y="1467"/>
                  </a:lnTo>
                  <a:lnTo>
                    <a:pt x="8" y="1459"/>
                  </a:lnTo>
                  <a:lnTo>
                    <a:pt x="5" y="1452"/>
                  </a:lnTo>
                  <a:lnTo>
                    <a:pt x="4" y="1448"/>
                  </a:lnTo>
                  <a:lnTo>
                    <a:pt x="0" y="1430"/>
                  </a:lnTo>
                  <a:lnTo>
                    <a:pt x="1" y="1412"/>
                  </a:lnTo>
                  <a:lnTo>
                    <a:pt x="5" y="1388"/>
                  </a:lnTo>
                  <a:lnTo>
                    <a:pt x="11" y="1355"/>
                  </a:lnTo>
                  <a:lnTo>
                    <a:pt x="18" y="1316"/>
                  </a:lnTo>
                  <a:lnTo>
                    <a:pt x="27" y="1269"/>
                  </a:lnTo>
                  <a:lnTo>
                    <a:pt x="39" y="1217"/>
                  </a:lnTo>
                  <a:lnTo>
                    <a:pt x="52" y="1161"/>
                  </a:lnTo>
                  <a:lnTo>
                    <a:pt x="68" y="1103"/>
                  </a:lnTo>
                  <a:lnTo>
                    <a:pt x="84" y="1041"/>
                  </a:lnTo>
                  <a:lnTo>
                    <a:pt x="103" y="979"/>
                  </a:lnTo>
                  <a:lnTo>
                    <a:pt x="125" y="916"/>
                  </a:lnTo>
                  <a:lnTo>
                    <a:pt x="150" y="853"/>
                  </a:lnTo>
                  <a:lnTo>
                    <a:pt x="176" y="792"/>
                  </a:lnTo>
                  <a:lnTo>
                    <a:pt x="203" y="733"/>
                  </a:lnTo>
                  <a:lnTo>
                    <a:pt x="234" y="677"/>
                  </a:lnTo>
                  <a:lnTo>
                    <a:pt x="267" y="627"/>
                  </a:lnTo>
                  <a:lnTo>
                    <a:pt x="302" y="581"/>
                  </a:lnTo>
                  <a:lnTo>
                    <a:pt x="340" y="541"/>
                  </a:lnTo>
                  <a:lnTo>
                    <a:pt x="381" y="510"/>
                  </a:lnTo>
                  <a:lnTo>
                    <a:pt x="408" y="491"/>
                  </a:lnTo>
                  <a:lnTo>
                    <a:pt x="444" y="469"/>
                  </a:lnTo>
                  <a:lnTo>
                    <a:pt x="483" y="446"/>
                  </a:lnTo>
                  <a:lnTo>
                    <a:pt x="528" y="418"/>
                  </a:lnTo>
                  <a:lnTo>
                    <a:pt x="577" y="391"/>
                  </a:lnTo>
                  <a:lnTo>
                    <a:pt x="629" y="361"/>
                  </a:lnTo>
                  <a:lnTo>
                    <a:pt x="685" y="330"/>
                  </a:lnTo>
                  <a:lnTo>
                    <a:pt x="742" y="297"/>
                  </a:lnTo>
                  <a:lnTo>
                    <a:pt x="800" y="266"/>
                  </a:lnTo>
                  <a:lnTo>
                    <a:pt x="860" y="233"/>
                  </a:lnTo>
                  <a:lnTo>
                    <a:pt x="919" y="200"/>
                  </a:lnTo>
                  <a:lnTo>
                    <a:pt x="977" y="167"/>
                  </a:lnTo>
                  <a:lnTo>
                    <a:pt x="1034" y="136"/>
                  </a:lnTo>
                  <a:lnTo>
                    <a:pt x="1090" y="107"/>
                  </a:lnTo>
                  <a:lnTo>
                    <a:pt x="1142" y="79"/>
                  </a:lnTo>
                  <a:lnTo>
                    <a:pt x="1191" y="53"/>
                  </a:lnTo>
                  <a:lnTo>
                    <a:pt x="1235" y="28"/>
                  </a:lnTo>
                  <a:lnTo>
                    <a:pt x="1274" y="8"/>
                  </a:lnTo>
                  <a:lnTo>
                    <a:pt x="1293" y="1"/>
                  </a:lnTo>
                  <a:lnTo>
                    <a:pt x="13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165A45-3F79-B737-916A-C082EE22BCED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710379-08B7-B026-7D69-62E275E8931A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7B57DB-FDBA-2980-F30A-754B7E3DFF79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B67BE9-9ADC-18B9-FBDC-F28B65D8F6AA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4D51F01-815A-79FA-2B0A-BAD1262924F7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F2CF46-3463-5B5D-6BC5-595C61E8916D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2BDC39-A8F1-6FC1-7E73-A2BDE7D95EBB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3239724-7823-2F6B-F77E-5AB9F7D9C6C8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3D00CD4-E225-1F48-2EF8-476ABF597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4" t="23864" r="52668" b="47873"/>
          <a:stretch>
            <a:fillRect/>
          </a:stretch>
        </p:blipFill>
        <p:spPr>
          <a:xfrm>
            <a:off x="1743944" y="1636586"/>
            <a:ext cx="4026772" cy="1938308"/>
          </a:xfrm>
          <a:custGeom>
            <a:avLst/>
            <a:gdLst>
              <a:gd name="connsiteX0" fmla="*/ 165493 w 4026772"/>
              <a:gd name="connsiteY0" fmla="*/ 0 h 1938308"/>
              <a:gd name="connsiteX1" fmla="*/ 3861279 w 4026772"/>
              <a:gd name="connsiteY1" fmla="*/ 0 h 1938308"/>
              <a:gd name="connsiteX2" fmla="*/ 4026772 w 4026772"/>
              <a:gd name="connsiteY2" fmla="*/ 165493 h 1938308"/>
              <a:gd name="connsiteX3" fmla="*/ 4026772 w 4026772"/>
              <a:gd name="connsiteY3" fmla="*/ 1772815 h 1938308"/>
              <a:gd name="connsiteX4" fmla="*/ 3861279 w 4026772"/>
              <a:gd name="connsiteY4" fmla="*/ 1938308 h 1938308"/>
              <a:gd name="connsiteX5" fmla="*/ 165493 w 4026772"/>
              <a:gd name="connsiteY5" fmla="*/ 1938308 h 1938308"/>
              <a:gd name="connsiteX6" fmla="*/ 0 w 4026772"/>
              <a:gd name="connsiteY6" fmla="*/ 1772815 h 1938308"/>
              <a:gd name="connsiteX7" fmla="*/ 0 w 4026772"/>
              <a:gd name="connsiteY7" fmla="*/ 165493 h 1938308"/>
              <a:gd name="connsiteX8" fmla="*/ 165493 w 4026772"/>
              <a:gd name="connsiteY8" fmla="*/ 0 h 1938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6772" h="1938308">
                <a:moveTo>
                  <a:pt x="165493" y="0"/>
                </a:moveTo>
                <a:lnTo>
                  <a:pt x="3861279" y="0"/>
                </a:lnTo>
                <a:cubicBezTo>
                  <a:pt x="3952678" y="0"/>
                  <a:pt x="4026772" y="74094"/>
                  <a:pt x="4026772" y="165493"/>
                </a:cubicBezTo>
                <a:lnTo>
                  <a:pt x="4026772" y="1772815"/>
                </a:lnTo>
                <a:cubicBezTo>
                  <a:pt x="4026772" y="1864214"/>
                  <a:pt x="3952678" y="1938308"/>
                  <a:pt x="3861279" y="1938308"/>
                </a:cubicBezTo>
                <a:lnTo>
                  <a:pt x="165493" y="1938308"/>
                </a:lnTo>
                <a:cubicBezTo>
                  <a:pt x="74094" y="1938308"/>
                  <a:pt x="0" y="1864214"/>
                  <a:pt x="0" y="1772815"/>
                </a:cubicBezTo>
                <a:lnTo>
                  <a:pt x="0" y="165493"/>
                </a:lnTo>
                <a:cubicBezTo>
                  <a:pt x="0" y="74094"/>
                  <a:pt x="74094" y="0"/>
                  <a:pt x="165493" y="0"/>
                </a:cubicBezTo>
                <a:close/>
              </a:path>
            </a:pathLst>
          </a:cu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34D521-1DED-8613-4EF4-90977D651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7" t="57688" r="15445" b="14048"/>
          <a:stretch>
            <a:fillRect/>
          </a:stretch>
        </p:blipFill>
        <p:spPr>
          <a:xfrm>
            <a:off x="6282142" y="3956275"/>
            <a:ext cx="4026772" cy="1938308"/>
          </a:xfrm>
          <a:custGeom>
            <a:avLst/>
            <a:gdLst>
              <a:gd name="connsiteX0" fmla="*/ 165493 w 4026772"/>
              <a:gd name="connsiteY0" fmla="*/ 0 h 1938308"/>
              <a:gd name="connsiteX1" fmla="*/ 3861279 w 4026772"/>
              <a:gd name="connsiteY1" fmla="*/ 0 h 1938308"/>
              <a:gd name="connsiteX2" fmla="*/ 4026772 w 4026772"/>
              <a:gd name="connsiteY2" fmla="*/ 165493 h 1938308"/>
              <a:gd name="connsiteX3" fmla="*/ 4026772 w 4026772"/>
              <a:gd name="connsiteY3" fmla="*/ 1772815 h 1938308"/>
              <a:gd name="connsiteX4" fmla="*/ 3861279 w 4026772"/>
              <a:gd name="connsiteY4" fmla="*/ 1938308 h 1938308"/>
              <a:gd name="connsiteX5" fmla="*/ 165493 w 4026772"/>
              <a:gd name="connsiteY5" fmla="*/ 1938308 h 1938308"/>
              <a:gd name="connsiteX6" fmla="*/ 0 w 4026772"/>
              <a:gd name="connsiteY6" fmla="*/ 1772815 h 1938308"/>
              <a:gd name="connsiteX7" fmla="*/ 0 w 4026772"/>
              <a:gd name="connsiteY7" fmla="*/ 165493 h 1938308"/>
              <a:gd name="connsiteX8" fmla="*/ 165493 w 4026772"/>
              <a:gd name="connsiteY8" fmla="*/ 0 h 1938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6772" h="1938308">
                <a:moveTo>
                  <a:pt x="165493" y="0"/>
                </a:moveTo>
                <a:lnTo>
                  <a:pt x="3861279" y="0"/>
                </a:lnTo>
                <a:cubicBezTo>
                  <a:pt x="3952678" y="0"/>
                  <a:pt x="4026772" y="74094"/>
                  <a:pt x="4026772" y="165493"/>
                </a:cubicBezTo>
                <a:lnTo>
                  <a:pt x="4026772" y="1772815"/>
                </a:lnTo>
                <a:cubicBezTo>
                  <a:pt x="4026772" y="1864214"/>
                  <a:pt x="3952678" y="1938308"/>
                  <a:pt x="3861279" y="1938308"/>
                </a:cubicBezTo>
                <a:lnTo>
                  <a:pt x="165493" y="1938308"/>
                </a:lnTo>
                <a:cubicBezTo>
                  <a:pt x="74094" y="1938308"/>
                  <a:pt x="0" y="1864214"/>
                  <a:pt x="0" y="1772815"/>
                </a:cubicBezTo>
                <a:lnTo>
                  <a:pt x="0" y="165493"/>
                </a:lnTo>
                <a:cubicBezTo>
                  <a:pt x="0" y="74094"/>
                  <a:pt x="74094" y="0"/>
                  <a:pt x="16549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0391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E8245-CA09-5CDD-A6BC-A1A9E77A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133558-0885-96AF-152B-A8DFDE9C1EB3}"/>
              </a:ext>
            </a:extLst>
          </p:cNvPr>
          <p:cNvSpPr/>
          <p:nvPr/>
        </p:nvSpPr>
        <p:spPr>
          <a:xfrm>
            <a:off x="1515531" y="3590454"/>
            <a:ext cx="9296399" cy="2578740"/>
          </a:xfrm>
          <a:prstGeom prst="roundRect">
            <a:avLst>
              <a:gd name="adj" fmla="val 853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2F13DA-BE96-F9C2-DDC8-61B21FA28CD4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A926C-621A-0553-16F6-93B6240F3717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FC900-8486-3E70-0D77-69281D50410F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2BE45-C041-4009-1896-F289C19A0CBC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Contact</a:t>
            </a:r>
            <a:endParaRPr lang="en-ID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4379F2-4160-58C6-0275-098390DBB76C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C76892-FC98-A654-4D9C-340C03B5D309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A9AEA-F133-1B43-2CBC-8FA97BAAA2BF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9" name="Freeform 1018">
            <a:extLst>
              <a:ext uri="{FF2B5EF4-FFF2-40B4-BE49-F238E27FC236}">
                <a16:creationId xmlns:a16="http://schemas.microsoft.com/office/drawing/2014/main" id="{86F97D30-9EB9-3004-3C06-D27573E65306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10F61-E47B-FA45-A01A-2DC513BEF254}"/>
              </a:ext>
            </a:extLst>
          </p:cNvPr>
          <p:cNvSpPr txBox="1"/>
          <p:nvPr/>
        </p:nvSpPr>
        <p:spPr>
          <a:xfrm>
            <a:off x="1423303" y="1392712"/>
            <a:ext cx="4802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REACH OUT FOR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ORDERS</a:t>
            </a:r>
            <a:r>
              <a:rPr lang="id-ID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 &amp; </a:t>
            </a:r>
            <a:r>
              <a:rPr lang="en-US" sz="4000" dirty="0">
                <a:ln w="9525" cap="sq">
                  <a:noFill/>
                  <a:miter lim="800000"/>
                </a:ln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FEEDBACK</a:t>
            </a:r>
            <a:endParaRPr lang="en-ID" sz="4000" dirty="0">
              <a:ln w="9525" cap="sq">
                <a:noFill/>
                <a:miter lim="800000"/>
              </a:ln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9CB802-0313-2C9A-973A-5BFFB8881F19}"/>
              </a:ext>
            </a:extLst>
          </p:cNvPr>
          <p:cNvSpPr/>
          <p:nvPr/>
        </p:nvSpPr>
        <p:spPr>
          <a:xfrm>
            <a:off x="1423302" y="2710446"/>
            <a:ext cx="4775917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Lorem ipsum odor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amet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consectetuer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elit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 Fermen felis ad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tempor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sapien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platea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netus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adipiscing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iaculis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9430F4-B46D-BF7D-2528-F2D562784C44}"/>
              </a:ext>
            </a:extLst>
          </p:cNvPr>
          <p:cNvSpPr/>
          <p:nvPr/>
        </p:nvSpPr>
        <p:spPr>
          <a:xfrm>
            <a:off x="1447801" y="3511938"/>
            <a:ext cx="9296399" cy="2578740"/>
          </a:xfrm>
          <a:prstGeom prst="roundRect">
            <a:avLst>
              <a:gd name="adj" fmla="val 85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8A9EFC-FDC7-B4DC-04A9-07EE7C202F7A}"/>
              </a:ext>
            </a:extLst>
          </p:cNvPr>
          <p:cNvSpPr/>
          <p:nvPr/>
        </p:nvSpPr>
        <p:spPr>
          <a:xfrm>
            <a:off x="449096" y="1565783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0CCC30-89E0-67CF-304D-21C11FE7278E}"/>
              </a:ext>
            </a:extLst>
          </p:cNvPr>
          <p:cNvSpPr/>
          <p:nvPr/>
        </p:nvSpPr>
        <p:spPr>
          <a:xfrm>
            <a:off x="698313" y="1813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497B28-8164-2441-76A5-9B1638972B1A}"/>
              </a:ext>
            </a:extLst>
          </p:cNvPr>
          <p:cNvSpPr/>
          <p:nvPr/>
        </p:nvSpPr>
        <p:spPr>
          <a:xfrm>
            <a:off x="449096" y="2060797"/>
            <a:ext cx="276003" cy="276003"/>
          </a:xfrm>
          <a:prstGeom prst="roundRect">
            <a:avLst>
              <a:gd name="adj" fmla="val 840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BEB652-F6E4-C545-202B-786C747B55E8}"/>
              </a:ext>
            </a:extLst>
          </p:cNvPr>
          <p:cNvSpPr/>
          <p:nvPr/>
        </p:nvSpPr>
        <p:spPr>
          <a:xfrm>
            <a:off x="698313" y="1301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CE5656-799E-87FC-2384-9C77544B9A7E}"/>
              </a:ext>
            </a:extLst>
          </p:cNvPr>
          <p:cNvSpPr/>
          <p:nvPr/>
        </p:nvSpPr>
        <p:spPr>
          <a:xfrm>
            <a:off x="11220274" y="5502783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BDE9F10-850C-23AA-D850-BA1E5E380DB6}"/>
              </a:ext>
            </a:extLst>
          </p:cNvPr>
          <p:cNvSpPr/>
          <p:nvPr/>
        </p:nvSpPr>
        <p:spPr>
          <a:xfrm>
            <a:off x="11469491" y="5750290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1546DF-3130-0099-37C5-A5AE52EAE52F}"/>
              </a:ext>
            </a:extLst>
          </p:cNvPr>
          <p:cNvSpPr/>
          <p:nvPr/>
        </p:nvSpPr>
        <p:spPr>
          <a:xfrm>
            <a:off x="11220274" y="5997797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2693FC-5EC4-7F14-B002-E040A8222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4" t="52620" r="12594" b="12578"/>
          <a:stretch>
            <a:fillRect/>
          </a:stretch>
        </p:blipFill>
        <p:spPr>
          <a:xfrm>
            <a:off x="1535430" y="3608676"/>
            <a:ext cx="9121140" cy="2386757"/>
          </a:xfrm>
          <a:custGeom>
            <a:avLst/>
            <a:gdLst>
              <a:gd name="connsiteX0" fmla="*/ 203781 w 9121140"/>
              <a:gd name="connsiteY0" fmla="*/ 0 h 2386757"/>
              <a:gd name="connsiteX1" fmla="*/ 8917359 w 9121140"/>
              <a:gd name="connsiteY1" fmla="*/ 0 h 2386757"/>
              <a:gd name="connsiteX2" fmla="*/ 9121140 w 9121140"/>
              <a:gd name="connsiteY2" fmla="*/ 203781 h 2386757"/>
              <a:gd name="connsiteX3" fmla="*/ 9121140 w 9121140"/>
              <a:gd name="connsiteY3" fmla="*/ 2182976 h 2386757"/>
              <a:gd name="connsiteX4" fmla="*/ 8917359 w 9121140"/>
              <a:gd name="connsiteY4" fmla="*/ 2386757 h 2386757"/>
              <a:gd name="connsiteX5" fmla="*/ 203781 w 9121140"/>
              <a:gd name="connsiteY5" fmla="*/ 2386757 h 2386757"/>
              <a:gd name="connsiteX6" fmla="*/ 0 w 9121140"/>
              <a:gd name="connsiteY6" fmla="*/ 2182976 h 2386757"/>
              <a:gd name="connsiteX7" fmla="*/ 0 w 9121140"/>
              <a:gd name="connsiteY7" fmla="*/ 203781 h 2386757"/>
              <a:gd name="connsiteX8" fmla="*/ 203781 w 9121140"/>
              <a:gd name="connsiteY8" fmla="*/ 0 h 2386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21140" h="2386757">
                <a:moveTo>
                  <a:pt x="203781" y="0"/>
                </a:moveTo>
                <a:lnTo>
                  <a:pt x="8917359" y="0"/>
                </a:lnTo>
                <a:cubicBezTo>
                  <a:pt x="9029904" y="0"/>
                  <a:pt x="9121140" y="91236"/>
                  <a:pt x="9121140" y="203781"/>
                </a:cubicBezTo>
                <a:lnTo>
                  <a:pt x="9121140" y="2182976"/>
                </a:lnTo>
                <a:cubicBezTo>
                  <a:pt x="9121140" y="2295521"/>
                  <a:pt x="9029904" y="2386757"/>
                  <a:pt x="8917359" y="2386757"/>
                </a:cubicBezTo>
                <a:lnTo>
                  <a:pt x="203781" y="2386757"/>
                </a:lnTo>
                <a:cubicBezTo>
                  <a:pt x="91236" y="2386757"/>
                  <a:pt x="0" y="2295521"/>
                  <a:pt x="0" y="2182976"/>
                </a:cubicBezTo>
                <a:lnTo>
                  <a:pt x="0" y="203781"/>
                </a:lnTo>
                <a:cubicBezTo>
                  <a:pt x="0" y="91236"/>
                  <a:pt x="91236" y="0"/>
                  <a:pt x="203781" y="0"/>
                </a:cubicBezTo>
                <a:close/>
              </a:path>
            </a:pathLst>
          </a:cu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0358A9-26D3-06D9-0C2F-C2216DB47E2C}"/>
              </a:ext>
            </a:extLst>
          </p:cNvPr>
          <p:cNvSpPr/>
          <p:nvPr/>
        </p:nvSpPr>
        <p:spPr>
          <a:xfrm>
            <a:off x="11469491" y="5238852"/>
            <a:ext cx="276003" cy="276003"/>
          </a:xfrm>
          <a:prstGeom prst="roundRect">
            <a:avLst>
              <a:gd name="adj" fmla="val 840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3AFF33-A6DC-BCAD-8C8D-A58B62697C32}"/>
              </a:ext>
            </a:extLst>
          </p:cNvPr>
          <p:cNvSpPr/>
          <p:nvPr/>
        </p:nvSpPr>
        <p:spPr>
          <a:xfrm>
            <a:off x="6350665" y="1432742"/>
            <a:ext cx="4191000" cy="3047781"/>
          </a:xfrm>
          <a:prstGeom prst="roundRect">
            <a:avLst>
              <a:gd name="adj" fmla="val 623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C701A14-5E81-C849-1713-CCC4D1BE0020}"/>
              </a:ext>
            </a:extLst>
          </p:cNvPr>
          <p:cNvSpPr/>
          <p:nvPr/>
        </p:nvSpPr>
        <p:spPr>
          <a:xfrm>
            <a:off x="6831692" y="1821340"/>
            <a:ext cx="433805" cy="433805"/>
          </a:xfrm>
          <a:prstGeom prst="roundRect">
            <a:avLst>
              <a:gd name="adj" fmla="val 1813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4FFE1D-845C-4DAD-88BA-F82CE1D471A4}"/>
              </a:ext>
            </a:extLst>
          </p:cNvPr>
          <p:cNvSpPr txBox="1"/>
          <p:nvPr/>
        </p:nvSpPr>
        <p:spPr>
          <a:xfrm>
            <a:off x="7388952" y="1804860"/>
            <a:ext cx="1287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MuseoModerno" pitchFamily="2" charset="0"/>
              </a:defRPr>
            </a:lvl1pPr>
          </a:lstStyle>
          <a:p>
            <a:r>
              <a:rPr lang="id-ID" b="0" dirty="0">
                <a:solidFill>
                  <a:schemeClr val="accent3"/>
                </a:solidFill>
                <a:latin typeface="Spicy Rice" panose="020E0506000000020000" pitchFamily="34" charset="0"/>
              </a:rPr>
              <a:t>OUR ADDRESS</a:t>
            </a:r>
            <a:endParaRPr lang="en-ID" b="0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201EAE-E0E2-D72F-B016-47096963DD0C}"/>
              </a:ext>
            </a:extLst>
          </p:cNvPr>
          <p:cNvSpPr/>
          <p:nvPr/>
        </p:nvSpPr>
        <p:spPr>
          <a:xfrm>
            <a:off x="7360948" y="2117041"/>
            <a:ext cx="2699811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v-SE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Jl. Sudirman Kav. 52–53, Jakarta, </a:t>
            </a:r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1234</a:t>
            </a:r>
            <a:endParaRPr lang="en-US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CF63B-BB6F-EE53-CD01-1ADC4E93D615}"/>
              </a:ext>
            </a:extLst>
          </p:cNvPr>
          <p:cNvSpPr/>
          <p:nvPr/>
        </p:nvSpPr>
        <p:spPr>
          <a:xfrm>
            <a:off x="6831692" y="2660848"/>
            <a:ext cx="433805" cy="433805"/>
          </a:xfrm>
          <a:prstGeom prst="roundRect">
            <a:avLst>
              <a:gd name="adj" fmla="val 1813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BA26C-DC81-BB60-A4F3-0BF792EE0EBB}"/>
              </a:ext>
            </a:extLst>
          </p:cNvPr>
          <p:cNvSpPr txBox="1"/>
          <p:nvPr/>
        </p:nvSpPr>
        <p:spPr>
          <a:xfrm>
            <a:off x="7388952" y="2644368"/>
            <a:ext cx="1757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MuseoModerno" pitchFamily="2" charset="0"/>
              </a:defRPr>
            </a:lvl1pPr>
          </a:lstStyle>
          <a:p>
            <a:r>
              <a:rPr lang="id-ID" b="0" dirty="0">
                <a:solidFill>
                  <a:schemeClr val="accent3"/>
                </a:solidFill>
                <a:latin typeface="Spicy Rice" panose="020E0506000000020000" pitchFamily="34" charset="0"/>
              </a:rPr>
              <a:t>CUSTOMER SERVICE</a:t>
            </a:r>
            <a:endParaRPr lang="en-ID" b="0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1FCA53-439F-2A44-9685-9D67881E8C17}"/>
              </a:ext>
            </a:extLst>
          </p:cNvPr>
          <p:cNvSpPr/>
          <p:nvPr/>
        </p:nvSpPr>
        <p:spPr>
          <a:xfrm>
            <a:off x="7360948" y="2956549"/>
            <a:ext cx="2699811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0800-FASTFOOD (0800-32783663)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2FD558F-28D9-6F53-733D-73F4AEFE2E5F}"/>
              </a:ext>
            </a:extLst>
          </p:cNvPr>
          <p:cNvSpPr/>
          <p:nvPr/>
        </p:nvSpPr>
        <p:spPr>
          <a:xfrm>
            <a:off x="6831692" y="3558050"/>
            <a:ext cx="433805" cy="433805"/>
          </a:xfrm>
          <a:prstGeom prst="roundRect">
            <a:avLst>
              <a:gd name="adj" fmla="val 1813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B7160E-B9F7-889C-4D52-3A4317A8061A}"/>
              </a:ext>
            </a:extLst>
          </p:cNvPr>
          <p:cNvSpPr txBox="1"/>
          <p:nvPr/>
        </p:nvSpPr>
        <p:spPr>
          <a:xfrm>
            <a:off x="7388952" y="3541570"/>
            <a:ext cx="1452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MuseoModerno" pitchFamily="2" charset="0"/>
              </a:defRPr>
            </a:lvl1pPr>
          </a:lstStyle>
          <a:p>
            <a:r>
              <a:rPr lang="id-ID" b="0" dirty="0">
                <a:solidFill>
                  <a:schemeClr val="accent3"/>
                </a:solidFill>
                <a:latin typeface="Spicy Rice" panose="020E0506000000020000" pitchFamily="34" charset="0"/>
              </a:rPr>
              <a:t>SHOP OPEN IN</a:t>
            </a:r>
            <a:endParaRPr lang="en-ID" b="0" dirty="0">
              <a:solidFill>
                <a:schemeClr val="accent3"/>
              </a:solidFill>
              <a:latin typeface="Spicy Rice" panose="020E0506000000020000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AD8152-5EA1-4150-17A7-07840128CA6C}"/>
              </a:ext>
            </a:extLst>
          </p:cNvPr>
          <p:cNvSpPr/>
          <p:nvPr/>
        </p:nvSpPr>
        <p:spPr>
          <a:xfrm>
            <a:off x="7412595" y="3853751"/>
            <a:ext cx="2497881" cy="31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</a:rPr>
              <a:t>09.00 – 22.00 WIB in every day</a:t>
            </a:r>
            <a:endParaRPr lang="en-US" sz="11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48" name="Graphic 131">
            <a:extLst>
              <a:ext uri="{FF2B5EF4-FFF2-40B4-BE49-F238E27FC236}">
                <a16:creationId xmlns:a16="http://schemas.microsoft.com/office/drawing/2014/main" id="{E368C4A3-1DFF-04C2-52B4-3511EE1FA8F2}"/>
              </a:ext>
            </a:extLst>
          </p:cNvPr>
          <p:cNvSpPr/>
          <p:nvPr/>
        </p:nvSpPr>
        <p:spPr>
          <a:xfrm>
            <a:off x="6951918" y="1898242"/>
            <a:ext cx="209999" cy="279999"/>
          </a:xfrm>
          <a:custGeom>
            <a:avLst/>
            <a:gdLst>
              <a:gd name="connsiteX0" fmla="*/ 153830 w 342900"/>
              <a:gd name="connsiteY0" fmla="*/ 447976 h 457200"/>
              <a:gd name="connsiteX1" fmla="*/ 0 w 342900"/>
              <a:gd name="connsiteY1" fmla="*/ 171450 h 457200"/>
              <a:gd name="connsiteX2" fmla="*/ 171450 w 342900"/>
              <a:gd name="connsiteY2" fmla="*/ 0 h 457200"/>
              <a:gd name="connsiteX3" fmla="*/ 342900 w 342900"/>
              <a:gd name="connsiteY3" fmla="*/ 171450 h 457200"/>
              <a:gd name="connsiteX4" fmla="*/ 189070 w 342900"/>
              <a:gd name="connsiteY4" fmla="*/ 447976 h 457200"/>
              <a:gd name="connsiteX5" fmla="*/ 153830 w 342900"/>
              <a:gd name="connsiteY5" fmla="*/ 447976 h 457200"/>
              <a:gd name="connsiteX6" fmla="*/ 171450 w 342900"/>
              <a:gd name="connsiteY6" fmla="*/ 242888 h 457200"/>
              <a:gd name="connsiteX7" fmla="*/ 242888 w 342900"/>
              <a:gd name="connsiteY7" fmla="*/ 171450 h 457200"/>
              <a:gd name="connsiteX8" fmla="*/ 171450 w 342900"/>
              <a:gd name="connsiteY8" fmla="*/ 100013 h 457200"/>
              <a:gd name="connsiteX9" fmla="*/ 100013 w 342900"/>
              <a:gd name="connsiteY9" fmla="*/ 171450 h 457200"/>
              <a:gd name="connsiteX10" fmla="*/ 171450 w 342900"/>
              <a:gd name="connsiteY10" fmla="*/ 242888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2900" h="457200">
                <a:moveTo>
                  <a:pt x="153830" y="447976"/>
                </a:moveTo>
                <a:cubicBezTo>
                  <a:pt x="24083" y="259882"/>
                  <a:pt x="0" y="240577"/>
                  <a:pt x="0" y="171450"/>
                </a:cubicBezTo>
                <a:cubicBezTo>
                  <a:pt x="0" y="76760"/>
                  <a:pt x="76760" y="0"/>
                  <a:pt x="171450" y="0"/>
                </a:cubicBezTo>
                <a:cubicBezTo>
                  <a:pt x="266140" y="0"/>
                  <a:pt x="342900" y="76760"/>
                  <a:pt x="342900" y="171450"/>
                </a:cubicBezTo>
                <a:cubicBezTo>
                  <a:pt x="342900" y="240577"/>
                  <a:pt x="318817" y="259882"/>
                  <a:pt x="189070" y="447976"/>
                </a:cubicBezTo>
                <a:cubicBezTo>
                  <a:pt x="180556" y="460275"/>
                  <a:pt x="162344" y="460275"/>
                  <a:pt x="153830" y="447976"/>
                </a:cubicBezTo>
                <a:close/>
                <a:moveTo>
                  <a:pt x="171450" y="242888"/>
                </a:moveTo>
                <a:cubicBezTo>
                  <a:pt x="210904" y="242888"/>
                  <a:pt x="242888" y="210904"/>
                  <a:pt x="242888" y="171450"/>
                </a:cubicBezTo>
                <a:cubicBezTo>
                  <a:pt x="242888" y="131996"/>
                  <a:pt x="210904" y="100013"/>
                  <a:pt x="171450" y="100013"/>
                </a:cubicBezTo>
                <a:cubicBezTo>
                  <a:pt x="131996" y="100013"/>
                  <a:pt x="100013" y="131996"/>
                  <a:pt x="100013" y="171450"/>
                </a:cubicBezTo>
                <a:cubicBezTo>
                  <a:pt x="100013" y="210904"/>
                  <a:pt x="131996" y="242888"/>
                  <a:pt x="171450" y="242888"/>
                </a:cubicBezTo>
                <a:close/>
              </a:path>
            </a:pathLst>
          </a:custGeom>
          <a:solidFill>
            <a:schemeClr val="accent1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9" name="Graphic 133">
            <a:extLst>
              <a:ext uri="{FF2B5EF4-FFF2-40B4-BE49-F238E27FC236}">
                <a16:creationId xmlns:a16="http://schemas.microsoft.com/office/drawing/2014/main" id="{6977B3CB-E12A-EF64-C1EF-86C62C3719E9}"/>
              </a:ext>
            </a:extLst>
          </p:cNvPr>
          <p:cNvSpPr/>
          <p:nvPr/>
        </p:nvSpPr>
        <p:spPr>
          <a:xfrm>
            <a:off x="6932249" y="3641987"/>
            <a:ext cx="232689" cy="265930"/>
          </a:xfrm>
          <a:custGeom>
            <a:avLst/>
            <a:gdLst>
              <a:gd name="connsiteX0" fmla="*/ 498831 w 512560"/>
              <a:gd name="connsiteY0" fmla="*/ 183057 h 585783"/>
              <a:gd name="connsiteX1" fmla="*/ 13729 w 512560"/>
              <a:gd name="connsiteY1" fmla="*/ 183057 h 585783"/>
              <a:gd name="connsiteX2" fmla="*/ 0 w 512560"/>
              <a:gd name="connsiteY2" fmla="*/ 169328 h 585783"/>
              <a:gd name="connsiteX3" fmla="*/ 0 w 512560"/>
              <a:gd name="connsiteY3" fmla="*/ 128140 h 585783"/>
              <a:gd name="connsiteX4" fmla="*/ 54917 w 512560"/>
              <a:gd name="connsiteY4" fmla="*/ 73223 h 585783"/>
              <a:gd name="connsiteX5" fmla="*/ 109834 w 512560"/>
              <a:gd name="connsiteY5" fmla="*/ 73223 h 585783"/>
              <a:gd name="connsiteX6" fmla="*/ 109834 w 512560"/>
              <a:gd name="connsiteY6" fmla="*/ 13729 h 585783"/>
              <a:gd name="connsiteX7" fmla="*/ 123564 w 512560"/>
              <a:gd name="connsiteY7" fmla="*/ 0 h 585783"/>
              <a:gd name="connsiteX8" fmla="*/ 169328 w 512560"/>
              <a:gd name="connsiteY8" fmla="*/ 0 h 585783"/>
              <a:gd name="connsiteX9" fmla="*/ 183057 w 512560"/>
              <a:gd name="connsiteY9" fmla="*/ 13729 h 585783"/>
              <a:gd name="connsiteX10" fmla="*/ 183057 w 512560"/>
              <a:gd name="connsiteY10" fmla="*/ 73223 h 585783"/>
              <a:gd name="connsiteX11" fmla="*/ 329503 w 512560"/>
              <a:gd name="connsiteY11" fmla="*/ 73223 h 585783"/>
              <a:gd name="connsiteX12" fmla="*/ 329503 w 512560"/>
              <a:gd name="connsiteY12" fmla="*/ 13729 h 585783"/>
              <a:gd name="connsiteX13" fmla="*/ 343232 w 512560"/>
              <a:gd name="connsiteY13" fmla="*/ 0 h 585783"/>
              <a:gd name="connsiteX14" fmla="*/ 388996 w 512560"/>
              <a:gd name="connsiteY14" fmla="*/ 0 h 585783"/>
              <a:gd name="connsiteX15" fmla="*/ 402726 w 512560"/>
              <a:gd name="connsiteY15" fmla="*/ 13729 h 585783"/>
              <a:gd name="connsiteX16" fmla="*/ 402726 w 512560"/>
              <a:gd name="connsiteY16" fmla="*/ 73223 h 585783"/>
              <a:gd name="connsiteX17" fmla="*/ 457643 w 512560"/>
              <a:gd name="connsiteY17" fmla="*/ 73223 h 585783"/>
              <a:gd name="connsiteX18" fmla="*/ 512560 w 512560"/>
              <a:gd name="connsiteY18" fmla="*/ 128140 h 585783"/>
              <a:gd name="connsiteX19" fmla="*/ 512560 w 512560"/>
              <a:gd name="connsiteY19" fmla="*/ 169328 h 585783"/>
              <a:gd name="connsiteX20" fmla="*/ 498831 w 512560"/>
              <a:gd name="connsiteY20" fmla="*/ 183057 h 585783"/>
              <a:gd name="connsiteX21" fmla="*/ 13729 w 512560"/>
              <a:gd name="connsiteY21" fmla="*/ 219669 h 585783"/>
              <a:gd name="connsiteX22" fmla="*/ 498831 w 512560"/>
              <a:gd name="connsiteY22" fmla="*/ 219669 h 585783"/>
              <a:gd name="connsiteX23" fmla="*/ 512560 w 512560"/>
              <a:gd name="connsiteY23" fmla="*/ 233398 h 585783"/>
              <a:gd name="connsiteX24" fmla="*/ 512560 w 512560"/>
              <a:gd name="connsiteY24" fmla="*/ 530866 h 585783"/>
              <a:gd name="connsiteX25" fmla="*/ 457643 w 512560"/>
              <a:gd name="connsiteY25" fmla="*/ 585783 h 585783"/>
              <a:gd name="connsiteX26" fmla="*/ 54917 w 512560"/>
              <a:gd name="connsiteY26" fmla="*/ 585783 h 585783"/>
              <a:gd name="connsiteX27" fmla="*/ 0 w 512560"/>
              <a:gd name="connsiteY27" fmla="*/ 530866 h 585783"/>
              <a:gd name="connsiteX28" fmla="*/ 0 w 512560"/>
              <a:gd name="connsiteY28" fmla="*/ 233398 h 585783"/>
              <a:gd name="connsiteX29" fmla="*/ 13729 w 512560"/>
              <a:gd name="connsiteY29" fmla="*/ 219669 h 585783"/>
              <a:gd name="connsiteX30" fmla="*/ 361538 w 512560"/>
              <a:gd name="connsiteY30" fmla="*/ 439337 h 585783"/>
              <a:gd name="connsiteX31" fmla="*/ 375267 w 512560"/>
              <a:gd name="connsiteY31" fmla="*/ 425608 h 585783"/>
              <a:gd name="connsiteX32" fmla="*/ 375267 w 512560"/>
              <a:gd name="connsiteY32" fmla="*/ 379844 h 585783"/>
              <a:gd name="connsiteX33" fmla="*/ 361538 w 512560"/>
              <a:gd name="connsiteY33" fmla="*/ 366114 h 585783"/>
              <a:gd name="connsiteX34" fmla="*/ 151022 w 512560"/>
              <a:gd name="connsiteY34" fmla="*/ 366114 h 585783"/>
              <a:gd name="connsiteX35" fmla="*/ 137293 w 512560"/>
              <a:gd name="connsiteY35" fmla="*/ 379844 h 585783"/>
              <a:gd name="connsiteX36" fmla="*/ 137293 w 512560"/>
              <a:gd name="connsiteY36" fmla="*/ 425608 h 585783"/>
              <a:gd name="connsiteX37" fmla="*/ 151022 w 512560"/>
              <a:gd name="connsiteY37" fmla="*/ 439337 h 585783"/>
              <a:gd name="connsiteX38" fmla="*/ 361538 w 512560"/>
              <a:gd name="connsiteY38" fmla="*/ 439337 h 58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12560" h="585783">
                <a:moveTo>
                  <a:pt x="498831" y="183057"/>
                </a:moveTo>
                <a:lnTo>
                  <a:pt x="13729" y="183057"/>
                </a:lnTo>
                <a:cubicBezTo>
                  <a:pt x="6178" y="183057"/>
                  <a:pt x="0" y="176879"/>
                  <a:pt x="0" y="169328"/>
                </a:cubicBezTo>
                <a:lnTo>
                  <a:pt x="0" y="128140"/>
                </a:lnTo>
                <a:cubicBezTo>
                  <a:pt x="0" y="97821"/>
                  <a:pt x="24598" y="73223"/>
                  <a:pt x="54917" y="73223"/>
                </a:cubicBezTo>
                <a:lnTo>
                  <a:pt x="109834" y="73223"/>
                </a:lnTo>
                <a:lnTo>
                  <a:pt x="109834" y="13729"/>
                </a:lnTo>
                <a:cubicBezTo>
                  <a:pt x="109834" y="6178"/>
                  <a:pt x="116012" y="0"/>
                  <a:pt x="123564" y="0"/>
                </a:cubicBezTo>
                <a:lnTo>
                  <a:pt x="169328" y="0"/>
                </a:lnTo>
                <a:cubicBezTo>
                  <a:pt x="176879" y="0"/>
                  <a:pt x="183057" y="6178"/>
                  <a:pt x="183057" y="13729"/>
                </a:cubicBezTo>
                <a:lnTo>
                  <a:pt x="183057" y="73223"/>
                </a:lnTo>
                <a:lnTo>
                  <a:pt x="329503" y="73223"/>
                </a:lnTo>
                <a:lnTo>
                  <a:pt x="329503" y="13729"/>
                </a:lnTo>
                <a:cubicBezTo>
                  <a:pt x="329503" y="6178"/>
                  <a:pt x="335681" y="0"/>
                  <a:pt x="343232" y="0"/>
                </a:cubicBezTo>
                <a:lnTo>
                  <a:pt x="388996" y="0"/>
                </a:lnTo>
                <a:cubicBezTo>
                  <a:pt x="396548" y="0"/>
                  <a:pt x="402726" y="6178"/>
                  <a:pt x="402726" y="13729"/>
                </a:cubicBezTo>
                <a:lnTo>
                  <a:pt x="402726" y="73223"/>
                </a:lnTo>
                <a:lnTo>
                  <a:pt x="457643" y="73223"/>
                </a:lnTo>
                <a:cubicBezTo>
                  <a:pt x="487962" y="73223"/>
                  <a:pt x="512560" y="97821"/>
                  <a:pt x="512560" y="128140"/>
                </a:cubicBezTo>
                <a:lnTo>
                  <a:pt x="512560" y="169328"/>
                </a:lnTo>
                <a:cubicBezTo>
                  <a:pt x="512560" y="176879"/>
                  <a:pt x="506382" y="183057"/>
                  <a:pt x="498831" y="183057"/>
                </a:cubicBezTo>
                <a:close/>
                <a:moveTo>
                  <a:pt x="13729" y="219669"/>
                </a:moveTo>
                <a:lnTo>
                  <a:pt x="498831" y="219669"/>
                </a:lnTo>
                <a:cubicBezTo>
                  <a:pt x="506382" y="219669"/>
                  <a:pt x="512560" y="225847"/>
                  <a:pt x="512560" y="233398"/>
                </a:cubicBezTo>
                <a:lnTo>
                  <a:pt x="512560" y="530866"/>
                </a:lnTo>
                <a:cubicBezTo>
                  <a:pt x="512560" y="561185"/>
                  <a:pt x="487962" y="585783"/>
                  <a:pt x="457643" y="585783"/>
                </a:cubicBezTo>
                <a:lnTo>
                  <a:pt x="54917" y="585783"/>
                </a:lnTo>
                <a:cubicBezTo>
                  <a:pt x="24598" y="585783"/>
                  <a:pt x="0" y="561185"/>
                  <a:pt x="0" y="530866"/>
                </a:cubicBezTo>
                <a:lnTo>
                  <a:pt x="0" y="233398"/>
                </a:lnTo>
                <a:cubicBezTo>
                  <a:pt x="0" y="225847"/>
                  <a:pt x="6178" y="219669"/>
                  <a:pt x="13729" y="219669"/>
                </a:cubicBezTo>
                <a:close/>
                <a:moveTo>
                  <a:pt x="361538" y="439337"/>
                </a:moveTo>
                <a:cubicBezTo>
                  <a:pt x="369089" y="439337"/>
                  <a:pt x="375267" y="433159"/>
                  <a:pt x="375267" y="425608"/>
                </a:cubicBezTo>
                <a:lnTo>
                  <a:pt x="375267" y="379844"/>
                </a:lnTo>
                <a:cubicBezTo>
                  <a:pt x="375267" y="372293"/>
                  <a:pt x="369089" y="366114"/>
                  <a:pt x="361538" y="366114"/>
                </a:cubicBezTo>
                <a:lnTo>
                  <a:pt x="151022" y="366114"/>
                </a:lnTo>
                <a:cubicBezTo>
                  <a:pt x="143471" y="366114"/>
                  <a:pt x="137293" y="372293"/>
                  <a:pt x="137293" y="379844"/>
                </a:cubicBezTo>
                <a:lnTo>
                  <a:pt x="137293" y="425608"/>
                </a:lnTo>
                <a:cubicBezTo>
                  <a:pt x="137293" y="433159"/>
                  <a:pt x="143471" y="439337"/>
                  <a:pt x="151022" y="439337"/>
                </a:cubicBezTo>
                <a:lnTo>
                  <a:pt x="361538" y="439337"/>
                </a:lnTo>
                <a:close/>
              </a:path>
            </a:pathLst>
          </a:custGeom>
          <a:solidFill>
            <a:schemeClr val="accent1"/>
          </a:solidFill>
          <a:ln w="1127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51" name="Group 1584">
            <a:extLst>
              <a:ext uri="{FF2B5EF4-FFF2-40B4-BE49-F238E27FC236}">
                <a16:creationId xmlns:a16="http://schemas.microsoft.com/office/drawing/2014/main" id="{E69DDB61-5F92-1F97-C16F-3A07CFBB6B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23799" y="2752322"/>
            <a:ext cx="249587" cy="249148"/>
            <a:chOff x="587" y="3409"/>
            <a:chExt cx="569" cy="568"/>
          </a:xfrm>
          <a:solidFill>
            <a:schemeClr val="accent2"/>
          </a:solidFill>
        </p:grpSpPr>
        <p:sp>
          <p:nvSpPr>
            <p:cNvPr id="52" name="Freeform 1586">
              <a:extLst>
                <a:ext uri="{FF2B5EF4-FFF2-40B4-BE49-F238E27FC236}">
                  <a16:creationId xmlns:a16="http://schemas.microsoft.com/office/drawing/2014/main" id="{2B6B3230-1225-B9EE-5B98-87418A2C8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" y="3463"/>
              <a:ext cx="514" cy="514"/>
            </a:xfrm>
            <a:custGeom>
              <a:avLst/>
              <a:gdLst>
                <a:gd name="T0" fmla="*/ 641 w 3087"/>
                <a:gd name="T1" fmla="*/ 14 h 3085"/>
                <a:gd name="T2" fmla="*/ 747 w 3087"/>
                <a:gd name="T3" fmla="*/ 82 h 3085"/>
                <a:gd name="T4" fmla="*/ 1052 w 3087"/>
                <a:gd name="T5" fmla="*/ 385 h 3085"/>
                <a:gd name="T6" fmla="*/ 1206 w 3087"/>
                <a:gd name="T7" fmla="*/ 558 h 3085"/>
                <a:gd name="T8" fmla="*/ 1238 w 3087"/>
                <a:gd name="T9" fmla="*/ 671 h 3085"/>
                <a:gd name="T10" fmla="*/ 1206 w 3087"/>
                <a:gd name="T11" fmla="*/ 783 h 3085"/>
                <a:gd name="T12" fmla="*/ 1027 w 3087"/>
                <a:gd name="T13" fmla="*/ 980 h 3085"/>
                <a:gd name="T14" fmla="*/ 884 w 3087"/>
                <a:gd name="T15" fmla="*/ 1130 h 3085"/>
                <a:gd name="T16" fmla="*/ 888 w 3087"/>
                <a:gd name="T17" fmla="*/ 1171 h 3085"/>
                <a:gd name="T18" fmla="*/ 989 w 3087"/>
                <a:gd name="T19" fmla="*/ 1361 h 3085"/>
                <a:gd name="T20" fmla="*/ 1115 w 3087"/>
                <a:gd name="T21" fmla="*/ 1534 h 3085"/>
                <a:gd name="T22" fmla="*/ 1330 w 3087"/>
                <a:gd name="T23" fmla="*/ 1773 h 3085"/>
                <a:gd name="T24" fmla="*/ 1571 w 3087"/>
                <a:gd name="T25" fmla="*/ 1985 h 3085"/>
                <a:gd name="T26" fmla="*/ 1788 w 3087"/>
                <a:gd name="T27" fmla="*/ 2133 h 3085"/>
                <a:gd name="T28" fmla="*/ 1913 w 3087"/>
                <a:gd name="T29" fmla="*/ 2196 h 3085"/>
                <a:gd name="T30" fmla="*/ 1957 w 3087"/>
                <a:gd name="T31" fmla="*/ 2202 h 3085"/>
                <a:gd name="T32" fmla="*/ 2108 w 3087"/>
                <a:gd name="T33" fmla="*/ 2056 h 3085"/>
                <a:gd name="T34" fmla="*/ 2298 w 3087"/>
                <a:gd name="T35" fmla="*/ 1881 h 3085"/>
                <a:gd name="T36" fmla="*/ 2398 w 3087"/>
                <a:gd name="T37" fmla="*/ 1848 h 3085"/>
                <a:gd name="T38" fmla="*/ 2500 w 3087"/>
                <a:gd name="T39" fmla="*/ 1865 h 3085"/>
                <a:gd name="T40" fmla="*/ 2597 w 3087"/>
                <a:gd name="T41" fmla="*/ 1930 h 3085"/>
                <a:gd name="T42" fmla="*/ 3031 w 3087"/>
                <a:gd name="T43" fmla="*/ 2367 h 3085"/>
                <a:gd name="T44" fmla="*/ 3081 w 3087"/>
                <a:gd name="T45" fmla="*/ 2467 h 3085"/>
                <a:gd name="T46" fmla="*/ 3081 w 3087"/>
                <a:gd name="T47" fmla="*/ 2571 h 3085"/>
                <a:gd name="T48" fmla="*/ 3030 w 3087"/>
                <a:gd name="T49" fmla="*/ 2671 h 3085"/>
                <a:gd name="T50" fmla="*/ 2885 w 3087"/>
                <a:gd name="T51" fmla="*/ 2818 h 3085"/>
                <a:gd name="T52" fmla="*/ 2735 w 3087"/>
                <a:gd name="T53" fmla="*/ 2973 h 3085"/>
                <a:gd name="T54" fmla="*/ 2615 w 3087"/>
                <a:gd name="T55" fmla="*/ 3049 h 3085"/>
                <a:gd name="T56" fmla="*/ 2479 w 3087"/>
                <a:gd name="T57" fmla="*/ 3083 h 3085"/>
                <a:gd name="T58" fmla="*/ 2299 w 3087"/>
                <a:gd name="T59" fmla="*/ 3076 h 3085"/>
                <a:gd name="T60" fmla="*/ 2062 w 3087"/>
                <a:gd name="T61" fmla="*/ 3025 h 3085"/>
                <a:gd name="T62" fmla="*/ 1834 w 3087"/>
                <a:gd name="T63" fmla="*/ 2938 h 3085"/>
                <a:gd name="T64" fmla="*/ 1529 w 3087"/>
                <a:gd name="T65" fmla="*/ 2780 h 3085"/>
                <a:gd name="T66" fmla="*/ 1205 w 3087"/>
                <a:gd name="T67" fmla="*/ 2565 h 3085"/>
                <a:gd name="T68" fmla="*/ 909 w 3087"/>
                <a:gd name="T69" fmla="*/ 2314 h 3085"/>
                <a:gd name="T70" fmla="*/ 640 w 3087"/>
                <a:gd name="T71" fmla="*/ 2028 h 3085"/>
                <a:gd name="T72" fmla="*/ 424 w 3087"/>
                <a:gd name="T73" fmla="*/ 1745 h 3085"/>
                <a:gd name="T74" fmla="*/ 240 w 3087"/>
                <a:gd name="T75" fmla="*/ 1443 h 3085"/>
                <a:gd name="T76" fmla="*/ 93 w 3087"/>
                <a:gd name="T77" fmla="*/ 1118 h 3085"/>
                <a:gd name="T78" fmla="*/ 28 w 3087"/>
                <a:gd name="T79" fmla="*/ 907 h 3085"/>
                <a:gd name="T80" fmla="*/ 0 w 3087"/>
                <a:gd name="T81" fmla="*/ 687 h 3085"/>
                <a:gd name="T82" fmla="*/ 18 w 3087"/>
                <a:gd name="T83" fmla="*/ 523 h 3085"/>
                <a:gd name="T84" fmla="*/ 73 w 3087"/>
                <a:gd name="T85" fmla="*/ 404 h 3085"/>
                <a:gd name="T86" fmla="*/ 217 w 3087"/>
                <a:gd name="T87" fmla="*/ 251 h 3085"/>
                <a:gd name="T88" fmla="*/ 420 w 3087"/>
                <a:gd name="T89" fmla="*/ 53 h 3085"/>
                <a:gd name="T90" fmla="*/ 529 w 3087"/>
                <a:gd name="T91" fmla="*/ 3 h 3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87" h="3085">
                  <a:moveTo>
                    <a:pt x="566" y="0"/>
                  </a:moveTo>
                  <a:lnTo>
                    <a:pt x="604" y="3"/>
                  </a:lnTo>
                  <a:lnTo>
                    <a:pt x="641" y="14"/>
                  </a:lnTo>
                  <a:lnTo>
                    <a:pt x="678" y="29"/>
                  </a:lnTo>
                  <a:lnTo>
                    <a:pt x="713" y="52"/>
                  </a:lnTo>
                  <a:lnTo>
                    <a:pt x="747" y="82"/>
                  </a:lnTo>
                  <a:lnTo>
                    <a:pt x="850" y="184"/>
                  </a:lnTo>
                  <a:lnTo>
                    <a:pt x="952" y="287"/>
                  </a:lnTo>
                  <a:lnTo>
                    <a:pt x="1052" y="385"/>
                  </a:lnTo>
                  <a:lnTo>
                    <a:pt x="1150" y="485"/>
                  </a:lnTo>
                  <a:lnTo>
                    <a:pt x="1183" y="521"/>
                  </a:lnTo>
                  <a:lnTo>
                    <a:pt x="1206" y="558"/>
                  </a:lnTo>
                  <a:lnTo>
                    <a:pt x="1224" y="595"/>
                  </a:lnTo>
                  <a:lnTo>
                    <a:pt x="1235" y="632"/>
                  </a:lnTo>
                  <a:lnTo>
                    <a:pt x="1238" y="671"/>
                  </a:lnTo>
                  <a:lnTo>
                    <a:pt x="1235" y="708"/>
                  </a:lnTo>
                  <a:lnTo>
                    <a:pt x="1224" y="746"/>
                  </a:lnTo>
                  <a:lnTo>
                    <a:pt x="1206" y="783"/>
                  </a:lnTo>
                  <a:lnTo>
                    <a:pt x="1183" y="819"/>
                  </a:lnTo>
                  <a:lnTo>
                    <a:pt x="1151" y="855"/>
                  </a:lnTo>
                  <a:lnTo>
                    <a:pt x="1027" y="980"/>
                  </a:lnTo>
                  <a:lnTo>
                    <a:pt x="901" y="1105"/>
                  </a:lnTo>
                  <a:lnTo>
                    <a:pt x="891" y="1117"/>
                  </a:lnTo>
                  <a:lnTo>
                    <a:pt x="884" y="1130"/>
                  </a:lnTo>
                  <a:lnTo>
                    <a:pt x="881" y="1142"/>
                  </a:lnTo>
                  <a:lnTo>
                    <a:pt x="883" y="1156"/>
                  </a:lnTo>
                  <a:lnTo>
                    <a:pt x="888" y="1171"/>
                  </a:lnTo>
                  <a:lnTo>
                    <a:pt x="919" y="1237"/>
                  </a:lnTo>
                  <a:lnTo>
                    <a:pt x="952" y="1300"/>
                  </a:lnTo>
                  <a:lnTo>
                    <a:pt x="989" y="1361"/>
                  </a:lnTo>
                  <a:lnTo>
                    <a:pt x="1029" y="1420"/>
                  </a:lnTo>
                  <a:lnTo>
                    <a:pt x="1070" y="1478"/>
                  </a:lnTo>
                  <a:lnTo>
                    <a:pt x="1115" y="1534"/>
                  </a:lnTo>
                  <a:lnTo>
                    <a:pt x="1185" y="1617"/>
                  </a:lnTo>
                  <a:lnTo>
                    <a:pt x="1256" y="1697"/>
                  </a:lnTo>
                  <a:lnTo>
                    <a:pt x="1330" y="1773"/>
                  </a:lnTo>
                  <a:lnTo>
                    <a:pt x="1408" y="1847"/>
                  </a:lnTo>
                  <a:lnTo>
                    <a:pt x="1488" y="1918"/>
                  </a:lnTo>
                  <a:lnTo>
                    <a:pt x="1571" y="1985"/>
                  </a:lnTo>
                  <a:lnTo>
                    <a:pt x="1657" y="2050"/>
                  </a:lnTo>
                  <a:lnTo>
                    <a:pt x="1748" y="2109"/>
                  </a:lnTo>
                  <a:lnTo>
                    <a:pt x="1788" y="2133"/>
                  </a:lnTo>
                  <a:lnTo>
                    <a:pt x="1830" y="2153"/>
                  </a:lnTo>
                  <a:lnTo>
                    <a:pt x="1872" y="2174"/>
                  </a:lnTo>
                  <a:lnTo>
                    <a:pt x="1913" y="2196"/>
                  </a:lnTo>
                  <a:lnTo>
                    <a:pt x="1929" y="2202"/>
                  </a:lnTo>
                  <a:lnTo>
                    <a:pt x="1943" y="2204"/>
                  </a:lnTo>
                  <a:lnTo>
                    <a:pt x="1957" y="2202"/>
                  </a:lnTo>
                  <a:lnTo>
                    <a:pt x="1969" y="2195"/>
                  </a:lnTo>
                  <a:lnTo>
                    <a:pt x="1983" y="2182"/>
                  </a:lnTo>
                  <a:lnTo>
                    <a:pt x="2108" y="2056"/>
                  </a:lnTo>
                  <a:lnTo>
                    <a:pt x="2235" y="1930"/>
                  </a:lnTo>
                  <a:lnTo>
                    <a:pt x="2266" y="1903"/>
                  </a:lnTo>
                  <a:lnTo>
                    <a:pt x="2298" y="1881"/>
                  </a:lnTo>
                  <a:lnTo>
                    <a:pt x="2331" y="1865"/>
                  </a:lnTo>
                  <a:lnTo>
                    <a:pt x="2365" y="1853"/>
                  </a:lnTo>
                  <a:lnTo>
                    <a:pt x="2398" y="1848"/>
                  </a:lnTo>
                  <a:lnTo>
                    <a:pt x="2433" y="1848"/>
                  </a:lnTo>
                  <a:lnTo>
                    <a:pt x="2467" y="1853"/>
                  </a:lnTo>
                  <a:lnTo>
                    <a:pt x="2500" y="1865"/>
                  </a:lnTo>
                  <a:lnTo>
                    <a:pt x="2534" y="1881"/>
                  </a:lnTo>
                  <a:lnTo>
                    <a:pt x="2566" y="1903"/>
                  </a:lnTo>
                  <a:lnTo>
                    <a:pt x="2597" y="1930"/>
                  </a:lnTo>
                  <a:lnTo>
                    <a:pt x="2801" y="2133"/>
                  </a:lnTo>
                  <a:lnTo>
                    <a:pt x="3003" y="2335"/>
                  </a:lnTo>
                  <a:lnTo>
                    <a:pt x="3031" y="2367"/>
                  </a:lnTo>
                  <a:lnTo>
                    <a:pt x="3054" y="2399"/>
                  </a:lnTo>
                  <a:lnTo>
                    <a:pt x="3071" y="2434"/>
                  </a:lnTo>
                  <a:lnTo>
                    <a:pt x="3081" y="2467"/>
                  </a:lnTo>
                  <a:lnTo>
                    <a:pt x="3087" y="2501"/>
                  </a:lnTo>
                  <a:lnTo>
                    <a:pt x="3087" y="2536"/>
                  </a:lnTo>
                  <a:lnTo>
                    <a:pt x="3081" y="2571"/>
                  </a:lnTo>
                  <a:lnTo>
                    <a:pt x="3070" y="2605"/>
                  </a:lnTo>
                  <a:lnTo>
                    <a:pt x="3053" y="2638"/>
                  </a:lnTo>
                  <a:lnTo>
                    <a:pt x="3030" y="2671"/>
                  </a:lnTo>
                  <a:lnTo>
                    <a:pt x="3002" y="2704"/>
                  </a:lnTo>
                  <a:lnTo>
                    <a:pt x="2944" y="2761"/>
                  </a:lnTo>
                  <a:lnTo>
                    <a:pt x="2885" y="2818"/>
                  </a:lnTo>
                  <a:lnTo>
                    <a:pt x="2827" y="2876"/>
                  </a:lnTo>
                  <a:lnTo>
                    <a:pt x="2772" y="2935"/>
                  </a:lnTo>
                  <a:lnTo>
                    <a:pt x="2735" y="2973"/>
                  </a:lnTo>
                  <a:lnTo>
                    <a:pt x="2697" y="3003"/>
                  </a:lnTo>
                  <a:lnTo>
                    <a:pt x="2656" y="3029"/>
                  </a:lnTo>
                  <a:lnTo>
                    <a:pt x="2615" y="3049"/>
                  </a:lnTo>
                  <a:lnTo>
                    <a:pt x="2571" y="3065"/>
                  </a:lnTo>
                  <a:lnTo>
                    <a:pt x="2526" y="3075"/>
                  </a:lnTo>
                  <a:lnTo>
                    <a:pt x="2479" y="3083"/>
                  </a:lnTo>
                  <a:lnTo>
                    <a:pt x="2431" y="3085"/>
                  </a:lnTo>
                  <a:lnTo>
                    <a:pt x="2381" y="3084"/>
                  </a:lnTo>
                  <a:lnTo>
                    <a:pt x="2299" y="3076"/>
                  </a:lnTo>
                  <a:lnTo>
                    <a:pt x="2219" y="3064"/>
                  </a:lnTo>
                  <a:lnTo>
                    <a:pt x="2139" y="3046"/>
                  </a:lnTo>
                  <a:lnTo>
                    <a:pt x="2062" y="3025"/>
                  </a:lnTo>
                  <a:lnTo>
                    <a:pt x="1985" y="3000"/>
                  </a:lnTo>
                  <a:lnTo>
                    <a:pt x="1909" y="2970"/>
                  </a:lnTo>
                  <a:lnTo>
                    <a:pt x="1834" y="2938"/>
                  </a:lnTo>
                  <a:lnTo>
                    <a:pt x="1760" y="2904"/>
                  </a:lnTo>
                  <a:lnTo>
                    <a:pt x="1643" y="2844"/>
                  </a:lnTo>
                  <a:lnTo>
                    <a:pt x="1529" y="2780"/>
                  </a:lnTo>
                  <a:lnTo>
                    <a:pt x="1418" y="2712"/>
                  </a:lnTo>
                  <a:lnTo>
                    <a:pt x="1310" y="2640"/>
                  </a:lnTo>
                  <a:lnTo>
                    <a:pt x="1205" y="2565"/>
                  </a:lnTo>
                  <a:lnTo>
                    <a:pt x="1104" y="2486"/>
                  </a:lnTo>
                  <a:lnTo>
                    <a:pt x="1005" y="2402"/>
                  </a:lnTo>
                  <a:lnTo>
                    <a:pt x="909" y="2314"/>
                  </a:lnTo>
                  <a:lnTo>
                    <a:pt x="817" y="2223"/>
                  </a:lnTo>
                  <a:lnTo>
                    <a:pt x="726" y="2127"/>
                  </a:lnTo>
                  <a:lnTo>
                    <a:pt x="640" y="2028"/>
                  </a:lnTo>
                  <a:lnTo>
                    <a:pt x="565" y="1935"/>
                  </a:lnTo>
                  <a:lnTo>
                    <a:pt x="493" y="1842"/>
                  </a:lnTo>
                  <a:lnTo>
                    <a:pt x="424" y="1745"/>
                  </a:lnTo>
                  <a:lnTo>
                    <a:pt x="358" y="1647"/>
                  </a:lnTo>
                  <a:lnTo>
                    <a:pt x="297" y="1546"/>
                  </a:lnTo>
                  <a:lnTo>
                    <a:pt x="240" y="1443"/>
                  </a:lnTo>
                  <a:lnTo>
                    <a:pt x="187" y="1337"/>
                  </a:lnTo>
                  <a:lnTo>
                    <a:pt x="138" y="1229"/>
                  </a:lnTo>
                  <a:lnTo>
                    <a:pt x="93" y="1118"/>
                  </a:lnTo>
                  <a:lnTo>
                    <a:pt x="69" y="1049"/>
                  </a:lnTo>
                  <a:lnTo>
                    <a:pt x="47" y="978"/>
                  </a:lnTo>
                  <a:lnTo>
                    <a:pt x="28" y="907"/>
                  </a:lnTo>
                  <a:lnTo>
                    <a:pt x="13" y="835"/>
                  </a:lnTo>
                  <a:lnTo>
                    <a:pt x="4" y="761"/>
                  </a:lnTo>
                  <a:lnTo>
                    <a:pt x="0" y="687"/>
                  </a:lnTo>
                  <a:lnTo>
                    <a:pt x="3" y="613"/>
                  </a:lnTo>
                  <a:lnTo>
                    <a:pt x="8" y="567"/>
                  </a:lnTo>
                  <a:lnTo>
                    <a:pt x="18" y="523"/>
                  </a:lnTo>
                  <a:lnTo>
                    <a:pt x="32" y="481"/>
                  </a:lnTo>
                  <a:lnTo>
                    <a:pt x="50" y="441"/>
                  </a:lnTo>
                  <a:lnTo>
                    <a:pt x="73" y="404"/>
                  </a:lnTo>
                  <a:lnTo>
                    <a:pt x="100" y="369"/>
                  </a:lnTo>
                  <a:lnTo>
                    <a:pt x="132" y="335"/>
                  </a:lnTo>
                  <a:lnTo>
                    <a:pt x="217" y="251"/>
                  </a:lnTo>
                  <a:lnTo>
                    <a:pt x="301" y="167"/>
                  </a:lnTo>
                  <a:lnTo>
                    <a:pt x="386" y="82"/>
                  </a:lnTo>
                  <a:lnTo>
                    <a:pt x="420" y="53"/>
                  </a:lnTo>
                  <a:lnTo>
                    <a:pt x="455" y="30"/>
                  </a:lnTo>
                  <a:lnTo>
                    <a:pt x="492" y="14"/>
                  </a:lnTo>
                  <a:lnTo>
                    <a:pt x="529" y="3"/>
                  </a:lnTo>
                  <a:lnTo>
                    <a:pt x="5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587">
              <a:extLst>
                <a:ext uri="{FF2B5EF4-FFF2-40B4-BE49-F238E27FC236}">
                  <a16:creationId xmlns:a16="http://schemas.microsoft.com/office/drawing/2014/main" id="{00045C1A-22A7-7299-DB8D-3E65E1879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" y="3522"/>
              <a:ext cx="172" cy="169"/>
            </a:xfrm>
            <a:custGeom>
              <a:avLst/>
              <a:gdLst>
                <a:gd name="T0" fmla="*/ 37 w 1033"/>
                <a:gd name="T1" fmla="*/ 0 h 1010"/>
                <a:gd name="T2" fmla="*/ 112 w 1033"/>
                <a:gd name="T3" fmla="*/ 14 h 1010"/>
                <a:gd name="T4" fmla="*/ 187 w 1033"/>
                <a:gd name="T5" fmla="*/ 31 h 1010"/>
                <a:gd name="T6" fmla="*/ 258 w 1033"/>
                <a:gd name="T7" fmla="*/ 53 h 1010"/>
                <a:gd name="T8" fmla="*/ 329 w 1033"/>
                <a:gd name="T9" fmla="*/ 80 h 1010"/>
                <a:gd name="T10" fmla="*/ 398 w 1033"/>
                <a:gd name="T11" fmla="*/ 112 h 1010"/>
                <a:gd name="T12" fmla="*/ 464 w 1033"/>
                <a:gd name="T13" fmla="*/ 148 h 1010"/>
                <a:gd name="T14" fmla="*/ 528 w 1033"/>
                <a:gd name="T15" fmla="*/ 188 h 1010"/>
                <a:gd name="T16" fmla="*/ 590 w 1033"/>
                <a:gd name="T17" fmla="*/ 233 h 1010"/>
                <a:gd name="T18" fmla="*/ 648 w 1033"/>
                <a:gd name="T19" fmla="*/ 281 h 1010"/>
                <a:gd name="T20" fmla="*/ 704 w 1033"/>
                <a:gd name="T21" fmla="*/ 333 h 1010"/>
                <a:gd name="T22" fmla="*/ 760 w 1033"/>
                <a:gd name="T23" fmla="*/ 393 h 1010"/>
                <a:gd name="T24" fmla="*/ 811 w 1033"/>
                <a:gd name="T25" fmla="*/ 455 h 1010"/>
                <a:gd name="T26" fmla="*/ 857 w 1033"/>
                <a:gd name="T27" fmla="*/ 521 h 1010"/>
                <a:gd name="T28" fmla="*/ 899 w 1033"/>
                <a:gd name="T29" fmla="*/ 589 h 1010"/>
                <a:gd name="T30" fmla="*/ 936 w 1033"/>
                <a:gd name="T31" fmla="*/ 659 h 1010"/>
                <a:gd name="T32" fmla="*/ 967 w 1033"/>
                <a:gd name="T33" fmla="*/ 733 h 1010"/>
                <a:gd name="T34" fmla="*/ 994 w 1033"/>
                <a:gd name="T35" fmla="*/ 809 h 1010"/>
                <a:gd name="T36" fmla="*/ 1016 w 1033"/>
                <a:gd name="T37" fmla="*/ 886 h 1010"/>
                <a:gd name="T38" fmla="*/ 1033 w 1033"/>
                <a:gd name="T39" fmla="*/ 966 h 1010"/>
                <a:gd name="T40" fmla="*/ 770 w 1033"/>
                <a:gd name="T41" fmla="*/ 1010 h 1010"/>
                <a:gd name="T42" fmla="*/ 755 w 1033"/>
                <a:gd name="T43" fmla="*/ 941 h 1010"/>
                <a:gd name="T44" fmla="*/ 735 w 1033"/>
                <a:gd name="T45" fmla="*/ 874 h 1010"/>
                <a:gd name="T46" fmla="*/ 712 w 1033"/>
                <a:gd name="T47" fmla="*/ 809 h 1010"/>
                <a:gd name="T48" fmla="*/ 681 w 1033"/>
                <a:gd name="T49" fmla="*/ 747 h 1010"/>
                <a:gd name="T50" fmla="*/ 647 w 1033"/>
                <a:gd name="T51" fmla="*/ 685 h 1010"/>
                <a:gd name="T52" fmla="*/ 609 w 1033"/>
                <a:gd name="T53" fmla="*/ 628 h 1010"/>
                <a:gd name="T54" fmla="*/ 565 w 1033"/>
                <a:gd name="T55" fmla="*/ 573 h 1010"/>
                <a:gd name="T56" fmla="*/ 517 w 1033"/>
                <a:gd name="T57" fmla="*/ 521 h 1010"/>
                <a:gd name="T58" fmla="*/ 468 w 1033"/>
                <a:gd name="T59" fmla="*/ 477 h 1010"/>
                <a:gd name="T60" fmla="*/ 417 w 1033"/>
                <a:gd name="T61" fmla="*/ 435 h 1010"/>
                <a:gd name="T62" fmla="*/ 363 w 1033"/>
                <a:gd name="T63" fmla="*/ 398 h 1010"/>
                <a:gd name="T64" fmla="*/ 308 w 1033"/>
                <a:gd name="T65" fmla="*/ 366 h 1010"/>
                <a:gd name="T66" fmla="*/ 250 w 1033"/>
                <a:gd name="T67" fmla="*/ 337 h 1010"/>
                <a:gd name="T68" fmla="*/ 190 w 1033"/>
                <a:gd name="T69" fmla="*/ 312 h 1010"/>
                <a:gd name="T70" fmla="*/ 129 w 1033"/>
                <a:gd name="T71" fmla="*/ 291 h 1010"/>
                <a:gd name="T72" fmla="*/ 64 w 1033"/>
                <a:gd name="T73" fmla="*/ 275 h 1010"/>
                <a:gd name="T74" fmla="*/ 0 w 1033"/>
                <a:gd name="T75" fmla="*/ 264 h 1010"/>
                <a:gd name="T76" fmla="*/ 37 w 1033"/>
                <a:gd name="T77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33" h="1010">
                  <a:moveTo>
                    <a:pt x="37" y="0"/>
                  </a:moveTo>
                  <a:lnTo>
                    <a:pt x="112" y="14"/>
                  </a:lnTo>
                  <a:lnTo>
                    <a:pt x="187" y="31"/>
                  </a:lnTo>
                  <a:lnTo>
                    <a:pt x="258" y="53"/>
                  </a:lnTo>
                  <a:lnTo>
                    <a:pt x="329" y="80"/>
                  </a:lnTo>
                  <a:lnTo>
                    <a:pt x="398" y="112"/>
                  </a:lnTo>
                  <a:lnTo>
                    <a:pt x="464" y="148"/>
                  </a:lnTo>
                  <a:lnTo>
                    <a:pt x="528" y="188"/>
                  </a:lnTo>
                  <a:lnTo>
                    <a:pt x="590" y="233"/>
                  </a:lnTo>
                  <a:lnTo>
                    <a:pt x="648" y="281"/>
                  </a:lnTo>
                  <a:lnTo>
                    <a:pt x="704" y="333"/>
                  </a:lnTo>
                  <a:lnTo>
                    <a:pt x="760" y="393"/>
                  </a:lnTo>
                  <a:lnTo>
                    <a:pt x="811" y="455"/>
                  </a:lnTo>
                  <a:lnTo>
                    <a:pt x="857" y="521"/>
                  </a:lnTo>
                  <a:lnTo>
                    <a:pt x="899" y="589"/>
                  </a:lnTo>
                  <a:lnTo>
                    <a:pt x="936" y="659"/>
                  </a:lnTo>
                  <a:lnTo>
                    <a:pt x="967" y="733"/>
                  </a:lnTo>
                  <a:lnTo>
                    <a:pt x="994" y="809"/>
                  </a:lnTo>
                  <a:lnTo>
                    <a:pt x="1016" y="886"/>
                  </a:lnTo>
                  <a:lnTo>
                    <a:pt x="1033" y="966"/>
                  </a:lnTo>
                  <a:lnTo>
                    <a:pt x="770" y="1010"/>
                  </a:lnTo>
                  <a:lnTo>
                    <a:pt x="755" y="941"/>
                  </a:lnTo>
                  <a:lnTo>
                    <a:pt x="735" y="874"/>
                  </a:lnTo>
                  <a:lnTo>
                    <a:pt x="712" y="809"/>
                  </a:lnTo>
                  <a:lnTo>
                    <a:pt x="681" y="747"/>
                  </a:lnTo>
                  <a:lnTo>
                    <a:pt x="647" y="685"/>
                  </a:lnTo>
                  <a:lnTo>
                    <a:pt x="609" y="628"/>
                  </a:lnTo>
                  <a:lnTo>
                    <a:pt x="565" y="573"/>
                  </a:lnTo>
                  <a:lnTo>
                    <a:pt x="517" y="521"/>
                  </a:lnTo>
                  <a:lnTo>
                    <a:pt x="468" y="477"/>
                  </a:lnTo>
                  <a:lnTo>
                    <a:pt x="417" y="435"/>
                  </a:lnTo>
                  <a:lnTo>
                    <a:pt x="363" y="398"/>
                  </a:lnTo>
                  <a:lnTo>
                    <a:pt x="308" y="366"/>
                  </a:lnTo>
                  <a:lnTo>
                    <a:pt x="250" y="337"/>
                  </a:lnTo>
                  <a:lnTo>
                    <a:pt x="190" y="312"/>
                  </a:lnTo>
                  <a:lnTo>
                    <a:pt x="129" y="291"/>
                  </a:lnTo>
                  <a:lnTo>
                    <a:pt x="64" y="275"/>
                  </a:lnTo>
                  <a:lnTo>
                    <a:pt x="0" y="264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588">
              <a:extLst>
                <a:ext uri="{FF2B5EF4-FFF2-40B4-BE49-F238E27FC236}">
                  <a16:creationId xmlns:a16="http://schemas.microsoft.com/office/drawing/2014/main" id="{1147B7D8-DE27-9A09-460D-91181E24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" y="3409"/>
              <a:ext cx="281" cy="274"/>
            </a:xfrm>
            <a:custGeom>
              <a:avLst/>
              <a:gdLst>
                <a:gd name="T0" fmla="*/ 36 w 1690"/>
                <a:gd name="T1" fmla="*/ 0 h 1646"/>
                <a:gd name="T2" fmla="*/ 141 w 1690"/>
                <a:gd name="T3" fmla="*/ 18 h 1646"/>
                <a:gd name="T4" fmla="*/ 244 w 1690"/>
                <a:gd name="T5" fmla="*/ 41 h 1646"/>
                <a:gd name="T6" fmla="*/ 345 w 1690"/>
                <a:gd name="T7" fmla="*/ 69 h 1646"/>
                <a:gd name="T8" fmla="*/ 445 w 1690"/>
                <a:gd name="T9" fmla="*/ 102 h 1646"/>
                <a:gd name="T10" fmla="*/ 541 w 1690"/>
                <a:gd name="T11" fmla="*/ 140 h 1646"/>
                <a:gd name="T12" fmla="*/ 636 w 1690"/>
                <a:gd name="T13" fmla="*/ 185 h 1646"/>
                <a:gd name="T14" fmla="*/ 728 w 1690"/>
                <a:gd name="T15" fmla="*/ 234 h 1646"/>
                <a:gd name="T16" fmla="*/ 817 w 1690"/>
                <a:gd name="T17" fmla="*/ 288 h 1646"/>
                <a:gd name="T18" fmla="*/ 904 w 1690"/>
                <a:gd name="T19" fmla="*/ 347 h 1646"/>
                <a:gd name="T20" fmla="*/ 987 w 1690"/>
                <a:gd name="T21" fmla="*/ 410 h 1646"/>
                <a:gd name="T22" fmla="*/ 1068 w 1690"/>
                <a:gd name="T23" fmla="*/ 479 h 1646"/>
                <a:gd name="T24" fmla="*/ 1145 w 1690"/>
                <a:gd name="T25" fmla="*/ 553 h 1646"/>
                <a:gd name="T26" fmla="*/ 1215 w 1690"/>
                <a:gd name="T27" fmla="*/ 626 h 1646"/>
                <a:gd name="T28" fmla="*/ 1280 w 1690"/>
                <a:gd name="T29" fmla="*/ 702 h 1646"/>
                <a:gd name="T30" fmla="*/ 1342 w 1690"/>
                <a:gd name="T31" fmla="*/ 781 h 1646"/>
                <a:gd name="T32" fmla="*/ 1399 w 1690"/>
                <a:gd name="T33" fmla="*/ 863 h 1646"/>
                <a:gd name="T34" fmla="*/ 1451 w 1690"/>
                <a:gd name="T35" fmla="*/ 948 h 1646"/>
                <a:gd name="T36" fmla="*/ 1500 w 1690"/>
                <a:gd name="T37" fmla="*/ 1035 h 1646"/>
                <a:gd name="T38" fmla="*/ 1543 w 1690"/>
                <a:gd name="T39" fmla="*/ 1125 h 1646"/>
                <a:gd name="T40" fmla="*/ 1582 w 1690"/>
                <a:gd name="T41" fmla="*/ 1216 h 1646"/>
                <a:gd name="T42" fmla="*/ 1616 w 1690"/>
                <a:gd name="T43" fmla="*/ 1309 h 1646"/>
                <a:gd name="T44" fmla="*/ 1645 w 1690"/>
                <a:gd name="T45" fmla="*/ 1405 h 1646"/>
                <a:gd name="T46" fmla="*/ 1670 w 1690"/>
                <a:gd name="T47" fmla="*/ 1502 h 1646"/>
                <a:gd name="T48" fmla="*/ 1690 w 1690"/>
                <a:gd name="T49" fmla="*/ 1601 h 1646"/>
                <a:gd name="T50" fmla="*/ 1428 w 1690"/>
                <a:gd name="T51" fmla="*/ 1646 h 1646"/>
                <a:gd name="T52" fmla="*/ 1409 w 1690"/>
                <a:gd name="T53" fmla="*/ 1552 h 1646"/>
                <a:gd name="T54" fmla="*/ 1385 w 1690"/>
                <a:gd name="T55" fmla="*/ 1461 h 1646"/>
                <a:gd name="T56" fmla="*/ 1356 w 1690"/>
                <a:gd name="T57" fmla="*/ 1372 h 1646"/>
                <a:gd name="T58" fmla="*/ 1323 w 1690"/>
                <a:gd name="T59" fmla="*/ 1284 h 1646"/>
                <a:gd name="T60" fmla="*/ 1285 w 1690"/>
                <a:gd name="T61" fmla="*/ 1198 h 1646"/>
                <a:gd name="T62" fmla="*/ 1241 w 1690"/>
                <a:gd name="T63" fmla="*/ 1115 h 1646"/>
                <a:gd name="T64" fmla="*/ 1193 w 1690"/>
                <a:gd name="T65" fmla="*/ 1035 h 1646"/>
                <a:gd name="T66" fmla="*/ 1141 w 1690"/>
                <a:gd name="T67" fmla="*/ 957 h 1646"/>
                <a:gd name="T68" fmla="*/ 1084 w 1690"/>
                <a:gd name="T69" fmla="*/ 882 h 1646"/>
                <a:gd name="T70" fmla="*/ 1024 w 1690"/>
                <a:gd name="T71" fmla="*/ 810 h 1646"/>
                <a:gd name="T72" fmla="*/ 957 w 1690"/>
                <a:gd name="T73" fmla="*/ 740 h 1646"/>
                <a:gd name="T74" fmla="*/ 884 w 1690"/>
                <a:gd name="T75" fmla="*/ 672 h 1646"/>
                <a:gd name="T76" fmla="*/ 809 w 1690"/>
                <a:gd name="T77" fmla="*/ 608 h 1646"/>
                <a:gd name="T78" fmla="*/ 729 w 1690"/>
                <a:gd name="T79" fmla="*/ 549 h 1646"/>
                <a:gd name="T80" fmla="*/ 646 w 1690"/>
                <a:gd name="T81" fmla="*/ 494 h 1646"/>
                <a:gd name="T82" fmla="*/ 561 w 1690"/>
                <a:gd name="T83" fmla="*/ 446 h 1646"/>
                <a:gd name="T84" fmla="*/ 473 w 1690"/>
                <a:gd name="T85" fmla="*/ 402 h 1646"/>
                <a:gd name="T86" fmla="*/ 382 w 1690"/>
                <a:gd name="T87" fmla="*/ 364 h 1646"/>
                <a:gd name="T88" fmla="*/ 290 w 1690"/>
                <a:gd name="T89" fmla="*/ 330 h 1646"/>
                <a:gd name="T90" fmla="*/ 195 w 1690"/>
                <a:gd name="T91" fmla="*/ 302 h 1646"/>
                <a:gd name="T92" fmla="*/ 99 w 1690"/>
                <a:gd name="T93" fmla="*/ 281 h 1646"/>
                <a:gd name="T94" fmla="*/ 0 w 1690"/>
                <a:gd name="T95" fmla="*/ 263 h 1646"/>
                <a:gd name="T96" fmla="*/ 36 w 1690"/>
                <a:gd name="T97" fmla="*/ 0 h 1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90" h="1646">
                  <a:moveTo>
                    <a:pt x="36" y="0"/>
                  </a:moveTo>
                  <a:lnTo>
                    <a:pt x="141" y="18"/>
                  </a:lnTo>
                  <a:lnTo>
                    <a:pt x="244" y="41"/>
                  </a:lnTo>
                  <a:lnTo>
                    <a:pt x="345" y="69"/>
                  </a:lnTo>
                  <a:lnTo>
                    <a:pt x="445" y="102"/>
                  </a:lnTo>
                  <a:lnTo>
                    <a:pt x="541" y="140"/>
                  </a:lnTo>
                  <a:lnTo>
                    <a:pt x="636" y="185"/>
                  </a:lnTo>
                  <a:lnTo>
                    <a:pt x="728" y="234"/>
                  </a:lnTo>
                  <a:lnTo>
                    <a:pt x="817" y="288"/>
                  </a:lnTo>
                  <a:lnTo>
                    <a:pt x="904" y="347"/>
                  </a:lnTo>
                  <a:lnTo>
                    <a:pt x="987" y="410"/>
                  </a:lnTo>
                  <a:lnTo>
                    <a:pt x="1068" y="479"/>
                  </a:lnTo>
                  <a:lnTo>
                    <a:pt x="1145" y="553"/>
                  </a:lnTo>
                  <a:lnTo>
                    <a:pt x="1215" y="626"/>
                  </a:lnTo>
                  <a:lnTo>
                    <a:pt x="1280" y="702"/>
                  </a:lnTo>
                  <a:lnTo>
                    <a:pt x="1342" y="781"/>
                  </a:lnTo>
                  <a:lnTo>
                    <a:pt x="1399" y="863"/>
                  </a:lnTo>
                  <a:lnTo>
                    <a:pt x="1451" y="948"/>
                  </a:lnTo>
                  <a:lnTo>
                    <a:pt x="1500" y="1035"/>
                  </a:lnTo>
                  <a:lnTo>
                    <a:pt x="1543" y="1125"/>
                  </a:lnTo>
                  <a:lnTo>
                    <a:pt x="1582" y="1216"/>
                  </a:lnTo>
                  <a:lnTo>
                    <a:pt x="1616" y="1309"/>
                  </a:lnTo>
                  <a:lnTo>
                    <a:pt x="1645" y="1405"/>
                  </a:lnTo>
                  <a:lnTo>
                    <a:pt x="1670" y="1502"/>
                  </a:lnTo>
                  <a:lnTo>
                    <a:pt x="1690" y="1601"/>
                  </a:lnTo>
                  <a:lnTo>
                    <a:pt x="1428" y="1646"/>
                  </a:lnTo>
                  <a:lnTo>
                    <a:pt x="1409" y="1552"/>
                  </a:lnTo>
                  <a:lnTo>
                    <a:pt x="1385" y="1461"/>
                  </a:lnTo>
                  <a:lnTo>
                    <a:pt x="1356" y="1372"/>
                  </a:lnTo>
                  <a:lnTo>
                    <a:pt x="1323" y="1284"/>
                  </a:lnTo>
                  <a:lnTo>
                    <a:pt x="1285" y="1198"/>
                  </a:lnTo>
                  <a:lnTo>
                    <a:pt x="1241" y="1115"/>
                  </a:lnTo>
                  <a:lnTo>
                    <a:pt x="1193" y="1035"/>
                  </a:lnTo>
                  <a:lnTo>
                    <a:pt x="1141" y="957"/>
                  </a:lnTo>
                  <a:lnTo>
                    <a:pt x="1084" y="882"/>
                  </a:lnTo>
                  <a:lnTo>
                    <a:pt x="1024" y="810"/>
                  </a:lnTo>
                  <a:lnTo>
                    <a:pt x="957" y="740"/>
                  </a:lnTo>
                  <a:lnTo>
                    <a:pt x="884" y="672"/>
                  </a:lnTo>
                  <a:lnTo>
                    <a:pt x="809" y="608"/>
                  </a:lnTo>
                  <a:lnTo>
                    <a:pt x="729" y="549"/>
                  </a:lnTo>
                  <a:lnTo>
                    <a:pt x="646" y="494"/>
                  </a:lnTo>
                  <a:lnTo>
                    <a:pt x="561" y="446"/>
                  </a:lnTo>
                  <a:lnTo>
                    <a:pt x="473" y="402"/>
                  </a:lnTo>
                  <a:lnTo>
                    <a:pt x="382" y="364"/>
                  </a:lnTo>
                  <a:lnTo>
                    <a:pt x="290" y="330"/>
                  </a:lnTo>
                  <a:lnTo>
                    <a:pt x="195" y="302"/>
                  </a:lnTo>
                  <a:lnTo>
                    <a:pt x="99" y="281"/>
                  </a:lnTo>
                  <a:lnTo>
                    <a:pt x="0" y="26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8184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6C1E7-0513-5805-27C6-718746DF20FD}"/>
              </a:ext>
            </a:extLst>
          </p:cNvPr>
          <p:cNvSpPr txBox="1"/>
          <p:nvPr/>
        </p:nvSpPr>
        <p:spPr>
          <a:xfrm>
            <a:off x="5083743" y="582931"/>
            <a:ext cx="20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HUNGRY</a:t>
            </a:r>
            <a:r>
              <a:rPr lang="id-ID" sz="16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FIRE</a:t>
            </a:r>
            <a:endParaRPr lang="en-ID" sz="16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7603-71D6-9E74-E0C4-29D80DA9C5F9}"/>
              </a:ext>
            </a:extLst>
          </p:cNvPr>
          <p:cNvSpPr txBox="1"/>
          <p:nvPr/>
        </p:nvSpPr>
        <p:spPr>
          <a:xfrm>
            <a:off x="500698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id-ID" dirty="0"/>
              <a:t>Home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DCEB4-4E26-C174-1046-1798FE81C896}"/>
              </a:ext>
            </a:extLst>
          </p:cNvPr>
          <p:cNvSpPr txBox="1"/>
          <p:nvPr/>
        </p:nvSpPr>
        <p:spPr>
          <a:xfrm>
            <a:off x="1521460" y="597858"/>
            <a:ext cx="71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accent2"/>
                </a:solidFill>
                <a:latin typeface="Montserrat Light" panose="00000400000000000000" pitchFamily="2" charset="0"/>
              </a:defRPr>
            </a:lvl1pPr>
          </a:lstStyle>
          <a:p>
            <a:r>
              <a:rPr lang="id-ID" dirty="0"/>
              <a:t>About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D3F0B-8756-AA80-929B-22E45A819CC0}"/>
              </a:ext>
            </a:extLst>
          </p:cNvPr>
          <p:cNvSpPr txBox="1"/>
          <p:nvPr/>
        </p:nvSpPr>
        <p:spPr>
          <a:xfrm>
            <a:off x="2543651" y="597858"/>
            <a:ext cx="896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2"/>
                </a:solidFill>
                <a:latin typeface="Montserrat Light" panose="00000400000000000000" pitchFamily="2" charset="0"/>
              </a:rPr>
              <a:t>Contact</a:t>
            </a:r>
            <a:endParaRPr lang="en-ID" sz="1100" dirty="0">
              <a:solidFill>
                <a:schemeClr val="accent2"/>
              </a:solidFill>
              <a:latin typeface="Montserrat Light" panose="000004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A87895-4F62-7E81-FBFD-3FEE92F7E222}"/>
              </a:ext>
            </a:extLst>
          </p:cNvPr>
          <p:cNvSpPr/>
          <p:nvPr/>
        </p:nvSpPr>
        <p:spPr>
          <a:xfrm>
            <a:off x="11272385" y="608333"/>
            <a:ext cx="251135" cy="2511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16D62C-77BE-ACDB-47A1-E6112AB643C0}"/>
              </a:ext>
            </a:extLst>
          </p:cNvPr>
          <p:cNvSpPr/>
          <p:nvPr/>
        </p:nvSpPr>
        <p:spPr>
          <a:xfrm>
            <a:off x="10520060" y="611900"/>
            <a:ext cx="711045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71AC3-DB97-62B3-34F3-143047274F41}"/>
              </a:ext>
            </a:extLst>
          </p:cNvPr>
          <p:cNvSpPr txBox="1"/>
          <p:nvPr/>
        </p:nvSpPr>
        <p:spPr>
          <a:xfrm>
            <a:off x="10527203" y="597858"/>
            <a:ext cx="696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dirty="0">
                <a:solidFill>
                  <a:schemeClr val="accent3"/>
                </a:solidFill>
                <a:latin typeface="Montserrat Light" panose="00000400000000000000" pitchFamily="2" charset="0"/>
                <a:ea typeface="Urbanist" panose="020B0A04040200000203" pitchFamily="34" charset="0"/>
                <a:cs typeface="Poppins Light" panose="00000400000000000000" pitchFamily="2" charset="0"/>
              </a:rPr>
              <a:t>Search</a:t>
            </a:r>
            <a:endParaRPr lang="en-ID" sz="1100" dirty="0">
              <a:solidFill>
                <a:schemeClr val="accent3"/>
              </a:solidFill>
              <a:latin typeface="Montserrat Light" panose="00000400000000000000" pitchFamily="2" charset="0"/>
              <a:ea typeface="Urbanist" panose="020B0A04040200000203" pitchFamily="34" charset="0"/>
              <a:cs typeface="Poppins Light" panose="00000400000000000000" pitchFamily="2" charset="0"/>
            </a:endParaRPr>
          </a:p>
        </p:txBody>
      </p:sp>
      <p:sp>
        <p:nvSpPr>
          <p:cNvPr id="10" name="Freeform 1018">
            <a:extLst>
              <a:ext uri="{FF2B5EF4-FFF2-40B4-BE49-F238E27FC236}">
                <a16:creationId xmlns:a16="http://schemas.microsoft.com/office/drawing/2014/main" id="{2C66C17B-A587-8F13-3598-D0A86E6B2008}"/>
              </a:ext>
            </a:extLst>
          </p:cNvPr>
          <p:cNvSpPr>
            <a:spLocks noEditPoints="1"/>
          </p:cNvSpPr>
          <p:nvPr/>
        </p:nvSpPr>
        <p:spPr bwMode="auto">
          <a:xfrm>
            <a:off x="11342235" y="683545"/>
            <a:ext cx="109837" cy="113871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7741E-19D6-08B8-0D39-F49BCAED85E6}"/>
              </a:ext>
            </a:extLst>
          </p:cNvPr>
          <p:cNvSpPr txBox="1"/>
          <p:nvPr/>
        </p:nvSpPr>
        <p:spPr>
          <a:xfrm>
            <a:off x="393376" y="1268413"/>
            <a:ext cx="1140524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5000" dirty="0">
                <a:solidFill>
                  <a:schemeClr val="accent1"/>
                </a:solidFill>
                <a:latin typeface="Spicy Rice" panose="020E0506000000020000" pitchFamily="34" charset="0"/>
                <a:ea typeface="Bungee" pitchFamily="2" charset="0"/>
              </a:rPr>
              <a:t>THANK </a:t>
            </a:r>
            <a:r>
              <a:rPr lang="id-ID" sz="15000" dirty="0">
                <a:solidFill>
                  <a:schemeClr val="accent2"/>
                </a:solidFill>
                <a:latin typeface="Spicy Rice" panose="020E0506000000020000" pitchFamily="34" charset="0"/>
                <a:ea typeface="Bungee" pitchFamily="2" charset="0"/>
              </a:rPr>
              <a:t>YOU!</a:t>
            </a:r>
            <a:endParaRPr lang="en-ID" sz="15000" dirty="0">
              <a:solidFill>
                <a:schemeClr val="accent2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4FB7DD7-0989-AAE0-13A8-68D7F61C6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1" t="40000" r="20571"/>
          <a:stretch>
            <a:fillRect/>
          </a:stretch>
        </p:blipFill>
        <p:spPr>
          <a:xfrm>
            <a:off x="2507974" y="2743200"/>
            <a:ext cx="7176052" cy="4114800"/>
          </a:xfrm>
          <a:custGeom>
            <a:avLst/>
            <a:gdLst>
              <a:gd name="connsiteX0" fmla="*/ 512745 w 7176052"/>
              <a:gd name="connsiteY0" fmla="*/ 0 h 4114800"/>
              <a:gd name="connsiteX1" fmla="*/ 6663307 w 7176052"/>
              <a:gd name="connsiteY1" fmla="*/ 0 h 4114800"/>
              <a:gd name="connsiteX2" fmla="*/ 7176052 w 7176052"/>
              <a:gd name="connsiteY2" fmla="*/ 512745 h 4114800"/>
              <a:gd name="connsiteX3" fmla="*/ 7176052 w 7176052"/>
              <a:gd name="connsiteY3" fmla="*/ 3602055 h 4114800"/>
              <a:gd name="connsiteX4" fmla="*/ 6663307 w 7176052"/>
              <a:gd name="connsiteY4" fmla="*/ 4114800 h 4114800"/>
              <a:gd name="connsiteX5" fmla="*/ 512745 w 7176052"/>
              <a:gd name="connsiteY5" fmla="*/ 4114800 h 4114800"/>
              <a:gd name="connsiteX6" fmla="*/ 0 w 7176052"/>
              <a:gd name="connsiteY6" fmla="*/ 3602055 h 4114800"/>
              <a:gd name="connsiteX7" fmla="*/ 0 w 7176052"/>
              <a:gd name="connsiteY7" fmla="*/ 512745 h 4114800"/>
              <a:gd name="connsiteX8" fmla="*/ 512745 w 7176052"/>
              <a:gd name="connsiteY8" fmla="*/ 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76052" h="4114800">
                <a:moveTo>
                  <a:pt x="512745" y="0"/>
                </a:moveTo>
                <a:lnTo>
                  <a:pt x="6663307" y="0"/>
                </a:lnTo>
                <a:cubicBezTo>
                  <a:pt x="6946488" y="0"/>
                  <a:pt x="7176052" y="229564"/>
                  <a:pt x="7176052" y="512745"/>
                </a:cubicBezTo>
                <a:lnTo>
                  <a:pt x="7176052" y="3602055"/>
                </a:lnTo>
                <a:cubicBezTo>
                  <a:pt x="7176052" y="3885236"/>
                  <a:pt x="6946488" y="4114800"/>
                  <a:pt x="6663307" y="4114800"/>
                </a:cubicBezTo>
                <a:lnTo>
                  <a:pt x="512745" y="4114800"/>
                </a:lnTo>
                <a:cubicBezTo>
                  <a:pt x="229564" y="4114800"/>
                  <a:pt x="0" y="3885236"/>
                  <a:pt x="0" y="3602055"/>
                </a:cubicBezTo>
                <a:lnTo>
                  <a:pt x="0" y="512745"/>
                </a:lnTo>
                <a:cubicBezTo>
                  <a:pt x="0" y="229564"/>
                  <a:pt x="229564" y="0"/>
                  <a:pt x="512745" y="0"/>
                </a:cubicBezTo>
                <a:close/>
              </a:path>
            </a:pathLst>
          </a:cu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4FCA90-1ED7-4CCF-2FBE-71375FC336B0}"/>
              </a:ext>
            </a:extLst>
          </p:cNvPr>
          <p:cNvSpPr/>
          <p:nvPr/>
        </p:nvSpPr>
        <p:spPr>
          <a:xfrm>
            <a:off x="1230666" y="3784789"/>
            <a:ext cx="1981627" cy="33888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527B68-EAE7-BF51-2298-10A2082D2E4F}"/>
              </a:ext>
            </a:extLst>
          </p:cNvPr>
          <p:cNvSpPr txBox="1"/>
          <p:nvPr/>
        </p:nvSpPr>
        <p:spPr>
          <a:xfrm>
            <a:off x="1230666" y="3801725"/>
            <a:ext cx="1981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SEE YOU NEXT TIIME</a:t>
            </a:r>
            <a:endParaRPr lang="en-ID" sz="14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95B96D-DB89-B63A-7456-28C288C6EDD3}"/>
              </a:ext>
            </a:extLst>
          </p:cNvPr>
          <p:cNvSpPr/>
          <p:nvPr/>
        </p:nvSpPr>
        <p:spPr>
          <a:xfrm>
            <a:off x="3252211" y="3784789"/>
            <a:ext cx="338886" cy="3388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EE113ED1-478D-31BC-633F-D00F15B1DA35}"/>
              </a:ext>
            </a:extLst>
          </p:cNvPr>
          <p:cNvSpPr/>
          <p:nvPr/>
        </p:nvSpPr>
        <p:spPr>
          <a:xfrm flipH="1">
            <a:off x="3354497" y="3872270"/>
            <a:ext cx="151864" cy="148017"/>
          </a:xfrm>
          <a:custGeom>
            <a:avLst/>
            <a:gdLst>
              <a:gd name="connsiteX0" fmla="*/ 294665 w 512617"/>
              <a:gd name="connsiteY0" fmla="*/ 466167 h 499631"/>
              <a:gd name="connsiteX1" fmla="*/ 269266 w 512617"/>
              <a:gd name="connsiteY1" fmla="*/ 491566 h 499631"/>
              <a:gd name="connsiteX2" fmla="*/ 230480 w 512617"/>
              <a:gd name="connsiteY2" fmla="*/ 491566 h 499631"/>
              <a:gd name="connsiteX3" fmla="*/ 8066 w 512617"/>
              <a:gd name="connsiteY3" fmla="*/ 269266 h 499631"/>
              <a:gd name="connsiteX4" fmla="*/ 8066 w 512617"/>
              <a:gd name="connsiteY4" fmla="*/ 230480 h 499631"/>
              <a:gd name="connsiteX5" fmla="*/ 230480 w 512617"/>
              <a:gd name="connsiteY5" fmla="*/ 8066 h 499631"/>
              <a:gd name="connsiteX6" fmla="*/ 269266 w 512617"/>
              <a:gd name="connsiteY6" fmla="*/ 8066 h 499631"/>
              <a:gd name="connsiteX7" fmla="*/ 294665 w 512617"/>
              <a:gd name="connsiteY7" fmla="*/ 33465 h 499631"/>
              <a:gd name="connsiteX8" fmla="*/ 294207 w 512617"/>
              <a:gd name="connsiteY8" fmla="*/ 72708 h 499631"/>
              <a:gd name="connsiteX9" fmla="*/ 156342 w 512617"/>
              <a:gd name="connsiteY9" fmla="*/ 204052 h 499631"/>
              <a:gd name="connsiteX10" fmla="*/ 485159 w 512617"/>
              <a:gd name="connsiteY10" fmla="*/ 204052 h 499631"/>
              <a:gd name="connsiteX11" fmla="*/ 512617 w 512617"/>
              <a:gd name="connsiteY11" fmla="*/ 231510 h 499631"/>
              <a:gd name="connsiteX12" fmla="*/ 512617 w 512617"/>
              <a:gd name="connsiteY12" fmla="*/ 268122 h 499631"/>
              <a:gd name="connsiteX13" fmla="*/ 485159 w 512617"/>
              <a:gd name="connsiteY13" fmla="*/ 295580 h 499631"/>
              <a:gd name="connsiteX14" fmla="*/ 156342 w 512617"/>
              <a:gd name="connsiteY14" fmla="*/ 295580 h 499631"/>
              <a:gd name="connsiteX15" fmla="*/ 294207 w 512617"/>
              <a:gd name="connsiteY15" fmla="*/ 426924 h 499631"/>
              <a:gd name="connsiteX16" fmla="*/ 294665 w 512617"/>
              <a:gd name="connsiteY16" fmla="*/ 466167 h 499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2617" h="499631">
                <a:moveTo>
                  <a:pt x="294665" y="466167"/>
                </a:moveTo>
                <a:lnTo>
                  <a:pt x="269266" y="491566"/>
                </a:lnTo>
                <a:cubicBezTo>
                  <a:pt x="258511" y="502320"/>
                  <a:pt x="241121" y="502320"/>
                  <a:pt x="230480" y="491566"/>
                </a:cubicBezTo>
                <a:lnTo>
                  <a:pt x="8066" y="269266"/>
                </a:lnTo>
                <a:cubicBezTo>
                  <a:pt x="-2689" y="258511"/>
                  <a:pt x="-2689" y="241121"/>
                  <a:pt x="8066" y="230480"/>
                </a:cubicBezTo>
                <a:lnTo>
                  <a:pt x="230480" y="8066"/>
                </a:lnTo>
                <a:cubicBezTo>
                  <a:pt x="241235" y="-2689"/>
                  <a:pt x="258625" y="-2689"/>
                  <a:pt x="269266" y="8066"/>
                </a:cubicBezTo>
                <a:lnTo>
                  <a:pt x="294665" y="33465"/>
                </a:lnTo>
                <a:cubicBezTo>
                  <a:pt x="305534" y="44334"/>
                  <a:pt x="305305" y="62068"/>
                  <a:pt x="294207" y="72708"/>
                </a:cubicBezTo>
                <a:lnTo>
                  <a:pt x="156342" y="204052"/>
                </a:lnTo>
                <a:lnTo>
                  <a:pt x="485159" y="204052"/>
                </a:lnTo>
                <a:cubicBezTo>
                  <a:pt x="500375" y="204052"/>
                  <a:pt x="512617" y="216294"/>
                  <a:pt x="512617" y="231510"/>
                </a:cubicBezTo>
                <a:lnTo>
                  <a:pt x="512617" y="268122"/>
                </a:lnTo>
                <a:cubicBezTo>
                  <a:pt x="512617" y="283338"/>
                  <a:pt x="500375" y="295580"/>
                  <a:pt x="485159" y="295580"/>
                </a:cubicBezTo>
                <a:lnTo>
                  <a:pt x="156342" y="295580"/>
                </a:lnTo>
                <a:lnTo>
                  <a:pt x="294207" y="426924"/>
                </a:lnTo>
                <a:cubicBezTo>
                  <a:pt x="305419" y="437564"/>
                  <a:pt x="305648" y="455298"/>
                  <a:pt x="294665" y="466167"/>
                </a:cubicBezTo>
                <a:close/>
              </a:path>
            </a:pathLst>
          </a:custGeom>
          <a:solidFill>
            <a:schemeClr val="accent3"/>
          </a:solidFill>
          <a:ln w="1127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9EF91F8-ECA0-89DE-FD07-5A991070B0C2}"/>
              </a:ext>
            </a:extLst>
          </p:cNvPr>
          <p:cNvSpPr/>
          <p:nvPr/>
        </p:nvSpPr>
        <p:spPr>
          <a:xfrm rot="21240000">
            <a:off x="-70503" y="5535551"/>
            <a:ext cx="12333007" cy="702630"/>
          </a:xfrm>
          <a:custGeom>
            <a:avLst/>
            <a:gdLst>
              <a:gd name="connsiteX0" fmla="*/ 12333007 w 12333007"/>
              <a:gd name="connsiteY0" fmla="*/ 0 h 702630"/>
              <a:gd name="connsiteX1" fmla="*/ 12259157 w 12333007"/>
              <a:gd name="connsiteY1" fmla="*/ 702630 h 702630"/>
              <a:gd name="connsiteX2" fmla="*/ 0 w 12333007"/>
              <a:gd name="connsiteY2" fmla="*/ 702630 h 702630"/>
              <a:gd name="connsiteX3" fmla="*/ 73849 w 12333007"/>
              <a:gd name="connsiteY3" fmla="*/ 0 h 70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33007" h="702630">
                <a:moveTo>
                  <a:pt x="12333007" y="0"/>
                </a:moveTo>
                <a:lnTo>
                  <a:pt x="12259157" y="702630"/>
                </a:lnTo>
                <a:lnTo>
                  <a:pt x="0" y="702630"/>
                </a:lnTo>
                <a:lnTo>
                  <a:pt x="73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33400" sx="78000" sy="7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F7C040-3443-B44D-A948-FC12C8B72A45}"/>
              </a:ext>
            </a:extLst>
          </p:cNvPr>
          <p:cNvSpPr txBox="1"/>
          <p:nvPr/>
        </p:nvSpPr>
        <p:spPr>
          <a:xfrm rot="21211540">
            <a:off x="9723986" y="5108617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E37772-17DF-5701-8DBD-6358CAB3AAF0}"/>
              </a:ext>
            </a:extLst>
          </p:cNvPr>
          <p:cNvSpPr txBox="1"/>
          <p:nvPr/>
        </p:nvSpPr>
        <p:spPr>
          <a:xfrm rot="21211540">
            <a:off x="-347644" y="6192693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3941D2-0961-35B6-D9D6-5E4043EB214A}"/>
              </a:ext>
            </a:extLst>
          </p:cNvPr>
          <p:cNvSpPr txBox="1"/>
          <p:nvPr/>
        </p:nvSpPr>
        <p:spPr>
          <a:xfrm rot="21211540">
            <a:off x="2824287" y="5833070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76C990-8DC5-D135-B8DB-EAE66737566C}"/>
              </a:ext>
            </a:extLst>
          </p:cNvPr>
          <p:cNvSpPr txBox="1"/>
          <p:nvPr/>
        </p:nvSpPr>
        <p:spPr>
          <a:xfrm rot="21211540">
            <a:off x="6425730" y="5440199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C3BDB07-962D-D5CA-28EC-7636DF5E7414}"/>
              </a:ext>
            </a:extLst>
          </p:cNvPr>
          <p:cNvSpPr/>
          <p:nvPr/>
        </p:nvSpPr>
        <p:spPr>
          <a:xfrm rot="350257">
            <a:off x="-67696" y="5536784"/>
            <a:ext cx="12327393" cy="702630"/>
          </a:xfrm>
          <a:custGeom>
            <a:avLst/>
            <a:gdLst>
              <a:gd name="connsiteX0" fmla="*/ 0 w 12327393"/>
              <a:gd name="connsiteY0" fmla="*/ 0 h 702630"/>
              <a:gd name="connsiteX1" fmla="*/ 12255557 w 12327393"/>
              <a:gd name="connsiteY1" fmla="*/ 0 h 702630"/>
              <a:gd name="connsiteX2" fmla="*/ 12327393 w 12327393"/>
              <a:gd name="connsiteY2" fmla="*/ 702630 h 702630"/>
              <a:gd name="connsiteX3" fmla="*/ 71837 w 12327393"/>
              <a:gd name="connsiteY3" fmla="*/ 702630 h 70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7393" h="702630">
                <a:moveTo>
                  <a:pt x="0" y="0"/>
                </a:moveTo>
                <a:lnTo>
                  <a:pt x="12255557" y="0"/>
                </a:lnTo>
                <a:lnTo>
                  <a:pt x="12327393" y="702630"/>
                </a:lnTo>
                <a:lnTo>
                  <a:pt x="71837" y="702630"/>
                </a:lnTo>
                <a:close/>
              </a:path>
            </a:pathLst>
          </a:custGeom>
          <a:ln>
            <a:noFill/>
          </a:ln>
          <a:effectLst>
            <a:outerShdw blurRad="533400" sx="78000" sy="7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F28C0D-777F-E1E4-067B-6C2201FB9E24}"/>
              </a:ext>
            </a:extLst>
          </p:cNvPr>
          <p:cNvSpPr txBox="1"/>
          <p:nvPr/>
        </p:nvSpPr>
        <p:spPr>
          <a:xfrm rot="360000">
            <a:off x="-378496" y="5117486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CA413D-7465-0AA9-614D-719F339BFA14}"/>
              </a:ext>
            </a:extLst>
          </p:cNvPr>
          <p:cNvSpPr txBox="1"/>
          <p:nvPr/>
        </p:nvSpPr>
        <p:spPr>
          <a:xfrm rot="360000">
            <a:off x="2796234" y="5451497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F4A95F-E9C3-B2C5-B35B-9E5CB68FA7E5}"/>
              </a:ext>
            </a:extLst>
          </p:cNvPr>
          <p:cNvSpPr txBox="1"/>
          <p:nvPr/>
        </p:nvSpPr>
        <p:spPr>
          <a:xfrm rot="360000">
            <a:off x="6335518" y="5832104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2C7FE0-408D-E1D6-10FE-3A2942412682}"/>
              </a:ext>
            </a:extLst>
          </p:cNvPr>
          <p:cNvSpPr txBox="1"/>
          <p:nvPr/>
        </p:nvSpPr>
        <p:spPr>
          <a:xfrm rot="360000">
            <a:off x="9725308" y="6190382"/>
            <a:ext cx="279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dirty="0">
                <a:solidFill>
                  <a:schemeClr val="accent3"/>
                </a:solidFill>
                <a:latin typeface="Spicy Rice" panose="020E0506000000020000" pitchFamily="34" charset="0"/>
                <a:ea typeface="Bungee" pitchFamily="2" charset="0"/>
              </a:rPr>
              <a:t>HUNGRYFIRE</a:t>
            </a:r>
            <a:endParaRPr lang="en-ID" sz="2800" dirty="0">
              <a:solidFill>
                <a:schemeClr val="accent3"/>
              </a:solidFill>
              <a:latin typeface="Spicy Rice" panose="020E0506000000020000" pitchFamily="34" charset="0"/>
              <a:ea typeface="Bungee" pitchFamily="2" charset="0"/>
            </a:endParaRPr>
          </a:p>
        </p:txBody>
      </p:sp>
      <p:sp>
        <p:nvSpPr>
          <p:cNvPr id="60" name="Graphic 51">
            <a:extLst>
              <a:ext uri="{FF2B5EF4-FFF2-40B4-BE49-F238E27FC236}">
                <a16:creationId xmlns:a16="http://schemas.microsoft.com/office/drawing/2014/main" id="{68F13857-5F82-A9FF-B751-6F647A18043D}"/>
              </a:ext>
            </a:extLst>
          </p:cNvPr>
          <p:cNvSpPr/>
          <p:nvPr/>
        </p:nvSpPr>
        <p:spPr>
          <a:xfrm rot="360000">
            <a:off x="9297896" y="610641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1" name="Graphic 51">
            <a:extLst>
              <a:ext uri="{FF2B5EF4-FFF2-40B4-BE49-F238E27FC236}">
                <a16:creationId xmlns:a16="http://schemas.microsoft.com/office/drawing/2014/main" id="{2C9BEE7B-133F-A87F-5A30-69DF4D3512AA}"/>
              </a:ext>
            </a:extLst>
          </p:cNvPr>
          <p:cNvSpPr/>
          <p:nvPr/>
        </p:nvSpPr>
        <p:spPr>
          <a:xfrm rot="360000">
            <a:off x="5819402" y="5741792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2" name="Graphic 51">
            <a:extLst>
              <a:ext uri="{FF2B5EF4-FFF2-40B4-BE49-F238E27FC236}">
                <a16:creationId xmlns:a16="http://schemas.microsoft.com/office/drawing/2014/main" id="{07DEDE4B-4959-8428-DD42-069A88F12DFC}"/>
              </a:ext>
            </a:extLst>
          </p:cNvPr>
          <p:cNvSpPr/>
          <p:nvPr/>
        </p:nvSpPr>
        <p:spPr>
          <a:xfrm rot="360000">
            <a:off x="2415929" y="5386082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3" name="Graphic 51">
            <a:extLst>
              <a:ext uri="{FF2B5EF4-FFF2-40B4-BE49-F238E27FC236}">
                <a16:creationId xmlns:a16="http://schemas.microsoft.com/office/drawing/2014/main" id="{38B46691-A9D2-B90B-BFFD-F943102F9B9F}"/>
              </a:ext>
            </a:extLst>
          </p:cNvPr>
          <p:cNvSpPr/>
          <p:nvPr/>
        </p:nvSpPr>
        <p:spPr>
          <a:xfrm rot="21240000">
            <a:off x="2415929" y="611180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4" name="Graphic 51">
            <a:extLst>
              <a:ext uri="{FF2B5EF4-FFF2-40B4-BE49-F238E27FC236}">
                <a16:creationId xmlns:a16="http://schemas.microsoft.com/office/drawing/2014/main" id="{00FAB823-3C4C-3236-4DED-B536D3EF1485}"/>
              </a:ext>
            </a:extLst>
          </p:cNvPr>
          <p:cNvSpPr/>
          <p:nvPr/>
        </p:nvSpPr>
        <p:spPr>
          <a:xfrm rot="21240000">
            <a:off x="9329878" y="5409164"/>
            <a:ext cx="301170" cy="263524"/>
          </a:xfrm>
          <a:custGeom>
            <a:avLst/>
            <a:gdLst>
              <a:gd name="connsiteX0" fmla="*/ 414338 w 457200"/>
              <a:gd name="connsiteY0" fmla="*/ 200025 h 400050"/>
              <a:gd name="connsiteX1" fmla="*/ 42863 w 457200"/>
              <a:gd name="connsiteY1" fmla="*/ 200025 h 400050"/>
              <a:gd name="connsiteX2" fmla="*/ 0 w 457200"/>
              <a:gd name="connsiteY2" fmla="*/ 242888 h 400050"/>
              <a:gd name="connsiteX3" fmla="*/ 42863 w 457200"/>
              <a:gd name="connsiteY3" fmla="*/ 285750 h 400050"/>
              <a:gd name="connsiteX4" fmla="*/ 414338 w 457200"/>
              <a:gd name="connsiteY4" fmla="*/ 285750 h 400050"/>
              <a:gd name="connsiteX5" fmla="*/ 457200 w 457200"/>
              <a:gd name="connsiteY5" fmla="*/ 242888 h 400050"/>
              <a:gd name="connsiteX6" fmla="*/ 414338 w 457200"/>
              <a:gd name="connsiteY6" fmla="*/ 200025 h 400050"/>
              <a:gd name="connsiteX7" fmla="*/ 428625 w 457200"/>
              <a:gd name="connsiteY7" fmla="*/ 314325 h 400050"/>
              <a:gd name="connsiteX8" fmla="*/ 28575 w 457200"/>
              <a:gd name="connsiteY8" fmla="*/ 314325 h 400050"/>
              <a:gd name="connsiteX9" fmla="*/ 14288 w 457200"/>
              <a:gd name="connsiteY9" fmla="*/ 328613 h 400050"/>
              <a:gd name="connsiteX10" fmla="*/ 14288 w 457200"/>
              <a:gd name="connsiteY10" fmla="*/ 342900 h 400050"/>
              <a:gd name="connsiteX11" fmla="*/ 71438 w 457200"/>
              <a:gd name="connsiteY11" fmla="*/ 400050 h 400050"/>
              <a:gd name="connsiteX12" fmla="*/ 385763 w 457200"/>
              <a:gd name="connsiteY12" fmla="*/ 400050 h 400050"/>
              <a:gd name="connsiteX13" fmla="*/ 442913 w 457200"/>
              <a:gd name="connsiteY13" fmla="*/ 342900 h 400050"/>
              <a:gd name="connsiteX14" fmla="*/ 442913 w 457200"/>
              <a:gd name="connsiteY14" fmla="*/ 328613 h 400050"/>
              <a:gd name="connsiteX15" fmla="*/ 428625 w 457200"/>
              <a:gd name="connsiteY15" fmla="*/ 314325 h 400050"/>
              <a:gd name="connsiteX16" fmla="*/ 52364 w 457200"/>
              <a:gd name="connsiteY16" fmla="*/ 171450 h 400050"/>
              <a:gd name="connsiteX17" fmla="*/ 404836 w 457200"/>
              <a:gd name="connsiteY17" fmla="*/ 171450 h 400050"/>
              <a:gd name="connsiteX18" fmla="*/ 435929 w 457200"/>
              <a:gd name="connsiteY18" fmla="*/ 103692 h 400050"/>
              <a:gd name="connsiteX19" fmla="*/ 228600 w 457200"/>
              <a:gd name="connsiteY19" fmla="*/ 0 h 400050"/>
              <a:gd name="connsiteX20" fmla="*/ 21271 w 457200"/>
              <a:gd name="connsiteY20" fmla="*/ 103683 h 400050"/>
              <a:gd name="connsiteX21" fmla="*/ 52364 w 457200"/>
              <a:gd name="connsiteY21" fmla="*/ 171450 h 400050"/>
              <a:gd name="connsiteX22" fmla="*/ 342900 w 457200"/>
              <a:gd name="connsiteY22" fmla="*/ 71438 h 400050"/>
              <a:gd name="connsiteX23" fmla="*/ 357188 w 457200"/>
              <a:gd name="connsiteY23" fmla="*/ 85725 h 400050"/>
              <a:gd name="connsiteX24" fmla="*/ 342900 w 457200"/>
              <a:gd name="connsiteY24" fmla="*/ 100013 h 400050"/>
              <a:gd name="connsiteX25" fmla="*/ 328613 w 457200"/>
              <a:gd name="connsiteY25" fmla="*/ 85725 h 400050"/>
              <a:gd name="connsiteX26" fmla="*/ 342900 w 457200"/>
              <a:gd name="connsiteY26" fmla="*/ 71438 h 400050"/>
              <a:gd name="connsiteX27" fmla="*/ 228600 w 457200"/>
              <a:gd name="connsiteY27" fmla="*/ 42863 h 400050"/>
              <a:gd name="connsiteX28" fmla="*/ 242888 w 457200"/>
              <a:gd name="connsiteY28" fmla="*/ 57150 h 400050"/>
              <a:gd name="connsiteX29" fmla="*/ 228600 w 457200"/>
              <a:gd name="connsiteY29" fmla="*/ 71438 h 400050"/>
              <a:gd name="connsiteX30" fmla="*/ 214313 w 457200"/>
              <a:gd name="connsiteY30" fmla="*/ 57150 h 400050"/>
              <a:gd name="connsiteX31" fmla="*/ 228600 w 457200"/>
              <a:gd name="connsiteY31" fmla="*/ 42863 h 400050"/>
              <a:gd name="connsiteX32" fmla="*/ 114300 w 457200"/>
              <a:gd name="connsiteY32" fmla="*/ 71438 h 400050"/>
              <a:gd name="connsiteX33" fmla="*/ 128588 w 457200"/>
              <a:gd name="connsiteY33" fmla="*/ 85725 h 400050"/>
              <a:gd name="connsiteX34" fmla="*/ 114300 w 457200"/>
              <a:gd name="connsiteY34" fmla="*/ 100013 h 400050"/>
              <a:gd name="connsiteX35" fmla="*/ 100013 w 457200"/>
              <a:gd name="connsiteY35" fmla="*/ 85725 h 400050"/>
              <a:gd name="connsiteX36" fmla="*/ 114300 w 457200"/>
              <a:gd name="connsiteY36" fmla="*/ 71438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57200" h="400050">
                <a:moveTo>
                  <a:pt x="414338" y="200025"/>
                </a:moveTo>
                <a:lnTo>
                  <a:pt x="42863" y="200025"/>
                </a:lnTo>
                <a:cubicBezTo>
                  <a:pt x="19190" y="200025"/>
                  <a:pt x="0" y="219215"/>
                  <a:pt x="0" y="242888"/>
                </a:cubicBezTo>
                <a:cubicBezTo>
                  <a:pt x="0" y="266560"/>
                  <a:pt x="19190" y="285750"/>
                  <a:pt x="42863" y="285750"/>
                </a:cubicBezTo>
                <a:lnTo>
                  <a:pt x="414338" y="285750"/>
                </a:lnTo>
                <a:cubicBezTo>
                  <a:pt x="438010" y="285750"/>
                  <a:pt x="457200" y="266560"/>
                  <a:pt x="457200" y="242888"/>
                </a:cubicBezTo>
                <a:cubicBezTo>
                  <a:pt x="457200" y="219215"/>
                  <a:pt x="438010" y="200025"/>
                  <a:pt x="414338" y="200025"/>
                </a:cubicBezTo>
                <a:close/>
                <a:moveTo>
                  <a:pt x="428625" y="314325"/>
                </a:moveTo>
                <a:lnTo>
                  <a:pt x="28575" y="314325"/>
                </a:lnTo>
                <a:cubicBezTo>
                  <a:pt x="20684" y="314325"/>
                  <a:pt x="14288" y="320721"/>
                  <a:pt x="14288" y="328613"/>
                </a:cubicBezTo>
                <a:lnTo>
                  <a:pt x="14288" y="342900"/>
                </a:lnTo>
                <a:cubicBezTo>
                  <a:pt x="14288" y="374463"/>
                  <a:pt x="39874" y="400050"/>
                  <a:pt x="71438" y="400050"/>
                </a:cubicBezTo>
                <a:lnTo>
                  <a:pt x="385763" y="400050"/>
                </a:lnTo>
                <a:cubicBezTo>
                  <a:pt x="417325" y="400050"/>
                  <a:pt x="442913" y="374463"/>
                  <a:pt x="442913" y="342900"/>
                </a:cubicBezTo>
                <a:lnTo>
                  <a:pt x="442913" y="328613"/>
                </a:lnTo>
                <a:cubicBezTo>
                  <a:pt x="442913" y="320721"/>
                  <a:pt x="436516" y="314325"/>
                  <a:pt x="428625" y="314325"/>
                </a:cubicBezTo>
                <a:close/>
                <a:moveTo>
                  <a:pt x="52364" y="171450"/>
                </a:moveTo>
                <a:lnTo>
                  <a:pt x="404836" y="171450"/>
                </a:lnTo>
                <a:cubicBezTo>
                  <a:pt x="435706" y="171450"/>
                  <a:pt x="453610" y="132249"/>
                  <a:pt x="435929" y="103692"/>
                </a:cubicBezTo>
                <a:cubicBezTo>
                  <a:pt x="400050" y="45720"/>
                  <a:pt x="321067" y="89"/>
                  <a:pt x="228600" y="0"/>
                </a:cubicBezTo>
                <a:cubicBezTo>
                  <a:pt x="136142" y="89"/>
                  <a:pt x="57150" y="45720"/>
                  <a:pt x="21271" y="103683"/>
                </a:cubicBezTo>
                <a:cubicBezTo>
                  <a:pt x="3572" y="132240"/>
                  <a:pt x="21494" y="171450"/>
                  <a:pt x="52364" y="171450"/>
                </a:cubicBezTo>
                <a:close/>
                <a:moveTo>
                  <a:pt x="342900" y="71438"/>
                </a:moveTo>
                <a:cubicBezTo>
                  <a:pt x="350791" y="71438"/>
                  <a:pt x="357188" y="77834"/>
                  <a:pt x="357188" y="85725"/>
                </a:cubicBezTo>
                <a:cubicBezTo>
                  <a:pt x="357188" y="93616"/>
                  <a:pt x="350791" y="100013"/>
                  <a:pt x="342900" y="100013"/>
                </a:cubicBezTo>
                <a:cubicBezTo>
                  <a:pt x="335009" y="100013"/>
                  <a:pt x="328613" y="93616"/>
                  <a:pt x="328613" y="85725"/>
                </a:cubicBezTo>
                <a:cubicBezTo>
                  <a:pt x="328613" y="77834"/>
                  <a:pt x="335009" y="71438"/>
                  <a:pt x="342900" y="71438"/>
                </a:cubicBezTo>
                <a:close/>
                <a:moveTo>
                  <a:pt x="228600" y="42863"/>
                </a:moveTo>
                <a:cubicBezTo>
                  <a:pt x="236491" y="42863"/>
                  <a:pt x="242888" y="49259"/>
                  <a:pt x="242888" y="57150"/>
                </a:cubicBezTo>
                <a:cubicBezTo>
                  <a:pt x="242888" y="65041"/>
                  <a:pt x="236491" y="71438"/>
                  <a:pt x="228600" y="71438"/>
                </a:cubicBezTo>
                <a:cubicBezTo>
                  <a:pt x="220709" y="71438"/>
                  <a:pt x="214313" y="65041"/>
                  <a:pt x="214313" y="57150"/>
                </a:cubicBezTo>
                <a:cubicBezTo>
                  <a:pt x="214313" y="49259"/>
                  <a:pt x="220709" y="42863"/>
                  <a:pt x="228600" y="42863"/>
                </a:cubicBezTo>
                <a:close/>
                <a:moveTo>
                  <a:pt x="114300" y="71438"/>
                </a:moveTo>
                <a:cubicBezTo>
                  <a:pt x="122191" y="71438"/>
                  <a:pt x="128588" y="77834"/>
                  <a:pt x="128588" y="85725"/>
                </a:cubicBezTo>
                <a:cubicBezTo>
                  <a:pt x="128588" y="93616"/>
                  <a:pt x="122191" y="100013"/>
                  <a:pt x="114300" y="100013"/>
                </a:cubicBezTo>
                <a:cubicBezTo>
                  <a:pt x="106409" y="100013"/>
                  <a:pt x="100013" y="93616"/>
                  <a:pt x="100013" y="85725"/>
                </a:cubicBezTo>
                <a:cubicBezTo>
                  <a:pt x="100013" y="77834"/>
                  <a:pt x="106409" y="71438"/>
                  <a:pt x="114300" y="71438"/>
                </a:cubicBezTo>
                <a:close/>
              </a:path>
            </a:pathLst>
          </a:custGeom>
          <a:solidFill>
            <a:schemeClr val="accent3"/>
          </a:solidFill>
          <a:ln w="89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875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5C2B"/>
      </a:accent1>
      <a:accent2>
        <a:srgbClr val="D21416"/>
      </a:accent2>
      <a:accent3>
        <a:srgbClr val="F4EAC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488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Montserrat Light</vt:lpstr>
      <vt:lpstr>Spicy Rice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Norman Christian Nanlohy</dc:creator>
  <cp:lastModifiedBy>Norman Christian Nanlohy</cp:lastModifiedBy>
  <cp:revision>12</cp:revision>
  <dcterms:created xsi:type="dcterms:W3CDTF">2025-04-23T22:01:25Z</dcterms:created>
  <dcterms:modified xsi:type="dcterms:W3CDTF">2025-05-24T02:18:10Z</dcterms:modified>
</cp:coreProperties>
</file>