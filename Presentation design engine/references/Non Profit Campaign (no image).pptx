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76" r:id="rId4"/>
    <p:sldId id="258" r:id="rId5"/>
    <p:sldId id="259" r:id="rId6"/>
    <p:sldId id="260" r:id="rId7"/>
    <p:sldId id="261" r:id="rId8"/>
    <p:sldId id="262" r:id="rId9"/>
    <p:sldId id="263" r:id="rId10"/>
    <p:sldId id="269" r:id="rId11"/>
    <p:sldId id="264" r:id="rId12"/>
    <p:sldId id="265" r:id="rId13"/>
    <p:sldId id="266" r:id="rId14"/>
    <p:sldId id="267" r:id="rId15"/>
    <p:sldId id="272" r:id="rId16"/>
    <p:sldId id="268" r:id="rId17"/>
    <p:sldId id="271" r:id="rId18"/>
    <p:sldId id="270" r:id="rId19"/>
    <p:sldId id="273" r:id="rId20"/>
    <p:sldId id="274" r:id="rId21"/>
  </p:sldIdLst>
  <p:sldSz cx="12192000" cy="6858000"/>
  <p:notesSz cx="6858000" cy="9144000"/>
  <p:defaultTextStyle>
    <a:defPPr>
      <a:defRPr lang="id-ID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6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taufiq kamil" initials="tk" lastIdx="2" clrIdx="0">
    <p:extLst>
      <p:ext uri="{19B8F6BF-5375-455C-9EA6-DF929625EA0E}">
        <p15:presenceInfo xmlns:p15="http://schemas.microsoft.com/office/powerpoint/2012/main" userId="c3799e7cf4ba95ab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313" autoAdjust="0"/>
    <p:restoredTop sz="95165" autoAdjust="0"/>
  </p:normalViewPr>
  <p:slideViewPr>
    <p:cSldViewPr snapToGrid="0" showGuides="1">
      <p:cViewPr>
        <p:scale>
          <a:sx n="50" d="100"/>
          <a:sy n="50" d="100"/>
        </p:scale>
        <p:origin x="1162" y="734"/>
      </p:cViewPr>
      <p:guideLst>
        <p:guide orient="horz" pos="2136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50" d="100"/>
        <a:sy n="5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commentAuthors" Target="commentAuthor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D30E88FF-179E-4887-A0A0-87870423A78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38198" y="2674653"/>
            <a:ext cx="3445656" cy="2414336"/>
          </a:xfrm>
          <a:custGeom>
            <a:avLst/>
            <a:gdLst>
              <a:gd name="connsiteX0" fmla="*/ 341435 w 3445656"/>
              <a:gd name="connsiteY0" fmla="*/ 0 h 2414336"/>
              <a:gd name="connsiteX1" fmla="*/ 3104221 w 3445656"/>
              <a:gd name="connsiteY1" fmla="*/ 0 h 2414336"/>
              <a:gd name="connsiteX2" fmla="*/ 3445656 w 3445656"/>
              <a:gd name="connsiteY2" fmla="*/ 341435 h 2414336"/>
              <a:gd name="connsiteX3" fmla="*/ 3445656 w 3445656"/>
              <a:gd name="connsiteY3" fmla="*/ 2072901 h 2414336"/>
              <a:gd name="connsiteX4" fmla="*/ 3104221 w 3445656"/>
              <a:gd name="connsiteY4" fmla="*/ 2414336 h 2414336"/>
              <a:gd name="connsiteX5" fmla="*/ 341435 w 3445656"/>
              <a:gd name="connsiteY5" fmla="*/ 2414336 h 2414336"/>
              <a:gd name="connsiteX6" fmla="*/ 0 w 3445656"/>
              <a:gd name="connsiteY6" fmla="*/ 2072901 h 2414336"/>
              <a:gd name="connsiteX7" fmla="*/ 0 w 3445656"/>
              <a:gd name="connsiteY7" fmla="*/ 341435 h 2414336"/>
              <a:gd name="connsiteX8" fmla="*/ 341435 w 3445656"/>
              <a:gd name="connsiteY8" fmla="*/ 0 h 24143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445656" h="2414336">
                <a:moveTo>
                  <a:pt x="341435" y="0"/>
                </a:moveTo>
                <a:lnTo>
                  <a:pt x="3104221" y="0"/>
                </a:lnTo>
                <a:cubicBezTo>
                  <a:pt x="3292790" y="0"/>
                  <a:pt x="3445656" y="152866"/>
                  <a:pt x="3445656" y="341435"/>
                </a:cubicBezTo>
                <a:lnTo>
                  <a:pt x="3445656" y="2072901"/>
                </a:lnTo>
                <a:cubicBezTo>
                  <a:pt x="3445656" y="2261470"/>
                  <a:pt x="3292790" y="2414336"/>
                  <a:pt x="3104221" y="2414336"/>
                </a:cubicBezTo>
                <a:lnTo>
                  <a:pt x="341435" y="2414336"/>
                </a:lnTo>
                <a:cubicBezTo>
                  <a:pt x="152866" y="2414336"/>
                  <a:pt x="0" y="2261470"/>
                  <a:pt x="0" y="2072901"/>
                </a:cubicBezTo>
                <a:lnTo>
                  <a:pt x="0" y="341435"/>
                </a:lnTo>
                <a:cubicBezTo>
                  <a:pt x="0" y="152866"/>
                  <a:pt x="152866" y="0"/>
                  <a:pt x="341435" y="0"/>
                </a:cubicBezTo>
                <a:close/>
              </a:path>
            </a:pathLst>
          </a:custGeom>
          <a:solidFill>
            <a:schemeClr val="bg2">
              <a:lumMod val="50000"/>
              <a:alpha val="50000"/>
            </a:schemeClr>
          </a:solidFill>
        </p:spPr>
        <p:txBody>
          <a:bodyPr wrap="square">
            <a:noAutofit/>
          </a:bodyPr>
          <a:lstStyle/>
          <a:p>
            <a:endParaRPr lang="id-ID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4CBFFD53-F0CA-48B3-9278-1ED5A7B53E6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570199" y="2444314"/>
            <a:ext cx="3144782" cy="2875014"/>
          </a:xfrm>
          <a:custGeom>
            <a:avLst/>
            <a:gdLst>
              <a:gd name="connsiteX0" fmla="*/ 2302007 w 3144782"/>
              <a:gd name="connsiteY0" fmla="*/ 718 h 2875014"/>
              <a:gd name="connsiteX1" fmla="*/ 2714391 w 3144782"/>
              <a:gd name="connsiteY1" fmla="*/ 298349 h 2875014"/>
              <a:gd name="connsiteX2" fmla="*/ 3130971 w 3144782"/>
              <a:gd name="connsiteY2" fmla="*/ 1853047 h 2875014"/>
              <a:gd name="connsiteX3" fmla="*/ 2846434 w 3144782"/>
              <a:gd name="connsiteY3" fmla="*/ 2345881 h 2875014"/>
              <a:gd name="connsiteX4" fmla="*/ 923225 w 3144782"/>
              <a:gd name="connsiteY4" fmla="*/ 2861203 h 2875014"/>
              <a:gd name="connsiteX5" fmla="*/ 430391 w 3144782"/>
              <a:gd name="connsiteY5" fmla="*/ 2576665 h 2875014"/>
              <a:gd name="connsiteX6" fmla="*/ 13811 w 3144782"/>
              <a:gd name="connsiteY6" fmla="*/ 1021967 h 2875014"/>
              <a:gd name="connsiteX7" fmla="*/ 298348 w 3144782"/>
              <a:gd name="connsiteY7" fmla="*/ 529133 h 2875014"/>
              <a:gd name="connsiteX8" fmla="*/ 2221557 w 3144782"/>
              <a:gd name="connsiteY8" fmla="*/ 13811 h 2875014"/>
              <a:gd name="connsiteX9" fmla="*/ 2302007 w 3144782"/>
              <a:gd name="connsiteY9" fmla="*/ 718 h 2875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144782" h="2875014">
                <a:moveTo>
                  <a:pt x="2302007" y="718"/>
                </a:moveTo>
                <a:cubicBezTo>
                  <a:pt x="2488836" y="-10497"/>
                  <a:pt x="2664062" y="110517"/>
                  <a:pt x="2714391" y="298349"/>
                </a:cubicBezTo>
                <a:lnTo>
                  <a:pt x="3130971" y="1853047"/>
                </a:lnTo>
                <a:cubicBezTo>
                  <a:pt x="3188491" y="2067713"/>
                  <a:pt x="3061099" y="2288361"/>
                  <a:pt x="2846434" y="2345881"/>
                </a:cubicBezTo>
                <a:lnTo>
                  <a:pt x="923225" y="2861203"/>
                </a:lnTo>
                <a:cubicBezTo>
                  <a:pt x="708559" y="2918723"/>
                  <a:pt x="487910" y="2791331"/>
                  <a:pt x="430391" y="2576665"/>
                </a:cubicBezTo>
                <a:lnTo>
                  <a:pt x="13811" y="1021967"/>
                </a:lnTo>
                <a:cubicBezTo>
                  <a:pt x="-43709" y="807301"/>
                  <a:pt x="83683" y="586653"/>
                  <a:pt x="298348" y="529133"/>
                </a:cubicBezTo>
                <a:lnTo>
                  <a:pt x="2221557" y="13811"/>
                </a:lnTo>
                <a:cubicBezTo>
                  <a:pt x="2248390" y="6621"/>
                  <a:pt x="2275317" y="2321"/>
                  <a:pt x="2302007" y="718"/>
                </a:cubicBezTo>
                <a:close/>
              </a:path>
            </a:pathLst>
          </a:custGeom>
          <a:solidFill>
            <a:schemeClr val="bg2">
              <a:lumMod val="50000"/>
              <a:alpha val="50000"/>
            </a:schemeClr>
          </a:solidFill>
        </p:spPr>
        <p:txBody>
          <a:bodyPr wrap="square">
            <a:noAutofit/>
          </a:bodyPr>
          <a:lstStyle>
            <a:lvl1pPr>
              <a:defRPr lang="id-ID"/>
            </a:lvl1pPr>
          </a:lstStyle>
          <a:p>
            <a:pPr lvl="0"/>
            <a:endParaRPr lang="id-ID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66233DDA-5DE9-48DE-8A50-D62B31C1334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7908145" y="2674653"/>
            <a:ext cx="3445656" cy="2414336"/>
          </a:xfrm>
          <a:custGeom>
            <a:avLst/>
            <a:gdLst>
              <a:gd name="connsiteX0" fmla="*/ 341435 w 3445656"/>
              <a:gd name="connsiteY0" fmla="*/ 0 h 2414336"/>
              <a:gd name="connsiteX1" fmla="*/ 3104221 w 3445656"/>
              <a:gd name="connsiteY1" fmla="*/ 0 h 2414336"/>
              <a:gd name="connsiteX2" fmla="*/ 3445656 w 3445656"/>
              <a:gd name="connsiteY2" fmla="*/ 341435 h 2414336"/>
              <a:gd name="connsiteX3" fmla="*/ 3445656 w 3445656"/>
              <a:gd name="connsiteY3" fmla="*/ 2072901 h 2414336"/>
              <a:gd name="connsiteX4" fmla="*/ 3104221 w 3445656"/>
              <a:gd name="connsiteY4" fmla="*/ 2414336 h 2414336"/>
              <a:gd name="connsiteX5" fmla="*/ 341435 w 3445656"/>
              <a:gd name="connsiteY5" fmla="*/ 2414336 h 2414336"/>
              <a:gd name="connsiteX6" fmla="*/ 0 w 3445656"/>
              <a:gd name="connsiteY6" fmla="*/ 2072901 h 2414336"/>
              <a:gd name="connsiteX7" fmla="*/ 0 w 3445656"/>
              <a:gd name="connsiteY7" fmla="*/ 341435 h 2414336"/>
              <a:gd name="connsiteX8" fmla="*/ 341435 w 3445656"/>
              <a:gd name="connsiteY8" fmla="*/ 0 h 24143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445656" h="2414336">
                <a:moveTo>
                  <a:pt x="341435" y="0"/>
                </a:moveTo>
                <a:lnTo>
                  <a:pt x="3104221" y="0"/>
                </a:lnTo>
                <a:cubicBezTo>
                  <a:pt x="3292790" y="0"/>
                  <a:pt x="3445656" y="152866"/>
                  <a:pt x="3445656" y="341435"/>
                </a:cubicBezTo>
                <a:lnTo>
                  <a:pt x="3445656" y="2072901"/>
                </a:lnTo>
                <a:cubicBezTo>
                  <a:pt x="3445656" y="2261470"/>
                  <a:pt x="3292790" y="2414336"/>
                  <a:pt x="3104221" y="2414336"/>
                </a:cubicBezTo>
                <a:lnTo>
                  <a:pt x="341435" y="2414336"/>
                </a:lnTo>
                <a:cubicBezTo>
                  <a:pt x="152866" y="2414336"/>
                  <a:pt x="0" y="2261470"/>
                  <a:pt x="0" y="2072901"/>
                </a:cubicBezTo>
                <a:lnTo>
                  <a:pt x="0" y="341435"/>
                </a:lnTo>
                <a:cubicBezTo>
                  <a:pt x="0" y="152866"/>
                  <a:pt x="152866" y="0"/>
                  <a:pt x="341435" y="0"/>
                </a:cubicBezTo>
                <a:close/>
              </a:path>
            </a:pathLst>
          </a:custGeom>
          <a:solidFill>
            <a:schemeClr val="bg2">
              <a:lumMod val="50000"/>
              <a:alpha val="50000"/>
            </a:schemeClr>
          </a:solidFill>
        </p:spPr>
        <p:txBody>
          <a:bodyPr wrap="square">
            <a:noAutofit/>
          </a:bodyPr>
          <a:lstStyle/>
          <a:p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8937087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: Shape 4">
            <a:extLst>
              <a:ext uri="{FF2B5EF4-FFF2-40B4-BE49-F238E27FC236}">
                <a16:creationId xmlns:a16="http://schemas.microsoft.com/office/drawing/2014/main" id="{F4D1336F-5967-4702-8939-24854A5B1C3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132425" y="1024889"/>
            <a:ext cx="3059575" cy="5184703"/>
          </a:xfrm>
          <a:custGeom>
            <a:avLst/>
            <a:gdLst>
              <a:gd name="connsiteX0" fmla="*/ 784812 w 3059575"/>
              <a:gd name="connsiteY0" fmla="*/ 0 h 5184703"/>
              <a:gd name="connsiteX1" fmla="*/ 2274763 w 3059575"/>
              <a:gd name="connsiteY1" fmla="*/ 0 h 5184703"/>
              <a:gd name="connsiteX2" fmla="*/ 3059575 w 3059575"/>
              <a:gd name="connsiteY2" fmla="*/ 784812 h 5184703"/>
              <a:gd name="connsiteX3" fmla="*/ 3059575 w 3059575"/>
              <a:gd name="connsiteY3" fmla="*/ 4399891 h 5184703"/>
              <a:gd name="connsiteX4" fmla="*/ 2274763 w 3059575"/>
              <a:gd name="connsiteY4" fmla="*/ 5184703 h 5184703"/>
              <a:gd name="connsiteX5" fmla="*/ 784812 w 3059575"/>
              <a:gd name="connsiteY5" fmla="*/ 5184703 h 5184703"/>
              <a:gd name="connsiteX6" fmla="*/ 0 w 3059575"/>
              <a:gd name="connsiteY6" fmla="*/ 4399891 h 5184703"/>
              <a:gd name="connsiteX7" fmla="*/ 0 w 3059575"/>
              <a:gd name="connsiteY7" fmla="*/ 784812 h 5184703"/>
              <a:gd name="connsiteX8" fmla="*/ 784812 w 3059575"/>
              <a:gd name="connsiteY8" fmla="*/ 0 h 51847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059575" h="5184703">
                <a:moveTo>
                  <a:pt x="784812" y="0"/>
                </a:moveTo>
                <a:lnTo>
                  <a:pt x="2274763" y="0"/>
                </a:lnTo>
                <a:cubicBezTo>
                  <a:pt x="2708203" y="0"/>
                  <a:pt x="3059575" y="351372"/>
                  <a:pt x="3059575" y="784812"/>
                </a:cubicBezTo>
                <a:lnTo>
                  <a:pt x="3059575" y="4399891"/>
                </a:lnTo>
                <a:cubicBezTo>
                  <a:pt x="3059575" y="4833331"/>
                  <a:pt x="2708203" y="5184703"/>
                  <a:pt x="2274763" y="5184703"/>
                </a:cubicBezTo>
                <a:lnTo>
                  <a:pt x="784812" y="5184703"/>
                </a:lnTo>
                <a:cubicBezTo>
                  <a:pt x="351372" y="5184703"/>
                  <a:pt x="0" y="4833331"/>
                  <a:pt x="0" y="4399891"/>
                </a:cubicBezTo>
                <a:lnTo>
                  <a:pt x="0" y="784812"/>
                </a:lnTo>
                <a:cubicBezTo>
                  <a:pt x="0" y="351372"/>
                  <a:pt x="351372" y="0"/>
                  <a:pt x="784812" y="0"/>
                </a:cubicBezTo>
                <a:close/>
              </a:path>
            </a:pathLst>
          </a:custGeom>
          <a:solidFill>
            <a:schemeClr val="bg2">
              <a:lumMod val="50000"/>
              <a:alpha val="50000"/>
            </a:schemeClr>
          </a:solidFill>
        </p:spPr>
        <p:txBody>
          <a:bodyPr wrap="square">
            <a:noAutofit/>
          </a:bodyPr>
          <a:lstStyle>
            <a:lvl1pPr>
              <a:defRPr lang="id-ID"/>
            </a:lvl1pPr>
          </a:lstStyle>
          <a:p>
            <a:pPr lvl="0"/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4799269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: Shape 4">
            <a:extLst>
              <a:ext uri="{FF2B5EF4-FFF2-40B4-BE49-F238E27FC236}">
                <a16:creationId xmlns:a16="http://schemas.microsoft.com/office/drawing/2014/main" id="{91F77936-8BA3-4497-B6F7-EDB3F84A19E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09599" y="3410535"/>
            <a:ext cx="4865225" cy="2689323"/>
          </a:xfrm>
          <a:custGeom>
            <a:avLst/>
            <a:gdLst>
              <a:gd name="connsiteX0" fmla="*/ 669480 w 4865225"/>
              <a:gd name="connsiteY0" fmla="*/ 0 h 2689323"/>
              <a:gd name="connsiteX1" fmla="*/ 4195745 w 4865225"/>
              <a:gd name="connsiteY1" fmla="*/ 0 h 2689323"/>
              <a:gd name="connsiteX2" fmla="*/ 4865225 w 4865225"/>
              <a:gd name="connsiteY2" fmla="*/ 669480 h 2689323"/>
              <a:gd name="connsiteX3" fmla="*/ 4865225 w 4865225"/>
              <a:gd name="connsiteY3" fmla="*/ 2019843 h 2689323"/>
              <a:gd name="connsiteX4" fmla="*/ 4195745 w 4865225"/>
              <a:gd name="connsiteY4" fmla="*/ 2689323 h 2689323"/>
              <a:gd name="connsiteX5" fmla="*/ 669480 w 4865225"/>
              <a:gd name="connsiteY5" fmla="*/ 2689323 h 2689323"/>
              <a:gd name="connsiteX6" fmla="*/ 0 w 4865225"/>
              <a:gd name="connsiteY6" fmla="*/ 2019843 h 2689323"/>
              <a:gd name="connsiteX7" fmla="*/ 0 w 4865225"/>
              <a:gd name="connsiteY7" fmla="*/ 669480 h 2689323"/>
              <a:gd name="connsiteX8" fmla="*/ 669480 w 4865225"/>
              <a:gd name="connsiteY8" fmla="*/ 0 h 26893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65225" h="2689323">
                <a:moveTo>
                  <a:pt x="669480" y="0"/>
                </a:moveTo>
                <a:lnTo>
                  <a:pt x="4195745" y="0"/>
                </a:lnTo>
                <a:cubicBezTo>
                  <a:pt x="4565489" y="0"/>
                  <a:pt x="4865225" y="299736"/>
                  <a:pt x="4865225" y="669480"/>
                </a:cubicBezTo>
                <a:lnTo>
                  <a:pt x="4865225" y="2019843"/>
                </a:lnTo>
                <a:cubicBezTo>
                  <a:pt x="4865225" y="2389587"/>
                  <a:pt x="4565489" y="2689323"/>
                  <a:pt x="4195745" y="2689323"/>
                </a:cubicBezTo>
                <a:lnTo>
                  <a:pt x="669480" y="2689323"/>
                </a:lnTo>
                <a:cubicBezTo>
                  <a:pt x="299736" y="2689323"/>
                  <a:pt x="0" y="2389587"/>
                  <a:pt x="0" y="2019843"/>
                </a:cubicBezTo>
                <a:lnTo>
                  <a:pt x="0" y="669480"/>
                </a:lnTo>
                <a:cubicBezTo>
                  <a:pt x="0" y="299736"/>
                  <a:pt x="299736" y="0"/>
                  <a:pt x="669480" y="0"/>
                </a:cubicBezTo>
                <a:close/>
              </a:path>
            </a:pathLst>
          </a:custGeom>
          <a:solidFill>
            <a:schemeClr val="bg2">
              <a:lumMod val="50000"/>
              <a:alpha val="50000"/>
            </a:schemeClr>
          </a:solidFill>
        </p:spPr>
        <p:txBody>
          <a:bodyPr wrap="square">
            <a:noAutofit/>
          </a:bodyPr>
          <a:lstStyle>
            <a:lvl1pPr>
              <a:defRPr lang="id-ID"/>
            </a:lvl1pPr>
          </a:lstStyle>
          <a:p>
            <a:pPr lvl="0"/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8519206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: Shape 4">
            <a:extLst>
              <a:ext uri="{FF2B5EF4-FFF2-40B4-BE49-F238E27FC236}">
                <a16:creationId xmlns:a16="http://schemas.microsoft.com/office/drawing/2014/main" id="{3AAF8028-0B26-4269-97E0-1E6BF2FED43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306198" y="891793"/>
            <a:ext cx="3022437" cy="2763163"/>
          </a:xfrm>
          <a:custGeom>
            <a:avLst/>
            <a:gdLst>
              <a:gd name="connsiteX0" fmla="*/ 2212449 w 3022437"/>
              <a:gd name="connsiteY0" fmla="*/ 690 h 2763163"/>
              <a:gd name="connsiteX1" fmla="*/ 2608790 w 3022437"/>
              <a:gd name="connsiteY1" fmla="*/ 286742 h 2763163"/>
              <a:gd name="connsiteX2" fmla="*/ 3009164 w 3022437"/>
              <a:gd name="connsiteY2" fmla="*/ 1780955 h 2763163"/>
              <a:gd name="connsiteX3" fmla="*/ 2735695 w 3022437"/>
              <a:gd name="connsiteY3" fmla="*/ 2254616 h 2763163"/>
              <a:gd name="connsiteX4" fmla="*/ 887308 w 3022437"/>
              <a:gd name="connsiteY4" fmla="*/ 2749890 h 2763163"/>
              <a:gd name="connsiteX5" fmla="*/ 413647 w 3022437"/>
              <a:gd name="connsiteY5" fmla="*/ 2476421 h 2763163"/>
              <a:gd name="connsiteX6" fmla="*/ 13273 w 3022437"/>
              <a:gd name="connsiteY6" fmla="*/ 982208 h 2763163"/>
              <a:gd name="connsiteX7" fmla="*/ 286742 w 3022437"/>
              <a:gd name="connsiteY7" fmla="*/ 508547 h 2763163"/>
              <a:gd name="connsiteX8" fmla="*/ 2135129 w 3022437"/>
              <a:gd name="connsiteY8" fmla="*/ 13273 h 2763163"/>
              <a:gd name="connsiteX9" fmla="*/ 2212449 w 3022437"/>
              <a:gd name="connsiteY9" fmla="*/ 690 h 27631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022437" h="2763163">
                <a:moveTo>
                  <a:pt x="2212449" y="690"/>
                </a:moveTo>
                <a:cubicBezTo>
                  <a:pt x="2392010" y="-10089"/>
                  <a:pt x="2560419" y="106217"/>
                  <a:pt x="2608790" y="286742"/>
                </a:cubicBezTo>
                <a:lnTo>
                  <a:pt x="3009164" y="1780955"/>
                </a:lnTo>
                <a:cubicBezTo>
                  <a:pt x="3064445" y="1987269"/>
                  <a:pt x="2942009" y="2199335"/>
                  <a:pt x="2735695" y="2254616"/>
                </a:cubicBezTo>
                <a:lnTo>
                  <a:pt x="887308" y="2749890"/>
                </a:lnTo>
                <a:cubicBezTo>
                  <a:pt x="680994" y="2805172"/>
                  <a:pt x="468928" y="2682735"/>
                  <a:pt x="413647" y="2476421"/>
                </a:cubicBezTo>
                <a:lnTo>
                  <a:pt x="13273" y="982208"/>
                </a:lnTo>
                <a:cubicBezTo>
                  <a:pt x="-42009" y="775894"/>
                  <a:pt x="80428" y="563829"/>
                  <a:pt x="286742" y="508547"/>
                </a:cubicBezTo>
                <a:lnTo>
                  <a:pt x="2135129" y="13273"/>
                </a:lnTo>
                <a:cubicBezTo>
                  <a:pt x="2160918" y="6363"/>
                  <a:pt x="2186797" y="2230"/>
                  <a:pt x="2212449" y="690"/>
                </a:cubicBezTo>
                <a:close/>
              </a:path>
            </a:pathLst>
          </a:custGeom>
          <a:solidFill>
            <a:schemeClr val="bg2">
              <a:lumMod val="50000"/>
              <a:alpha val="50000"/>
            </a:schemeClr>
          </a:solidFill>
        </p:spPr>
        <p:txBody>
          <a:bodyPr wrap="square">
            <a:noAutofit/>
          </a:bodyPr>
          <a:lstStyle>
            <a:lvl1pPr>
              <a:defRPr lang="id-ID"/>
            </a:lvl1pPr>
          </a:lstStyle>
          <a:p>
            <a:pPr lvl="0"/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7619023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Slid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: Shape 4">
            <a:extLst>
              <a:ext uri="{FF2B5EF4-FFF2-40B4-BE49-F238E27FC236}">
                <a16:creationId xmlns:a16="http://schemas.microsoft.com/office/drawing/2014/main" id="{645A0401-2203-4363-B1BA-B50DE4096F1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09599" y="852530"/>
            <a:ext cx="10972801" cy="2896510"/>
          </a:xfrm>
          <a:custGeom>
            <a:avLst/>
            <a:gdLst>
              <a:gd name="connsiteX0" fmla="*/ 721057 w 10972801"/>
              <a:gd name="connsiteY0" fmla="*/ 0 h 2896510"/>
              <a:gd name="connsiteX1" fmla="*/ 10251744 w 10972801"/>
              <a:gd name="connsiteY1" fmla="*/ 0 h 2896510"/>
              <a:gd name="connsiteX2" fmla="*/ 10972801 w 10972801"/>
              <a:gd name="connsiteY2" fmla="*/ 721057 h 2896510"/>
              <a:gd name="connsiteX3" fmla="*/ 10972801 w 10972801"/>
              <a:gd name="connsiteY3" fmla="*/ 2175453 h 2896510"/>
              <a:gd name="connsiteX4" fmla="*/ 10251744 w 10972801"/>
              <a:gd name="connsiteY4" fmla="*/ 2896510 h 2896510"/>
              <a:gd name="connsiteX5" fmla="*/ 721057 w 10972801"/>
              <a:gd name="connsiteY5" fmla="*/ 2896510 h 2896510"/>
              <a:gd name="connsiteX6" fmla="*/ 0 w 10972801"/>
              <a:gd name="connsiteY6" fmla="*/ 2175453 h 2896510"/>
              <a:gd name="connsiteX7" fmla="*/ 0 w 10972801"/>
              <a:gd name="connsiteY7" fmla="*/ 721057 h 2896510"/>
              <a:gd name="connsiteX8" fmla="*/ 721057 w 10972801"/>
              <a:gd name="connsiteY8" fmla="*/ 0 h 28965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972801" h="2896510">
                <a:moveTo>
                  <a:pt x="721057" y="0"/>
                </a:moveTo>
                <a:lnTo>
                  <a:pt x="10251744" y="0"/>
                </a:lnTo>
                <a:cubicBezTo>
                  <a:pt x="10649973" y="0"/>
                  <a:pt x="10972801" y="322828"/>
                  <a:pt x="10972801" y="721057"/>
                </a:cubicBezTo>
                <a:lnTo>
                  <a:pt x="10972801" y="2175453"/>
                </a:lnTo>
                <a:cubicBezTo>
                  <a:pt x="10972801" y="2573682"/>
                  <a:pt x="10649973" y="2896510"/>
                  <a:pt x="10251744" y="2896510"/>
                </a:cubicBezTo>
                <a:lnTo>
                  <a:pt x="721057" y="2896510"/>
                </a:lnTo>
                <a:cubicBezTo>
                  <a:pt x="322828" y="2896510"/>
                  <a:pt x="0" y="2573682"/>
                  <a:pt x="0" y="2175453"/>
                </a:cubicBezTo>
                <a:lnTo>
                  <a:pt x="0" y="721057"/>
                </a:lnTo>
                <a:cubicBezTo>
                  <a:pt x="0" y="322828"/>
                  <a:pt x="322828" y="0"/>
                  <a:pt x="721057" y="0"/>
                </a:cubicBezTo>
                <a:close/>
              </a:path>
            </a:pathLst>
          </a:custGeom>
          <a:solidFill>
            <a:schemeClr val="bg2">
              <a:lumMod val="50000"/>
              <a:alpha val="50000"/>
            </a:schemeClr>
          </a:solidFill>
        </p:spPr>
        <p:txBody>
          <a:bodyPr wrap="square">
            <a:noAutofit/>
          </a:bodyPr>
          <a:lstStyle>
            <a:lvl1pPr>
              <a:defRPr lang="id-ID"/>
            </a:lvl1pPr>
          </a:lstStyle>
          <a:p>
            <a:pPr lvl="0"/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9768238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33D16478-7ADE-422F-B220-9642E42476D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095999" y="680720"/>
            <a:ext cx="5486400" cy="5511736"/>
          </a:xfrm>
          <a:custGeom>
            <a:avLst/>
            <a:gdLst>
              <a:gd name="connsiteX0" fmla="*/ 730459 w 5486400"/>
              <a:gd name="connsiteY0" fmla="*/ 0 h 5511736"/>
              <a:gd name="connsiteX1" fmla="*/ 4755941 w 5486400"/>
              <a:gd name="connsiteY1" fmla="*/ 0 h 5511736"/>
              <a:gd name="connsiteX2" fmla="*/ 5486400 w 5486400"/>
              <a:gd name="connsiteY2" fmla="*/ 730459 h 5511736"/>
              <a:gd name="connsiteX3" fmla="*/ 5486400 w 5486400"/>
              <a:gd name="connsiteY3" fmla="*/ 4781277 h 5511736"/>
              <a:gd name="connsiteX4" fmla="*/ 4755941 w 5486400"/>
              <a:gd name="connsiteY4" fmla="*/ 5511736 h 5511736"/>
              <a:gd name="connsiteX5" fmla="*/ 730459 w 5486400"/>
              <a:gd name="connsiteY5" fmla="*/ 5511736 h 5511736"/>
              <a:gd name="connsiteX6" fmla="*/ 0 w 5486400"/>
              <a:gd name="connsiteY6" fmla="*/ 4781277 h 5511736"/>
              <a:gd name="connsiteX7" fmla="*/ 0 w 5486400"/>
              <a:gd name="connsiteY7" fmla="*/ 730459 h 5511736"/>
              <a:gd name="connsiteX8" fmla="*/ 730459 w 5486400"/>
              <a:gd name="connsiteY8" fmla="*/ 0 h 55117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486400" h="5511736">
                <a:moveTo>
                  <a:pt x="730459" y="0"/>
                </a:moveTo>
                <a:lnTo>
                  <a:pt x="4755941" y="0"/>
                </a:lnTo>
                <a:cubicBezTo>
                  <a:pt x="5159362" y="0"/>
                  <a:pt x="5486400" y="327038"/>
                  <a:pt x="5486400" y="730459"/>
                </a:cubicBezTo>
                <a:lnTo>
                  <a:pt x="5486400" y="4781277"/>
                </a:lnTo>
                <a:cubicBezTo>
                  <a:pt x="5486400" y="5184698"/>
                  <a:pt x="5159362" y="5511736"/>
                  <a:pt x="4755941" y="5511736"/>
                </a:cubicBezTo>
                <a:lnTo>
                  <a:pt x="730459" y="5511736"/>
                </a:lnTo>
                <a:cubicBezTo>
                  <a:pt x="327038" y="5511736"/>
                  <a:pt x="0" y="5184698"/>
                  <a:pt x="0" y="4781277"/>
                </a:cubicBezTo>
                <a:lnTo>
                  <a:pt x="0" y="730459"/>
                </a:lnTo>
                <a:cubicBezTo>
                  <a:pt x="0" y="327038"/>
                  <a:pt x="327038" y="0"/>
                  <a:pt x="730459" y="0"/>
                </a:cubicBezTo>
                <a:close/>
              </a:path>
            </a:pathLst>
          </a:custGeom>
          <a:solidFill>
            <a:schemeClr val="bg2">
              <a:lumMod val="50000"/>
              <a:alpha val="50000"/>
            </a:schemeClr>
          </a:solidFill>
        </p:spPr>
        <p:txBody>
          <a:bodyPr wrap="square">
            <a:noAutofit/>
          </a:bodyPr>
          <a:lstStyle>
            <a:lvl1pPr>
              <a:defRPr lang="id-ID"/>
            </a:lvl1pPr>
          </a:lstStyle>
          <a:p>
            <a:pPr lvl="0"/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5448545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566154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Slid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: Shape 4">
            <a:extLst>
              <a:ext uri="{FF2B5EF4-FFF2-40B4-BE49-F238E27FC236}">
                <a16:creationId xmlns:a16="http://schemas.microsoft.com/office/drawing/2014/main" id="{CBD6F666-F863-4199-B744-08B99BCA747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604000" y="3428774"/>
            <a:ext cx="5588000" cy="2780818"/>
          </a:xfrm>
          <a:custGeom>
            <a:avLst/>
            <a:gdLst>
              <a:gd name="connsiteX0" fmla="*/ 713308 w 5588000"/>
              <a:gd name="connsiteY0" fmla="*/ 0 h 2780818"/>
              <a:gd name="connsiteX1" fmla="*/ 4874692 w 5588000"/>
              <a:gd name="connsiteY1" fmla="*/ 0 h 2780818"/>
              <a:gd name="connsiteX2" fmla="*/ 5588000 w 5588000"/>
              <a:gd name="connsiteY2" fmla="*/ 713308 h 2780818"/>
              <a:gd name="connsiteX3" fmla="*/ 5588000 w 5588000"/>
              <a:gd name="connsiteY3" fmla="*/ 2067510 h 2780818"/>
              <a:gd name="connsiteX4" fmla="*/ 4874692 w 5588000"/>
              <a:gd name="connsiteY4" fmla="*/ 2780818 h 2780818"/>
              <a:gd name="connsiteX5" fmla="*/ 713308 w 5588000"/>
              <a:gd name="connsiteY5" fmla="*/ 2780818 h 2780818"/>
              <a:gd name="connsiteX6" fmla="*/ 0 w 5588000"/>
              <a:gd name="connsiteY6" fmla="*/ 2067510 h 2780818"/>
              <a:gd name="connsiteX7" fmla="*/ 0 w 5588000"/>
              <a:gd name="connsiteY7" fmla="*/ 713308 h 2780818"/>
              <a:gd name="connsiteX8" fmla="*/ 713308 w 5588000"/>
              <a:gd name="connsiteY8" fmla="*/ 0 h 27808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588000" h="2780818">
                <a:moveTo>
                  <a:pt x="713308" y="0"/>
                </a:moveTo>
                <a:lnTo>
                  <a:pt x="4874692" y="0"/>
                </a:lnTo>
                <a:cubicBezTo>
                  <a:pt x="5268641" y="0"/>
                  <a:pt x="5588000" y="319359"/>
                  <a:pt x="5588000" y="713308"/>
                </a:cubicBezTo>
                <a:lnTo>
                  <a:pt x="5588000" y="2067510"/>
                </a:lnTo>
                <a:cubicBezTo>
                  <a:pt x="5588000" y="2461459"/>
                  <a:pt x="5268641" y="2780818"/>
                  <a:pt x="4874692" y="2780818"/>
                </a:cubicBezTo>
                <a:lnTo>
                  <a:pt x="713308" y="2780818"/>
                </a:lnTo>
                <a:cubicBezTo>
                  <a:pt x="319359" y="2780818"/>
                  <a:pt x="0" y="2461459"/>
                  <a:pt x="0" y="2067510"/>
                </a:cubicBezTo>
                <a:lnTo>
                  <a:pt x="0" y="713308"/>
                </a:lnTo>
                <a:cubicBezTo>
                  <a:pt x="0" y="319359"/>
                  <a:pt x="319359" y="0"/>
                  <a:pt x="713308" y="0"/>
                </a:cubicBezTo>
                <a:close/>
              </a:path>
            </a:pathLst>
          </a:custGeom>
          <a:solidFill>
            <a:schemeClr val="bg2">
              <a:lumMod val="50000"/>
              <a:alpha val="50000"/>
            </a:schemeClr>
          </a:solidFill>
        </p:spPr>
        <p:txBody>
          <a:bodyPr wrap="square">
            <a:noAutofit/>
          </a:bodyPr>
          <a:lstStyle>
            <a:lvl1pPr>
              <a:defRPr lang="id-ID"/>
            </a:lvl1pPr>
          </a:lstStyle>
          <a:p>
            <a:pPr lvl="0"/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3911098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133571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itle Slid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: Shape 4">
            <a:extLst>
              <a:ext uri="{FF2B5EF4-FFF2-40B4-BE49-F238E27FC236}">
                <a16:creationId xmlns:a16="http://schemas.microsoft.com/office/drawing/2014/main" id="{9443AF75-5EFD-47BF-AED5-80522DFB8F9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027250" y="2326510"/>
            <a:ext cx="3417650" cy="3865945"/>
          </a:xfrm>
          <a:custGeom>
            <a:avLst/>
            <a:gdLst>
              <a:gd name="connsiteX0" fmla="*/ 749696 w 3417650"/>
              <a:gd name="connsiteY0" fmla="*/ 0 h 3865945"/>
              <a:gd name="connsiteX1" fmla="*/ 2667954 w 3417650"/>
              <a:gd name="connsiteY1" fmla="*/ 0 h 3865945"/>
              <a:gd name="connsiteX2" fmla="*/ 3417650 w 3417650"/>
              <a:gd name="connsiteY2" fmla="*/ 749696 h 3865945"/>
              <a:gd name="connsiteX3" fmla="*/ 3417650 w 3417650"/>
              <a:gd name="connsiteY3" fmla="*/ 3116249 h 3865945"/>
              <a:gd name="connsiteX4" fmla="*/ 2667954 w 3417650"/>
              <a:gd name="connsiteY4" fmla="*/ 3865945 h 3865945"/>
              <a:gd name="connsiteX5" fmla="*/ 749696 w 3417650"/>
              <a:gd name="connsiteY5" fmla="*/ 3865945 h 3865945"/>
              <a:gd name="connsiteX6" fmla="*/ 0 w 3417650"/>
              <a:gd name="connsiteY6" fmla="*/ 3116249 h 3865945"/>
              <a:gd name="connsiteX7" fmla="*/ 0 w 3417650"/>
              <a:gd name="connsiteY7" fmla="*/ 749696 h 3865945"/>
              <a:gd name="connsiteX8" fmla="*/ 749696 w 3417650"/>
              <a:gd name="connsiteY8" fmla="*/ 0 h 38659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417650" h="3865945">
                <a:moveTo>
                  <a:pt x="749696" y="0"/>
                </a:moveTo>
                <a:lnTo>
                  <a:pt x="2667954" y="0"/>
                </a:lnTo>
                <a:cubicBezTo>
                  <a:pt x="3082000" y="0"/>
                  <a:pt x="3417650" y="335650"/>
                  <a:pt x="3417650" y="749696"/>
                </a:cubicBezTo>
                <a:lnTo>
                  <a:pt x="3417650" y="3116249"/>
                </a:lnTo>
                <a:cubicBezTo>
                  <a:pt x="3417650" y="3530295"/>
                  <a:pt x="3082000" y="3865945"/>
                  <a:pt x="2667954" y="3865945"/>
                </a:cubicBezTo>
                <a:lnTo>
                  <a:pt x="749696" y="3865945"/>
                </a:lnTo>
                <a:cubicBezTo>
                  <a:pt x="335650" y="3865945"/>
                  <a:pt x="0" y="3530295"/>
                  <a:pt x="0" y="3116249"/>
                </a:cubicBezTo>
                <a:lnTo>
                  <a:pt x="0" y="749696"/>
                </a:lnTo>
                <a:cubicBezTo>
                  <a:pt x="0" y="335650"/>
                  <a:pt x="335650" y="0"/>
                  <a:pt x="749696" y="0"/>
                </a:cubicBezTo>
                <a:close/>
              </a:path>
            </a:pathLst>
          </a:custGeom>
          <a:solidFill>
            <a:schemeClr val="bg2">
              <a:lumMod val="50000"/>
              <a:alpha val="50000"/>
            </a:schemeClr>
          </a:solidFill>
        </p:spPr>
        <p:txBody>
          <a:bodyPr wrap="square">
            <a:noAutofit/>
          </a:bodyPr>
          <a:lstStyle>
            <a:lvl1pPr>
              <a:defRPr lang="id-ID"/>
            </a:lvl1pPr>
          </a:lstStyle>
          <a:p>
            <a:pPr lvl="0"/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4601021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3916331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16B881D8-2FE2-43EA-815C-1E38C1152F4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961119" y="955040"/>
            <a:ext cx="2621280" cy="2649220"/>
          </a:xfrm>
          <a:custGeom>
            <a:avLst/>
            <a:gdLst>
              <a:gd name="connsiteX0" fmla="*/ 694796 w 2621280"/>
              <a:gd name="connsiteY0" fmla="*/ 0 h 2649220"/>
              <a:gd name="connsiteX1" fmla="*/ 1926484 w 2621280"/>
              <a:gd name="connsiteY1" fmla="*/ 0 h 2649220"/>
              <a:gd name="connsiteX2" fmla="*/ 2621280 w 2621280"/>
              <a:gd name="connsiteY2" fmla="*/ 694796 h 2649220"/>
              <a:gd name="connsiteX3" fmla="*/ 2621280 w 2621280"/>
              <a:gd name="connsiteY3" fmla="*/ 1954424 h 2649220"/>
              <a:gd name="connsiteX4" fmla="*/ 1926484 w 2621280"/>
              <a:gd name="connsiteY4" fmla="*/ 2649220 h 2649220"/>
              <a:gd name="connsiteX5" fmla="*/ 694796 w 2621280"/>
              <a:gd name="connsiteY5" fmla="*/ 2649220 h 2649220"/>
              <a:gd name="connsiteX6" fmla="*/ 0 w 2621280"/>
              <a:gd name="connsiteY6" fmla="*/ 1954424 h 2649220"/>
              <a:gd name="connsiteX7" fmla="*/ 0 w 2621280"/>
              <a:gd name="connsiteY7" fmla="*/ 694796 h 2649220"/>
              <a:gd name="connsiteX8" fmla="*/ 694796 w 2621280"/>
              <a:gd name="connsiteY8" fmla="*/ 0 h 26492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621280" h="2649220">
                <a:moveTo>
                  <a:pt x="694796" y="0"/>
                </a:moveTo>
                <a:lnTo>
                  <a:pt x="1926484" y="0"/>
                </a:lnTo>
                <a:cubicBezTo>
                  <a:pt x="2310209" y="0"/>
                  <a:pt x="2621280" y="311071"/>
                  <a:pt x="2621280" y="694796"/>
                </a:cubicBezTo>
                <a:lnTo>
                  <a:pt x="2621280" y="1954424"/>
                </a:lnTo>
                <a:cubicBezTo>
                  <a:pt x="2621280" y="2338149"/>
                  <a:pt x="2310209" y="2649220"/>
                  <a:pt x="1926484" y="2649220"/>
                </a:cubicBezTo>
                <a:lnTo>
                  <a:pt x="694796" y="2649220"/>
                </a:lnTo>
                <a:cubicBezTo>
                  <a:pt x="311071" y="2649220"/>
                  <a:pt x="0" y="2338149"/>
                  <a:pt x="0" y="1954424"/>
                </a:cubicBezTo>
                <a:lnTo>
                  <a:pt x="0" y="694796"/>
                </a:lnTo>
                <a:cubicBezTo>
                  <a:pt x="0" y="311071"/>
                  <a:pt x="311071" y="0"/>
                  <a:pt x="694796" y="0"/>
                </a:cubicBezTo>
                <a:close/>
              </a:path>
            </a:pathLst>
          </a:custGeom>
          <a:solidFill>
            <a:schemeClr val="bg2">
              <a:lumMod val="50000"/>
              <a:alpha val="50000"/>
            </a:schemeClr>
          </a:solidFill>
        </p:spPr>
        <p:txBody>
          <a:bodyPr wrap="square">
            <a:noAutofit/>
          </a:bodyPr>
          <a:lstStyle>
            <a:lvl1pPr>
              <a:defRPr lang="id-ID"/>
            </a:lvl1pPr>
          </a:lstStyle>
          <a:p>
            <a:pPr lvl="0"/>
            <a:endParaRPr lang="id-ID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E9836E21-14D7-4DB2-99D5-86EC38CC02B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183648" y="3453370"/>
            <a:ext cx="2933664" cy="2950999"/>
          </a:xfrm>
          <a:custGeom>
            <a:avLst/>
            <a:gdLst>
              <a:gd name="connsiteX0" fmla="*/ 1787121 w 2933664"/>
              <a:gd name="connsiteY0" fmla="*/ 328 h 2950999"/>
              <a:gd name="connsiteX1" fmla="*/ 2519847 w 2933664"/>
              <a:gd name="connsiteY1" fmla="*/ 507307 h 2950999"/>
              <a:gd name="connsiteX2" fmla="*/ 2892610 w 2933664"/>
              <a:gd name="connsiteY2" fmla="*/ 1591231 h 2950999"/>
              <a:gd name="connsiteX3" fmla="*/ 2426357 w 2933664"/>
              <a:gd name="connsiteY3" fmla="*/ 2546269 h 2950999"/>
              <a:gd name="connsiteX4" fmla="*/ 1368855 w 2933664"/>
              <a:gd name="connsiteY4" fmla="*/ 2909946 h 2950999"/>
              <a:gd name="connsiteX5" fmla="*/ 413817 w 2933664"/>
              <a:gd name="connsiteY5" fmla="*/ 2443693 h 2950999"/>
              <a:gd name="connsiteX6" fmla="*/ 41053 w 2933664"/>
              <a:gd name="connsiteY6" fmla="*/ 1359769 h 2950999"/>
              <a:gd name="connsiteX7" fmla="*/ 507307 w 2933664"/>
              <a:gd name="connsiteY7" fmla="*/ 404731 h 2950999"/>
              <a:gd name="connsiteX8" fmla="*/ 1564810 w 2933664"/>
              <a:gd name="connsiteY8" fmla="*/ 41054 h 2950999"/>
              <a:gd name="connsiteX9" fmla="*/ 1787121 w 2933664"/>
              <a:gd name="connsiteY9" fmla="*/ 328 h 2950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933664" h="2950999">
                <a:moveTo>
                  <a:pt x="1787121" y="328"/>
                </a:moveTo>
                <a:cubicBezTo>
                  <a:pt x="2107346" y="-9180"/>
                  <a:pt x="2410181" y="188418"/>
                  <a:pt x="2519847" y="507307"/>
                </a:cubicBezTo>
                <a:lnTo>
                  <a:pt x="2892610" y="1591231"/>
                </a:lnTo>
                <a:cubicBezTo>
                  <a:pt x="3027585" y="1983710"/>
                  <a:pt x="2818836" y="2411295"/>
                  <a:pt x="2426357" y="2546269"/>
                </a:cubicBezTo>
                <a:lnTo>
                  <a:pt x="1368855" y="2909946"/>
                </a:lnTo>
                <a:cubicBezTo>
                  <a:pt x="976376" y="3044920"/>
                  <a:pt x="548791" y="2836171"/>
                  <a:pt x="413817" y="2443693"/>
                </a:cubicBezTo>
                <a:lnTo>
                  <a:pt x="41053" y="1359769"/>
                </a:lnTo>
                <a:cubicBezTo>
                  <a:pt x="-93921" y="967290"/>
                  <a:pt x="114828" y="539705"/>
                  <a:pt x="507307" y="404731"/>
                </a:cubicBezTo>
                <a:lnTo>
                  <a:pt x="1564810" y="41054"/>
                </a:lnTo>
                <a:cubicBezTo>
                  <a:pt x="1638399" y="15746"/>
                  <a:pt x="1713223" y="2523"/>
                  <a:pt x="1787121" y="328"/>
                </a:cubicBezTo>
                <a:close/>
              </a:path>
            </a:pathLst>
          </a:custGeom>
          <a:solidFill>
            <a:schemeClr val="bg2">
              <a:lumMod val="50000"/>
              <a:alpha val="50000"/>
            </a:schemeClr>
          </a:solidFill>
        </p:spPr>
        <p:txBody>
          <a:bodyPr wrap="square">
            <a:noAutofit/>
          </a:bodyPr>
          <a:lstStyle>
            <a:lvl1pPr>
              <a:defRPr lang="id-ID"/>
            </a:lvl1pPr>
          </a:lstStyle>
          <a:p>
            <a:pPr lvl="0"/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18269565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itle Slid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: Shape 4">
            <a:extLst>
              <a:ext uri="{FF2B5EF4-FFF2-40B4-BE49-F238E27FC236}">
                <a16:creationId xmlns:a16="http://schemas.microsoft.com/office/drawing/2014/main" id="{1C93A4A8-BFA4-4FF5-92AB-8737718A019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64750" y="1331087"/>
            <a:ext cx="3417650" cy="4955413"/>
          </a:xfrm>
          <a:custGeom>
            <a:avLst/>
            <a:gdLst>
              <a:gd name="connsiteX0" fmla="*/ 749696 w 3417650"/>
              <a:gd name="connsiteY0" fmla="*/ 0 h 4955413"/>
              <a:gd name="connsiteX1" fmla="*/ 2667954 w 3417650"/>
              <a:gd name="connsiteY1" fmla="*/ 0 h 4955413"/>
              <a:gd name="connsiteX2" fmla="*/ 3417650 w 3417650"/>
              <a:gd name="connsiteY2" fmla="*/ 749696 h 4955413"/>
              <a:gd name="connsiteX3" fmla="*/ 3417650 w 3417650"/>
              <a:gd name="connsiteY3" fmla="*/ 4205717 h 4955413"/>
              <a:gd name="connsiteX4" fmla="*/ 2667954 w 3417650"/>
              <a:gd name="connsiteY4" fmla="*/ 4955413 h 4955413"/>
              <a:gd name="connsiteX5" fmla="*/ 749696 w 3417650"/>
              <a:gd name="connsiteY5" fmla="*/ 4955413 h 4955413"/>
              <a:gd name="connsiteX6" fmla="*/ 0 w 3417650"/>
              <a:gd name="connsiteY6" fmla="*/ 4205717 h 4955413"/>
              <a:gd name="connsiteX7" fmla="*/ 0 w 3417650"/>
              <a:gd name="connsiteY7" fmla="*/ 749696 h 4955413"/>
              <a:gd name="connsiteX8" fmla="*/ 749696 w 3417650"/>
              <a:gd name="connsiteY8" fmla="*/ 0 h 49554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417650" h="4955413">
                <a:moveTo>
                  <a:pt x="749696" y="0"/>
                </a:moveTo>
                <a:lnTo>
                  <a:pt x="2667954" y="0"/>
                </a:lnTo>
                <a:cubicBezTo>
                  <a:pt x="3082000" y="0"/>
                  <a:pt x="3417650" y="335650"/>
                  <a:pt x="3417650" y="749696"/>
                </a:cubicBezTo>
                <a:lnTo>
                  <a:pt x="3417650" y="4205717"/>
                </a:lnTo>
                <a:cubicBezTo>
                  <a:pt x="3417650" y="4619763"/>
                  <a:pt x="3082000" y="4955413"/>
                  <a:pt x="2667954" y="4955413"/>
                </a:cubicBezTo>
                <a:lnTo>
                  <a:pt x="749696" y="4955413"/>
                </a:lnTo>
                <a:cubicBezTo>
                  <a:pt x="335650" y="4955413"/>
                  <a:pt x="0" y="4619763"/>
                  <a:pt x="0" y="4205717"/>
                </a:cubicBezTo>
                <a:lnTo>
                  <a:pt x="0" y="749696"/>
                </a:lnTo>
                <a:cubicBezTo>
                  <a:pt x="0" y="335650"/>
                  <a:pt x="335650" y="0"/>
                  <a:pt x="749696" y="0"/>
                </a:cubicBezTo>
                <a:close/>
              </a:path>
            </a:pathLst>
          </a:custGeom>
          <a:solidFill>
            <a:schemeClr val="bg2">
              <a:lumMod val="50000"/>
              <a:alpha val="50000"/>
            </a:schemeClr>
          </a:solidFill>
        </p:spPr>
        <p:txBody>
          <a:bodyPr wrap="square">
            <a:noAutofit/>
          </a:bodyPr>
          <a:lstStyle>
            <a:lvl1pPr>
              <a:defRPr lang="id-ID"/>
            </a:lvl1pPr>
          </a:lstStyle>
          <a:p>
            <a:pPr lvl="0"/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92722230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779C1BA4-7BCC-4B78-B8DB-72A43ED3CEF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692324" y="2326510"/>
            <a:ext cx="3879898" cy="3865945"/>
          </a:xfrm>
          <a:custGeom>
            <a:avLst/>
            <a:gdLst>
              <a:gd name="connsiteX0" fmla="*/ 848034 w 3879898"/>
              <a:gd name="connsiteY0" fmla="*/ 0 h 3865945"/>
              <a:gd name="connsiteX1" fmla="*/ 3031864 w 3879898"/>
              <a:gd name="connsiteY1" fmla="*/ 0 h 3865945"/>
              <a:gd name="connsiteX2" fmla="*/ 3879898 w 3879898"/>
              <a:gd name="connsiteY2" fmla="*/ 848034 h 3865945"/>
              <a:gd name="connsiteX3" fmla="*/ 3879898 w 3879898"/>
              <a:gd name="connsiteY3" fmla="*/ 3017911 h 3865945"/>
              <a:gd name="connsiteX4" fmla="*/ 3031864 w 3879898"/>
              <a:gd name="connsiteY4" fmla="*/ 3865945 h 3865945"/>
              <a:gd name="connsiteX5" fmla="*/ 848034 w 3879898"/>
              <a:gd name="connsiteY5" fmla="*/ 3865945 h 3865945"/>
              <a:gd name="connsiteX6" fmla="*/ 0 w 3879898"/>
              <a:gd name="connsiteY6" fmla="*/ 3017911 h 3865945"/>
              <a:gd name="connsiteX7" fmla="*/ 0 w 3879898"/>
              <a:gd name="connsiteY7" fmla="*/ 848034 h 3865945"/>
              <a:gd name="connsiteX8" fmla="*/ 848034 w 3879898"/>
              <a:gd name="connsiteY8" fmla="*/ 0 h 38659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879898" h="3865945">
                <a:moveTo>
                  <a:pt x="848034" y="0"/>
                </a:moveTo>
                <a:lnTo>
                  <a:pt x="3031864" y="0"/>
                </a:lnTo>
                <a:cubicBezTo>
                  <a:pt x="3500220" y="0"/>
                  <a:pt x="3879898" y="379678"/>
                  <a:pt x="3879898" y="848034"/>
                </a:cubicBezTo>
                <a:lnTo>
                  <a:pt x="3879898" y="3017911"/>
                </a:lnTo>
                <a:cubicBezTo>
                  <a:pt x="3879898" y="3486267"/>
                  <a:pt x="3500220" y="3865945"/>
                  <a:pt x="3031864" y="3865945"/>
                </a:cubicBezTo>
                <a:lnTo>
                  <a:pt x="848034" y="3865945"/>
                </a:lnTo>
                <a:cubicBezTo>
                  <a:pt x="379678" y="3865945"/>
                  <a:pt x="0" y="3486267"/>
                  <a:pt x="0" y="3017911"/>
                </a:cubicBezTo>
                <a:lnTo>
                  <a:pt x="0" y="848034"/>
                </a:lnTo>
                <a:cubicBezTo>
                  <a:pt x="0" y="379678"/>
                  <a:pt x="379678" y="0"/>
                  <a:pt x="848034" y="0"/>
                </a:cubicBezTo>
                <a:close/>
              </a:path>
            </a:pathLst>
          </a:custGeom>
          <a:solidFill>
            <a:schemeClr val="bg2">
              <a:lumMod val="50000"/>
              <a:alpha val="50000"/>
            </a:schemeClr>
          </a:solidFill>
        </p:spPr>
        <p:txBody>
          <a:bodyPr wrap="square">
            <a:noAutofit/>
          </a:bodyPr>
          <a:lstStyle>
            <a:lvl1pPr>
              <a:defRPr lang="id-ID"/>
            </a:lvl1pPr>
          </a:lstStyle>
          <a:p>
            <a:pPr lvl="0"/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54139482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DAD9BF2A-14C8-4EDC-A3B5-001E644B15B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104639" y="1843346"/>
            <a:ext cx="2248556" cy="4298373"/>
          </a:xfrm>
          <a:custGeom>
            <a:avLst/>
            <a:gdLst>
              <a:gd name="connsiteX0" fmla="*/ 596002 w 2248556"/>
              <a:gd name="connsiteY0" fmla="*/ 0 h 4298373"/>
              <a:gd name="connsiteX1" fmla="*/ 1652554 w 2248556"/>
              <a:gd name="connsiteY1" fmla="*/ 0 h 4298373"/>
              <a:gd name="connsiteX2" fmla="*/ 2248556 w 2248556"/>
              <a:gd name="connsiteY2" fmla="*/ 596002 h 4298373"/>
              <a:gd name="connsiteX3" fmla="*/ 2248556 w 2248556"/>
              <a:gd name="connsiteY3" fmla="*/ 3702371 h 4298373"/>
              <a:gd name="connsiteX4" fmla="*/ 1652554 w 2248556"/>
              <a:gd name="connsiteY4" fmla="*/ 4298373 h 4298373"/>
              <a:gd name="connsiteX5" fmla="*/ 596002 w 2248556"/>
              <a:gd name="connsiteY5" fmla="*/ 4298373 h 4298373"/>
              <a:gd name="connsiteX6" fmla="*/ 0 w 2248556"/>
              <a:gd name="connsiteY6" fmla="*/ 3702371 h 4298373"/>
              <a:gd name="connsiteX7" fmla="*/ 0 w 2248556"/>
              <a:gd name="connsiteY7" fmla="*/ 596002 h 4298373"/>
              <a:gd name="connsiteX8" fmla="*/ 596002 w 2248556"/>
              <a:gd name="connsiteY8" fmla="*/ 0 h 42983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248556" h="4298373">
                <a:moveTo>
                  <a:pt x="596002" y="0"/>
                </a:moveTo>
                <a:lnTo>
                  <a:pt x="1652554" y="0"/>
                </a:lnTo>
                <a:cubicBezTo>
                  <a:pt x="1981717" y="0"/>
                  <a:pt x="2248556" y="266839"/>
                  <a:pt x="2248556" y="596002"/>
                </a:cubicBezTo>
                <a:lnTo>
                  <a:pt x="2248556" y="3702371"/>
                </a:lnTo>
                <a:cubicBezTo>
                  <a:pt x="2248556" y="4031534"/>
                  <a:pt x="1981717" y="4298373"/>
                  <a:pt x="1652554" y="4298373"/>
                </a:cubicBezTo>
                <a:lnTo>
                  <a:pt x="596002" y="4298373"/>
                </a:lnTo>
                <a:cubicBezTo>
                  <a:pt x="266839" y="4298373"/>
                  <a:pt x="0" y="4031534"/>
                  <a:pt x="0" y="3702371"/>
                </a:cubicBezTo>
                <a:lnTo>
                  <a:pt x="0" y="596002"/>
                </a:lnTo>
                <a:cubicBezTo>
                  <a:pt x="0" y="266839"/>
                  <a:pt x="266839" y="0"/>
                  <a:pt x="596002" y="0"/>
                </a:cubicBezTo>
                <a:close/>
              </a:path>
            </a:pathLst>
          </a:custGeom>
          <a:solidFill>
            <a:schemeClr val="bg2">
              <a:lumMod val="50000"/>
              <a:alpha val="50000"/>
            </a:schemeClr>
          </a:solidFill>
        </p:spPr>
        <p:txBody>
          <a:bodyPr wrap="square">
            <a:noAutofit/>
          </a:bodyPr>
          <a:lstStyle>
            <a:lvl1pPr>
              <a:defRPr lang="id-ID"/>
            </a:lvl1pPr>
          </a:lstStyle>
          <a:p>
            <a:pPr lvl="0"/>
            <a:endParaRPr lang="id-ID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E549B110-3570-4B62-9E1B-D38C8F46090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9321867" y="1843346"/>
            <a:ext cx="2248556" cy="4298373"/>
          </a:xfrm>
          <a:custGeom>
            <a:avLst/>
            <a:gdLst>
              <a:gd name="connsiteX0" fmla="*/ 596002 w 2248556"/>
              <a:gd name="connsiteY0" fmla="*/ 0 h 4298373"/>
              <a:gd name="connsiteX1" fmla="*/ 1652554 w 2248556"/>
              <a:gd name="connsiteY1" fmla="*/ 0 h 4298373"/>
              <a:gd name="connsiteX2" fmla="*/ 2248556 w 2248556"/>
              <a:gd name="connsiteY2" fmla="*/ 596002 h 4298373"/>
              <a:gd name="connsiteX3" fmla="*/ 2248556 w 2248556"/>
              <a:gd name="connsiteY3" fmla="*/ 3702371 h 4298373"/>
              <a:gd name="connsiteX4" fmla="*/ 1652554 w 2248556"/>
              <a:gd name="connsiteY4" fmla="*/ 4298373 h 4298373"/>
              <a:gd name="connsiteX5" fmla="*/ 596002 w 2248556"/>
              <a:gd name="connsiteY5" fmla="*/ 4298373 h 4298373"/>
              <a:gd name="connsiteX6" fmla="*/ 0 w 2248556"/>
              <a:gd name="connsiteY6" fmla="*/ 3702371 h 4298373"/>
              <a:gd name="connsiteX7" fmla="*/ 0 w 2248556"/>
              <a:gd name="connsiteY7" fmla="*/ 596002 h 4298373"/>
              <a:gd name="connsiteX8" fmla="*/ 596002 w 2248556"/>
              <a:gd name="connsiteY8" fmla="*/ 0 h 42983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248556" h="4298373">
                <a:moveTo>
                  <a:pt x="596002" y="0"/>
                </a:moveTo>
                <a:lnTo>
                  <a:pt x="1652554" y="0"/>
                </a:lnTo>
                <a:cubicBezTo>
                  <a:pt x="1981717" y="0"/>
                  <a:pt x="2248556" y="266839"/>
                  <a:pt x="2248556" y="596002"/>
                </a:cubicBezTo>
                <a:lnTo>
                  <a:pt x="2248556" y="3702371"/>
                </a:lnTo>
                <a:cubicBezTo>
                  <a:pt x="2248556" y="4031534"/>
                  <a:pt x="1981717" y="4298373"/>
                  <a:pt x="1652554" y="4298373"/>
                </a:cubicBezTo>
                <a:lnTo>
                  <a:pt x="596002" y="4298373"/>
                </a:lnTo>
                <a:cubicBezTo>
                  <a:pt x="266839" y="4298373"/>
                  <a:pt x="0" y="4031534"/>
                  <a:pt x="0" y="3702371"/>
                </a:cubicBezTo>
                <a:lnTo>
                  <a:pt x="0" y="596002"/>
                </a:lnTo>
                <a:cubicBezTo>
                  <a:pt x="0" y="266839"/>
                  <a:pt x="266839" y="0"/>
                  <a:pt x="596002" y="0"/>
                </a:cubicBezTo>
                <a:close/>
              </a:path>
            </a:pathLst>
          </a:custGeom>
          <a:solidFill>
            <a:schemeClr val="bg2">
              <a:lumMod val="50000"/>
              <a:alpha val="50000"/>
            </a:schemeClr>
          </a:solidFill>
        </p:spPr>
        <p:txBody>
          <a:bodyPr wrap="square">
            <a:noAutofit/>
          </a:bodyPr>
          <a:lstStyle>
            <a:lvl1pPr>
              <a:defRPr lang="id-ID"/>
            </a:lvl1pPr>
          </a:lstStyle>
          <a:p>
            <a:pPr lvl="0"/>
            <a:endParaRPr lang="id-ID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396C75BD-BA24-4D99-9CEE-CF234C17244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545339" y="1778789"/>
            <a:ext cx="2584382" cy="4411802"/>
          </a:xfrm>
          <a:custGeom>
            <a:avLst/>
            <a:gdLst>
              <a:gd name="connsiteX0" fmla="*/ 1701677 w 2584382"/>
              <a:gd name="connsiteY0" fmla="*/ 2516 h 4411802"/>
              <a:gd name="connsiteX1" fmla="*/ 2238662 w 2584382"/>
              <a:gd name="connsiteY1" fmla="*/ 530764 h 4411802"/>
              <a:gd name="connsiteX2" fmla="*/ 2580744 w 2584382"/>
              <a:gd name="connsiteY2" fmla="*/ 3634719 h 4411802"/>
              <a:gd name="connsiteX3" fmla="*/ 2053618 w 2584382"/>
              <a:gd name="connsiteY3" fmla="*/ 4292424 h 4411802"/>
              <a:gd name="connsiteX4" fmla="*/ 1003425 w 2584382"/>
              <a:gd name="connsiteY4" fmla="*/ 4408164 h 4411802"/>
              <a:gd name="connsiteX5" fmla="*/ 345720 w 2584382"/>
              <a:gd name="connsiteY5" fmla="*/ 3881038 h 4411802"/>
              <a:gd name="connsiteX6" fmla="*/ 3638 w 2584382"/>
              <a:gd name="connsiteY6" fmla="*/ 777083 h 4411802"/>
              <a:gd name="connsiteX7" fmla="*/ 530764 w 2584382"/>
              <a:gd name="connsiteY7" fmla="*/ 119379 h 4411802"/>
              <a:gd name="connsiteX8" fmla="*/ 1580958 w 2584382"/>
              <a:gd name="connsiteY8" fmla="*/ 3638 h 4411802"/>
              <a:gd name="connsiteX9" fmla="*/ 1701677 w 2584382"/>
              <a:gd name="connsiteY9" fmla="*/ 2516 h 44118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584382" h="4411802">
                <a:moveTo>
                  <a:pt x="1701677" y="2516"/>
                </a:moveTo>
                <a:cubicBezTo>
                  <a:pt x="1977718" y="28005"/>
                  <a:pt x="2207111" y="244480"/>
                  <a:pt x="2238662" y="530764"/>
                </a:cubicBezTo>
                <a:lnTo>
                  <a:pt x="2580744" y="3634719"/>
                </a:lnTo>
                <a:cubicBezTo>
                  <a:pt x="2616802" y="3961901"/>
                  <a:pt x="2380800" y="4256365"/>
                  <a:pt x="2053618" y="4292424"/>
                </a:cubicBezTo>
                <a:lnTo>
                  <a:pt x="1003425" y="4408164"/>
                </a:lnTo>
                <a:cubicBezTo>
                  <a:pt x="676242" y="4444222"/>
                  <a:pt x="381778" y="4208220"/>
                  <a:pt x="345720" y="3881038"/>
                </a:cubicBezTo>
                <a:lnTo>
                  <a:pt x="3638" y="777083"/>
                </a:lnTo>
                <a:cubicBezTo>
                  <a:pt x="-32420" y="449901"/>
                  <a:pt x="203582" y="155437"/>
                  <a:pt x="530764" y="119379"/>
                </a:cubicBezTo>
                <a:lnTo>
                  <a:pt x="1580958" y="3638"/>
                </a:lnTo>
                <a:cubicBezTo>
                  <a:pt x="1621856" y="-869"/>
                  <a:pt x="1662242" y="-1125"/>
                  <a:pt x="1701677" y="2516"/>
                </a:cubicBezTo>
                <a:close/>
              </a:path>
            </a:pathLst>
          </a:custGeom>
          <a:solidFill>
            <a:schemeClr val="bg2">
              <a:lumMod val="50000"/>
              <a:alpha val="50000"/>
            </a:schemeClr>
          </a:solidFill>
        </p:spPr>
        <p:txBody>
          <a:bodyPr wrap="square">
            <a:noAutofit/>
          </a:bodyPr>
          <a:lstStyle>
            <a:lvl1pPr>
              <a:defRPr lang="id-ID"/>
            </a:lvl1pPr>
          </a:lstStyle>
          <a:p>
            <a:pPr lvl="0"/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73964114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: Shape 4">
            <a:extLst>
              <a:ext uri="{FF2B5EF4-FFF2-40B4-BE49-F238E27FC236}">
                <a16:creationId xmlns:a16="http://schemas.microsoft.com/office/drawing/2014/main" id="{847D1C15-2EF9-47AE-92DD-2FE04491BDA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833377"/>
            <a:ext cx="3368233" cy="6024623"/>
          </a:xfrm>
          <a:custGeom>
            <a:avLst/>
            <a:gdLst>
              <a:gd name="connsiteX0" fmla="*/ 830404 w 3368233"/>
              <a:gd name="connsiteY0" fmla="*/ 0 h 6024623"/>
              <a:gd name="connsiteX1" fmla="*/ 2537829 w 3368233"/>
              <a:gd name="connsiteY1" fmla="*/ 0 h 6024623"/>
              <a:gd name="connsiteX2" fmla="*/ 3368233 w 3368233"/>
              <a:gd name="connsiteY2" fmla="*/ 830404 h 6024623"/>
              <a:gd name="connsiteX3" fmla="*/ 3368233 w 3368233"/>
              <a:gd name="connsiteY3" fmla="*/ 5194219 h 6024623"/>
              <a:gd name="connsiteX4" fmla="*/ 2537829 w 3368233"/>
              <a:gd name="connsiteY4" fmla="*/ 6024623 h 6024623"/>
              <a:gd name="connsiteX5" fmla="*/ 830404 w 3368233"/>
              <a:gd name="connsiteY5" fmla="*/ 6024623 h 6024623"/>
              <a:gd name="connsiteX6" fmla="*/ 0 w 3368233"/>
              <a:gd name="connsiteY6" fmla="*/ 5194219 h 6024623"/>
              <a:gd name="connsiteX7" fmla="*/ 0 w 3368233"/>
              <a:gd name="connsiteY7" fmla="*/ 830404 h 6024623"/>
              <a:gd name="connsiteX8" fmla="*/ 830404 w 3368233"/>
              <a:gd name="connsiteY8" fmla="*/ 0 h 60246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368233" h="6024623">
                <a:moveTo>
                  <a:pt x="830404" y="0"/>
                </a:moveTo>
                <a:lnTo>
                  <a:pt x="2537829" y="0"/>
                </a:lnTo>
                <a:cubicBezTo>
                  <a:pt x="2996448" y="0"/>
                  <a:pt x="3368233" y="371785"/>
                  <a:pt x="3368233" y="830404"/>
                </a:cubicBezTo>
                <a:lnTo>
                  <a:pt x="3368233" y="5194219"/>
                </a:lnTo>
                <a:cubicBezTo>
                  <a:pt x="3368233" y="5652838"/>
                  <a:pt x="2996448" y="6024623"/>
                  <a:pt x="2537829" y="6024623"/>
                </a:cubicBezTo>
                <a:lnTo>
                  <a:pt x="830404" y="6024623"/>
                </a:lnTo>
                <a:cubicBezTo>
                  <a:pt x="371785" y="6024623"/>
                  <a:pt x="0" y="5652838"/>
                  <a:pt x="0" y="5194219"/>
                </a:cubicBezTo>
                <a:lnTo>
                  <a:pt x="0" y="830404"/>
                </a:lnTo>
                <a:cubicBezTo>
                  <a:pt x="0" y="371785"/>
                  <a:pt x="371785" y="0"/>
                  <a:pt x="830404" y="0"/>
                </a:cubicBezTo>
                <a:close/>
              </a:path>
            </a:pathLst>
          </a:custGeom>
          <a:solidFill>
            <a:schemeClr val="bg2">
              <a:lumMod val="50000"/>
              <a:alpha val="50000"/>
            </a:schemeClr>
          </a:solidFill>
        </p:spPr>
        <p:txBody>
          <a:bodyPr wrap="square">
            <a:noAutofit/>
          </a:bodyPr>
          <a:lstStyle>
            <a:lvl1pPr>
              <a:defRPr lang="id-ID"/>
            </a:lvl1pPr>
          </a:lstStyle>
          <a:p>
            <a:pPr lvl="0"/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48109622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itle Slid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: Shape 4">
            <a:extLst>
              <a:ext uri="{FF2B5EF4-FFF2-40B4-BE49-F238E27FC236}">
                <a16:creationId xmlns:a16="http://schemas.microsoft.com/office/drawing/2014/main" id="{A7D086B3-DB71-45F0-8A5D-96182AC529F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626906" y="2842720"/>
            <a:ext cx="2955494" cy="2939543"/>
          </a:xfrm>
          <a:custGeom>
            <a:avLst/>
            <a:gdLst>
              <a:gd name="connsiteX0" fmla="*/ 1827023 w 2955494"/>
              <a:gd name="connsiteY0" fmla="*/ 888 h 2939543"/>
              <a:gd name="connsiteX1" fmla="*/ 2555644 w 2955494"/>
              <a:gd name="connsiteY1" fmla="*/ 534488 h 2939543"/>
              <a:gd name="connsiteX2" fmla="*/ 2904802 w 2955494"/>
              <a:gd name="connsiteY2" fmla="*/ 1481180 h 2939543"/>
              <a:gd name="connsiteX3" fmla="*/ 2421007 w 2955494"/>
              <a:gd name="connsiteY3" fmla="*/ 2530371 h 2939543"/>
              <a:gd name="connsiteX4" fmla="*/ 1449041 w 2955494"/>
              <a:gd name="connsiteY4" fmla="*/ 2888851 h 2939543"/>
              <a:gd name="connsiteX5" fmla="*/ 399850 w 2955494"/>
              <a:gd name="connsiteY5" fmla="*/ 2405055 h 2939543"/>
              <a:gd name="connsiteX6" fmla="*/ 50692 w 2955494"/>
              <a:gd name="connsiteY6" fmla="*/ 1458364 h 2939543"/>
              <a:gd name="connsiteX7" fmla="*/ 534487 w 2955494"/>
              <a:gd name="connsiteY7" fmla="*/ 409172 h 2939543"/>
              <a:gd name="connsiteX8" fmla="*/ 1506453 w 2955494"/>
              <a:gd name="connsiteY8" fmla="*/ 50692 h 2939543"/>
              <a:gd name="connsiteX9" fmla="*/ 1827023 w 2955494"/>
              <a:gd name="connsiteY9" fmla="*/ 888 h 29395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955494" h="2939543">
                <a:moveTo>
                  <a:pt x="1827023" y="888"/>
                </a:moveTo>
                <a:cubicBezTo>
                  <a:pt x="2145045" y="15784"/>
                  <a:pt x="2438547" y="216996"/>
                  <a:pt x="2555644" y="534488"/>
                </a:cubicBezTo>
                <a:lnTo>
                  <a:pt x="2904802" y="1481180"/>
                </a:lnTo>
                <a:cubicBezTo>
                  <a:pt x="3060932" y="1904503"/>
                  <a:pt x="2844329" y="2374241"/>
                  <a:pt x="2421007" y="2530371"/>
                </a:cubicBezTo>
                <a:lnTo>
                  <a:pt x="1449041" y="2888851"/>
                </a:lnTo>
                <a:cubicBezTo>
                  <a:pt x="1025718" y="3044980"/>
                  <a:pt x="555979" y="2828378"/>
                  <a:pt x="399850" y="2405055"/>
                </a:cubicBezTo>
                <a:lnTo>
                  <a:pt x="50692" y="1458364"/>
                </a:lnTo>
                <a:cubicBezTo>
                  <a:pt x="-105438" y="1035041"/>
                  <a:pt x="111165" y="565302"/>
                  <a:pt x="534487" y="409172"/>
                </a:cubicBezTo>
                <a:lnTo>
                  <a:pt x="1506453" y="50692"/>
                </a:lnTo>
                <a:cubicBezTo>
                  <a:pt x="1612284" y="11660"/>
                  <a:pt x="1721016" y="-4077"/>
                  <a:pt x="1827023" y="888"/>
                </a:cubicBezTo>
                <a:close/>
              </a:path>
            </a:pathLst>
          </a:custGeom>
          <a:solidFill>
            <a:schemeClr val="bg2">
              <a:lumMod val="50000"/>
              <a:alpha val="50000"/>
            </a:schemeClr>
          </a:solidFill>
        </p:spPr>
        <p:txBody>
          <a:bodyPr wrap="square">
            <a:noAutofit/>
          </a:bodyPr>
          <a:lstStyle>
            <a:lvl1pPr>
              <a:defRPr lang="id-ID"/>
            </a:lvl1pPr>
          </a:lstStyle>
          <a:p>
            <a:pPr lvl="0"/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06934975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7211302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: Shape 4">
            <a:extLst>
              <a:ext uri="{FF2B5EF4-FFF2-40B4-BE49-F238E27FC236}">
                <a16:creationId xmlns:a16="http://schemas.microsoft.com/office/drawing/2014/main" id="{40A95C3C-BFFF-4B01-8D39-964AE3A9BC6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09600" y="966603"/>
            <a:ext cx="10972800" cy="2142357"/>
          </a:xfrm>
          <a:custGeom>
            <a:avLst/>
            <a:gdLst>
              <a:gd name="connsiteX0" fmla="*/ 663938 w 10972800"/>
              <a:gd name="connsiteY0" fmla="*/ 0 h 2142357"/>
              <a:gd name="connsiteX1" fmla="*/ 10308862 w 10972800"/>
              <a:gd name="connsiteY1" fmla="*/ 0 h 2142357"/>
              <a:gd name="connsiteX2" fmla="*/ 10972800 w 10972800"/>
              <a:gd name="connsiteY2" fmla="*/ 663938 h 2142357"/>
              <a:gd name="connsiteX3" fmla="*/ 10972800 w 10972800"/>
              <a:gd name="connsiteY3" fmla="*/ 1478419 h 2142357"/>
              <a:gd name="connsiteX4" fmla="*/ 10308862 w 10972800"/>
              <a:gd name="connsiteY4" fmla="*/ 2142357 h 2142357"/>
              <a:gd name="connsiteX5" fmla="*/ 663938 w 10972800"/>
              <a:gd name="connsiteY5" fmla="*/ 2142357 h 2142357"/>
              <a:gd name="connsiteX6" fmla="*/ 0 w 10972800"/>
              <a:gd name="connsiteY6" fmla="*/ 1478419 h 2142357"/>
              <a:gd name="connsiteX7" fmla="*/ 0 w 10972800"/>
              <a:gd name="connsiteY7" fmla="*/ 663938 h 2142357"/>
              <a:gd name="connsiteX8" fmla="*/ 663938 w 10972800"/>
              <a:gd name="connsiteY8" fmla="*/ 0 h 21423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972800" h="2142357">
                <a:moveTo>
                  <a:pt x="663938" y="0"/>
                </a:moveTo>
                <a:lnTo>
                  <a:pt x="10308862" y="0"/>
                </a:lnTo>
                <a:cubicBezTo>
                  <a:pt x="10675545" y="0"/>
                  <a:pt x="10972800" y="297255"/>
                  <a:pt x="10972800" y="663938"/>
                </a:cubicBezTo>
                <a:lnTo>
                  <a:pt x="10972800" y="1478419"/>
                </a:lnTo>
                <a:cubicBezTo>
                  <a:pt x="10972800" y="1845102"/>
                  <a:pt x="10675545" y="2142357"/>
                  <a:pt x="10308862" y="2142357"/>
                </a:cubicBezTo>
                <a:lnTo>
                  <a:pt x="663938" y="2142357"/>
                </a:lnTo>
                <a:cubicBezTo>
                  <a:pt x="297255" y="2142357"/>
                  <a:pt x="0" y="1845102"/>
                  <a:pt x="0" y="1478419"/>
                </a:cubicBezTo>
                <a:lnTo>
                  <a:pt x="0" y="663938"/>
                </a:lnTo>
                <a:cubicBezTo>
                  <a:pt x="0" y="297255"/>
                  <a:pt x="297255" y="0"/>
                  <a:pt x="663938" y="0"/>
                </a:cubicBezTo>
                <a:close/>
              </a:path>
            </a:pathLst>
          </a:custGeom>
          <a:solidFill>
            <a:schemeClr val="bg2">
              <a:lumMod val="50000"/>
              <a:alpha val="50000"/>
            </a:schemeClr>
          </a:solidFill>
        </p:spPr>
        <p:txBody>
          <a:bodyPr wrap="square">
            <a:noAutofit/>
          </a:bodyPr>
          <a:lstStyle>
            <a:lvl1pPr>
              <a:defRPr lang="id-ID"/>
            </a:lvl1pPr>
          </a:lstStyle>
          <a:p>
            <a:pPr lvl="0"/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429378994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9C27BFD4-200B-47EF-8FF9-2E9454D8BE0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63649" y="2888702"/>
            <a:ext cx="2451458" cy="2447470"/>
          </a:xfrm>
          <a:custGeom>
            <a:avLst/>
            <a:gdLst>
              <a:gd name="connsiteX0" fmla="*/ 1497869 w 2451458"/>
              <a:gd name="connsiteY0" fmla="*/ 1225 h 2447470"/>
              <a:gd name="connsiteX1" fmla="*/ 2201096 w 2451458"/>
              <a:gd name="connsiteY1" fmla="*/ 508766 h 2447470"/>
              <a:gd name="connsiteX2" fmla="*/ 2427906 w 2451458"/>
              <a:gd name="connsiteY2" fmla="*/ 1355232 h 2447470"/>
              <a:gd name="connsiteX3" fmla="*/ 1942692 w 2451458"/>
              <a:gd name="connsiteY3" fmla="*/ 2195649 h 2447470"/>
              <a:gd name="connsiteX4" fmla="*/ 1090777 w 2451458"/>
              <a:gd name="connsiteY4" fmla="*/ 2423919 h 2447470"/>
              <a:gd name="connsiteX5" fmla="*/ 250361 w 2451458"/>
              <a:gd name="connsiteY5" fmla="*/ 1938704 h 2447470"/>
              <a:gd name="connsiteX6" fmla="*/ 23551 w 2451458"/>
              <a:gd name="connsiteY6" fmla="*/ 1092238 h 2447470"/>
              <a:gd name="connsiteX7" fmla="*/ 508765 w 2451458"/>
              <a:gd name="connsiteY7" fmla="*/ 251821 h 2447470"/>
              <a:gd name="connsiteX8" fmla="*/ 1360680 w 2451458"/>
              <a:gd name="connsiteY8" fmla="*/ 23552 h 2447470"/>
              <a:gd name="connsiteX9" fmla="*/ 1497869 w 2451458"/>
              <a:gd name="connsiteY9" fmla="*/ 1225 h 24474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451458" h="2447470">
                <a:moveTo>
                  <a:pt x="1497869" y="1225"/>
                </a:moveTo>
                <a:cubicBezTo>
                  <a:pt x="1816463" y="-17900"/>
                  <a:pt x="2115271" y="188461"/>
                  <a:pt x="2201096" y="508766"/>
                </a:cubicBezTo>
                <a:lnTo>
                  <a:pt x="2427906" y="1355232"/>
                </a:lnTo>
                <a:cubicBezTo>
                  <a:pt x="2525993" y="1721295"/>
                  <a:pt x="2308754" y="2097562"/>
                  <a:pt x="1942692" y="2195649"/>
                </a:cubicBezTo>
                <a:lnTo>
                  <a:pt x="1090777" y="2423919"/>
                </a:lnTo>
                <a:cubicBezTo>
                  <a:pt x="724714" y="2522005"/>
                  <a:pt x="348447" y="2304767"/>
                  <a:pt x="250361" y="1938704"/>
                </a:cubicBezTo>
                <a:lnTo>
                  <a:pt x="23551" y="1092238"/>
                </a:lnTo>
                <a:cubicBezTo>
                  <a:pt x="-74535" y="726175"/>
                  <a:pt x="142703" y="349908"/>
                  <a:pt x="508765" y="251821"/>
                </a:cubicBezTo>
                <a:lnTo>
                  <a:pt x="1360680" y="23552"/>
                </a:lnTo>
                <a:cubicBezTo>
                  <a:pt x="1406438" y="11291"/>
                  <a:pt x="1452355" y="3957"/>
                  <a:pt x="1497869" y="1225"/>
                </a:cubicBezTo>
                <a:close/>
              </a:path>
            </a:pathLst>
          </a:custGeom>
          <a:solidFill>
            <a:schemeClr val="bg2">
              <a:lumMod val="50000"/>
              <a:alpha val="50000"/>
            </a:schemeClr>
          </a:solidFill>
        </p:spPr>
        <p:txBody>
          <a:bodyPr wrap="square">
            <a:noAutofit/>
          </a:bodyPr>
          <a:lstStyle>
            <a:lvl1pPr>
              <a:defRPr lang="id-ID"/>
            </a:lvl1pPr>
          </a:lstStyle>
          <a:p>
            <a:pPr lvl="0"/>
            <a:endParaRPr lang="id-ID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0602534B-AF35-40CC-A614-32E742F9B40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776938" y="1049296"/>
            <a:ext cx="2451457" cy="2447470"/>
          </a:xfrm>
          <a:custGeom>
            <a:avLst/>
            <a:gdLst>
              <a:gd name="connsiteX0" fmla="*/ 1497869 w 2451457"/>
              <a:gd name="connsiteY0" fmla="*/ 1225 h 2447470"/>
              <a:gd name="connsiteX1" fmla="*/ 2201096 w 2451457"/>
              <a:gd name="connsiteY1" fmla="*/ 508766 h 2447470"/>
              <a:gd name="connsiteX2" fmla="*/ 2427906 w 2451457"/>
              <a:gd name="connsiteY2" fmla="*/ 1355232 h 2447470"/>
              <a:gd name="connsiteX3" fmla="*/ 1942692 w 2451457"/>
              <a:gd name="connsiteY3" fmla="*/ 2195649 h 2447470"/>
              <a:gd name="connsiteX4" fmla="*/ 1090777 w 2451457"/>
              <a:gd name="connsiteY4" fmla="*/ 2423918 h 2447470"/>
              <a:gd name="connsiteX5" fmla="*/ 250361 w 2451457"/>
              <a:gd name="connsiteY5" fmla="*/ 1938704 h 2447470"/>
              <a:gd name="connsiteX6" fmla="*/ 23551 w 2451457"/>
              <a:gd name="connsiteY6" fmla="*/ 1092238 h 2447470"/>
              <a:gd name="connsiteX7" fmla="*/ 508765 w 2451457"/>
              <a:gd name="connsiteY7" fmla="*/ 251822 h 2447470"/>
              <a:gd name="connsiteX8" fmla="*/ 1360680 w 2451457"/>
              <a:gd name="connsiteY8" fmla="*/ 23552 h 2447470"/>
              <a:gd name="connsiteX9" fmla="*/ 1497869 w 2451457"/>
              <a:gd name="connsiteY9" fmla="*/ 1225 h 24474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451457" h="2447470">
                <a:moveTo>
                  <a:pt x="1497869" y="1225"/>
                </a:moveTo>
                <a:cubicBezTo>
                  <a:pt x="1816463" y="-17900"/>
                  <a:pt x="2115271" y="188461"/>
                  <a:pt x="2201096" y="508766"/>
                </a:cubicBezTo>
                <a:lnTo>
                  <a:pt x="2427906" y="1355232"/>
                </a:lnTo>
                <a:cubicBezTo>
                  <a:pt x="2525992" y="1721295"/>
                  <a:pt x="2308754" y="2097562"/>
                  <a:pt x="1942692" y="2195649"/>
                </a:cubicBezTo>
                <a:lnTo>
                  <a:pt x="1090777" y="2423918"/>
                </a:lnTo>
                <a:cubicBezTo>
                  <a:pt x="724714" y="2522005"/>
                  <a:pt x="348447" y="2304767"/>
                  <a:pt x="250361" y="1938704"/>
                </a:cubicBezTo>
                <a:lnTo>
                  <a:pt x="23551" y="1092238"/>
                </a:lnTo>
                <a:cubicBezTo>
                  <a:pt x="-74535" y="726175"/>
                  <a:pt x="142703" y="349908"/>
                  <a:pt x="508765" y="251822"/>
                </a:cubicBezTo>
                <a:lnTo>
                  <a:pt x="1360680" y="23552"/>
                </a:lnTo>
                <a:cubicBezTo>
                  <a:pt x="1406438" y="11291"/>
                  <a:pt x="1452355" y="3957"/>
                  <a:pt x="1497869" y="1225"/>
                </a:cubicBezTo>
                <a:close/>
              </a:path>
            </a:pathLst>
          </a:custGeom>
          <a:solidFill>
            <a:schemeClr val="bg2">
              <a:lumMod val="50000"/>
              <a:alpha val="50000"/>
            </a:schemeClr>
          </a:solidFill>
        </p:spPr>
        <p:txBody>
          <a:bodyPr wrap="square">
            <a:noAutofit/>
          </a:bodyPr>
          <a:lstStyle>
            <a:lvl1pPr>
              <a:defRPr lang="id-ID"/>
            </a:lvl1pPr>
          </a:lstStyle>
          <a:p>
            <a:pPr lvl="0"/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1764417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DF25057-97C0-4D2F-BF81-DB6E4A9272BD}"/>
              </a:ext>
            </a:extLst>
          </p:cNvPr>
          <p:cNvSpPr txBox="1"/>
          <p:nvPr userDrawn="1"/>
        </p:nvSpPr>
        <p:spPr>
          <a:xfrm>
            <a:off x="494415" y="190171"/>
            <a:ext cx="62244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d-ID" sz="1200" spc="0" baseline="0">
                <a:latin typeface="+mj-lt"/>
                <a:cs typeface="Arial"/>
                <a:sym typeface="Arial"/>
                <a:rtl val="0"/>
              </a:rPr>
              <a:t>Home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0AE449B-FB44-403A-AFC8-4B6E740BBD85}"/>
              </a:ext>
            </a:extLst>
          </p:cNvPr>
          <p:cNvSpPr txBox="1"/>
          <p:nvPr userDrawn="1"/>
        </p:nvSpPr>
        <p:spPr>
          <a:xfrm>
            <a:off x="3807606" y="190171"/>
            <a:ext cx="81986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d-ID" sz="1200" spc="0" baseline="0">
                <a:latin typeface="+mj-lt"/>
                <a:cs typeface="Arial"/>
                <a:sym typeface="Arial"/>
                <a:rtl val="0"/>
              </a:rPr>
              <a:t>Discover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E4EA22C-83BA-485E-BA11-4D8CC811D2AE}"/>
              </a:ext>
            </a:extLst>
          </p:cNvPr>
          <p:cNvSpPr txBox="1"/>
          <p:nvPr userDrawn="1"/>
        </p:nvSpPr>
        <p:spPr>
          <a:xfrm>
            <a:off x="7652420" y="190171"/>
            <a:ext cx="78502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d-ID" sz="1200" spc="0" baseline="0">
                <a:latin typeface="+mj-lt"/>
                <a:cs typeface="Arial"/>
                <a:sym typeface="Arial"/>
                <a:rtl val="0"/>
              </a:rPr>
              <a:t>Services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41380B0-6625-4978-8989-BED30166AB7D}"/>
              </a:ext>
            </a:extLst>
          </p:cNvPr>
          <p:cNvSpPr txBox="1"/>
          <p:nvPr userDrawn="1"/>
        </p:nvSpPr>
        <p:spPr>
          <a:xfrm>
            <a:off x="11146968" y="190171"/>
            <a:ext cx="56297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d-ID" sz="1200" spc="0" baseline="0">
                <a:cs typeface="Arial"/>
                <a:sym typeface="Arial"/>
                <a:rtl val="0"/>
              </a:rPr>
              <a:t>2025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769D044-1606-4C70-A75C-891748F25AFD}"/>
              </a:ext>
            </a:extLst>
          </p:cNvPr>
          <p:cNvSpPr txBox="1"/>
          <p:nvPr userDrawn="1"/>
        </p:nvSpPr>
        <p:spPr>
          <a:xfrm>
            <a:off x="494414" y="6390830"/>
            <a:ext cx="26450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id-ID" sz="1200">
                <a:latin typeface="+mj-lt"/>
              </a:rPr>
              <a:t>Non-Profit Campaign</a:t>
            </a:r>
            <a:endParaRPr lang="id-ID" sz="1200" spc="0" baseline="0">
              <a:latin typeface="+mj-lt"/>
              <a:cs typeface="Arial"/>
              <a:sym typeface="Arial"/>
              <a:rtl val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7C89120-D27E-43A2-BE50-183CCC387A00}"/>
              </a:ext>
            </a:extLst>
          </p:cNvPr>
          <p:cNvSpPr txBox="1"/>
          <p:nvPr userDrawn="1"/>
        </p:nvSpPr>
        <p:spPr>
          <a:xfrm>
            <a:off x="10964545" y="6412966"/>
            <a:ext cx="61756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fld id="{B14C4DC2-5DCA-497B-95BC-EA9B7B01D74F}" type="slidenum">
              <a:rPr lang="en-ID" sz="1200" b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pPr algn="r"/>
              <a:t>‹#›</a:t>
            </a:fld>
            <a:endParaRPr lang="en-US" sz="1200" b="0" dirty="0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9368967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d-ID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60" userDrawn="1">
          <p15:clr>
            <a:srgbClr val="F26B43"/>
          </p15:clr>
        </p15:guide>
        <p15:guide id="2" pos="7296" userDrawn="1">
          <p15:clr>
            <a:srgbClr val="F26B43"/>
          </p15:clr>
        </p15:guide>
        <p15:guide id="3" pos="384" userDrawn="1">
          <p15:clr>
            <a:srgbClr val="F26B43"/>
          </p15:clr>
        </p15:guide>
        <p15:guide id="4" orient="horz" pos="396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D2447CF-E510-4ED2-8E90-E5643714640F}"/>
              </a:ext>
            </a:extLst>
          </p:cNvPr>
          <p:cNvSpPr txBox="1"/>
          <p:nvPr/>
        </p:nvSpPr>
        <p:spPr>
          <a:xfrm>
            <a:off x="2743200" y="1091271"/>
            <a:ext cx="6705600" cy="24560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80000"/>
              </a:lnSpc>
            </a:pPr>
            <a:r>
              <a:rPr lang="id-ID" sz="9600">
                <a:latin typeface="+mj-lt"/>
              </a:rPr>
              <a:t>Non-Profit </a:t>
            </a:r>
            <a:r>
              <a:rPr lang="id-ID" sz="9600" i="1">
                <a:solidFill>
                  <a:schemeClr val="accent1"/>
                </a:solidFill>
                <a:latin typeface="+mj-lt"/>
              </a:rPr>
              <a:t>Campaign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900AF22-D787-40CE-AC7F-232F78D42732}"/>
              </a:ext>
            </a:extLst>
          </p:cNvPr>
          <p:cNvSpPr txBox="1"/>
          <p:nvPr/>
        </p:nvSpPr>
        <p:spPr>
          <a:xfrm>
            <a:off x="10322625" y="2144624"/>
            <a:ext cx="106011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d-ID" sz="2000"/>
              <a:t>2025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405B228-AA24-401D-AA17-A166AC8D8260}"/>
              </a:ext>
            </a:extLst>
          </p:cNvPr>
          <p:cNvSpPr txBox="1"/>
          <p:nvPr/>
        </p:nvSpPr>
        <p:spPr>
          <a:xfrm>
            <a:off x="805638" y="1236617"/>
            <a:ext cx="106011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sz="2000"/>
              <a:t>Prese-ntation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0546FCD-DD50-4B1B-B86A-D50053A33AF1}"/>
              </a:ext>
            </a:extLst>
          </p:cNvPr>
          <p:cNvSpPr txBox="1"/>
          <p:nvPr/>
        </p:nvSpPr>
        <p:spPr>
          <a:xfrm>
            <a:off x="809265" y="5561065"/>
            <a:ext cx="10573472" cy="549253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id-ID"/>
            </a:defPPr>
            <a:lvl1pPr>
              <a:lnSpc>
                <a:spcPct val="130000"/>
              </a:lnSpc>
              <a:defRPr sz="1400" b="0" i="0" u="none" strike="noStrike" cap="none">
                <a:solidFill>
                  <a:schemeClr val="bg1"/>
                </a:solidFill>
                <a:ea typeface="Arial"/>
                <a:cs typeface="Arial"/>
              </a:defRPr>
            </a:lvl1pPr>
          </a:lstStyle>
          <a:p>
            <a:pPr algn="ctr"/>
            <a:r>
              <a:rPr lang="en-US" sz="1200" dirty="0">
                <a:solidFill>
                  <a:schemeClr val="tx1"/>
                </a:solidFill>
              </a:rPr>
              <a:t>Lorem ipsum dolor sit </a:t>
            </a:r>
            <a:r>
              <a:rPr lang="en-US" sz="1200" dirty="0" err="1">
                <a:solidFill>
                  <a:schemeClr val="tx1"/>
                </a:solidFill>
              </a:rPr>
              <a:t>amet</a:t>
            </a:r>
            <a:r>
              <a:rPr lang="en-US" sz="1200">
                <a:solidFill>
                  <a:schemeClr val="tx1"/>
                </a:solidFill>
              </a:rPr>
              <a:t>, consectetur</a:t>
            </a:r>
            <a:r>
              <a:rPr lang="id-ID" sz="1200">
                <a:solidFill>
                  <a:schemeClr val="tx1"/>
                </a:solidFill>
              </a:rPr>
              <a:t> </a:t>
            </a:r>
            <a:r>
              <a:rPr lang="en-US" sz="1200">
                <a:solidFill>
                  <a:schemeClr val="tx1"/>
                </a:solidFill>
              </a:rPr>
              <a:t>adipiscingelit</a:t>
            </a:r>
            <a:r>
              <a:rPr lang="en-US" sz="1200" dirty="0">
                <a:solidFill>
                  <a:schemeClr val="tx1"/>
                </a:solidFill>
              </a:rPr>
              <a:t>. </a:t>
            </a:r>
            <a:r>
              <a:rPr lang="en-US" sz="1200">
                <a:solidFill>
                  <a:schemeClr val="tx1"/>
                </a:solidFill>
              </a:rPr>
              <a:t>Proin dum </a:t>
            </a:r>
            <a:r>
              <a:rPr lang="en-US" sz="1200" dirty="0" err="1">
                <a:solidFill>
                  <a:schemeClr val="tx1"/>
                </a:solidFill>
              </a:rPr>
              <a:t>risus</a:t>
            </a:r>
            <a:r>
              <a:rPr lang="en-US" sz="1200" dirty="0">
                <a:solidFill>
                  <a:schemeClr val="tx1"/>
                </a:solidFill>
              </a:rPr>
              <a:t> sit </a:t>
            </a:r>
            <a:r>
              <a:rPr lang="en-US" sz="1200" dirty="0" err="1">
                <a:solidFill>
                  <a:schemeClr val="tx1"/>
                </a:solidFill>
              </a:rPr>
              <a:t>amet</a:t>
            </a:r>
            <a:r>
              <a:rPr lang="en-US" sz="1200" dirty="0">
                <a:solidFill>
                  <a:schemeClr val="tx1"/>
                </a:solidFill>
              </a:rPr>
              <a:t> </a:t>
            </a:r>
            <a:r>
              <a:rPr lang="en-US" sz="1200" dirty="0" err="1">
                <a:solidFill>
                  <a:schemeClr val="tx1"/>
                </a:solidFill>
              </a:rPr>
              <a:t>venen</a:t>
            </a:r>
            <a:r>
              <a:rPr lang="en-US" sz="1200" dirty="0">
                <a:solidFill>
                  <a:schemeClr val="tx1"/>
                </a:solidFill>
              </a:rPr>
              <a:t> </a:t>
            </a:r>
            <a:r>
              <a:rPr lang="en-US" sz="1200" dirty="0" err="1">
                <a:solidFill>
                  <a:schemeClr val="tx1"/>
                </a:solidFill>
              </a:rPr>
              <a:t>atis</a:t>
            </a:r>
            <a:r>
              <a:rPr lang="en-US" sz="1200" dirty="0">
                <a:solidFill>
                  <a:schemeClr val="tx1"/>
                </a:solidFill>
              </a:rPr>
              <a:t> </a:t>
            </a:r>
            <a:r>
              <a:rPr lang="en-US" sz="1200" dirty="0" err="1">
                <a:solidFill>
                  <a:schemeClr val="tx1"/>
                </a:solidFill>
              </a:rPr>
              <a:t>tristique</a:t>
            </a:r>
            <a:r>
              <a:rPr lang="en-US" sz="1200">
                <a:solidFill>
                  <a:schemeClr val="tx1"/>
                </a:solidFill>
              </a:rPr>
              <a:t>. Morbi </a:t>
            </a:r>
            <a:r>
              <a:rPr lang="en-US" sz="1200" dirty="0" err="1">
                <a:solidFill>
                  <a:schemeClr val="tx1"/>
                </a:solidFill>
              </a:rPr>
              <a:t>tortor</a:t>
            </a:r>
            <a:r>
              <a:rPr lang="en-US" sz="1200" dirty="0">
                <a:solidFill>
                  <a:schemeClr val="tx1"/>
                </a:solidFill>
              </a:rPr>
              <a:t> </a:t>
            </a:r>
            <a:r>
              <a:rPr lang="en-US" sz="1200" dirty="0" err="1">
                <a:solidFill>
                  <a:schemeClr val="tx1"/>
                </a:solidFill>
              </a:rPr>
              <a:t>justo</a:t>
            </a:r>
            <a:r>
              <a:rPr lang="en-US" sz="1200">
                <a:solidFill>
                  <a:schemeClr val="tx1"/>
                </a:solidFill>
              </a:rPr>
              <a:t>, p </a:t>
            </a:r>
            <a:r>
              <a:rPr lang="en-US" sz="1200" err="1">
                <a:solidFill>
                  <a:schemeClr val="tx1"/>
                </a:solidFill>
              </a:rPr>
              <a:t>eget</a:t>
            </a:r>
            <a:r>
              <a:rPr lang="en-US" sz="1200">
                <a:solidFill>
                  <a:schemeClr val="tx1"/>
                </a:solidFill>
              </a:rPr>
              <a:t> sequat </a:t>
            </a:r>
            <a:r>
              <a:rPr lang="en-US" sz="1200" dirty="0">
                <a:solidFill>
                  <a:schemeClr val="tx1"/>
                </a:solidFill>
              </a:rPr>
              <a:t>ac</a:t>
            </a:r>
            <a:r>
              <a:rPr lang="en-US" sz="1200">
                <a:solidFill>
                  <a:schemeClr val="tx1"/>
                </a:solidFill>
              </a:rPr>
              <a:t>, semper sit</a:t>
            </a:r>
            <a:r>
              <a:rPr lang="id-ID" sz="1200">
                <a:solidFill>
                  <a:schemeClr val="tx1"/>
                </a:solidFill>
              </a:rPr>
              <a:t>.</a:t>
            </a:r>
            <a:r>
              <a:rPr lang="en-US" sz="1200">
                <a:solidFill>
                  <a:schemeClr val="tx1"/>
                </a:solidFill>
              </a:rPr>
              <a:t> Proin dum risus sit amet</a:t>
            </a:r>
            <a:r>
              <a:rPr lang="id-ID" sz="1200">
                <a:solidFill>
                  <a:schemeClr val="tx1"/>
                </a:solidFill>
              </a:rPr>
              <a:t> </a:t>
            </a:r>
            <a:r>
              <a:rPr lang="en-US" sz="1200">
                <a:solidFill>
                  <a:schemeClr val="tx1"/>
                </a:solidFill>
              </a:rPr>
              <a:t>venen atis tristique. Morbi tortor justo</a:t>
            </a:r>
            <a:r>
              <a:rPr lang="id-ID" sz="1200">
                <a:solidFill>
                  <a:schemeClr val="tx1"/>
                </a:solidFill>
              </a:rPr>
              <a:t>.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41" name="Picture Placeholder 40">
            <a:extLst>
              <a:ext uri="{FF2B5EF4-FFF2-40B4-BE49-F238E27FC236}">
                <a16:creationId xmlns:a16="http://schemas.microsoft.com/office/drawing/2014/main" id="{E3C0DF3D-967E-4E30-B504-DCE0396FC6E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</p:sp>
      <p:sp>
        <p:nvSpPr>
          <p:cNvPr id="43" name="Picture Placeholder 42">
            <a:extLst>
              <a:ext uri="{FF2B5EF4-FFF2-40B4-BE49-F238E27FC236}">
                <a16:creationId xmlns:a16="http://schemas.microsoft.com/office/drawing/2014/main" id="{5C0025DC-B832-4553-8252-EB2C4938150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</p:sp>
      <p:sp>
        <p:nvSpPr>
          <p:cNvPr id="45" name="Picture Placeholder 44">
            <a:extLst>
              <a:ext uri="{FF2B5EF4-FFF2-40B4-BE49-F238E27FC236}">
                <a16:creationId xmlns:a16="http://schemas.microsoft.com/office/drawing/2014/main" id="{DC818AC6-FEBE-465E-B0C4-A13A4A673CA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/>
      </p:sp>
    </p:spTree>
    <p:extLst>
      <p:ext uri="{BB962C8B-B14F-4D97-AF65-F5344CB8AC3E}">
        <p14:creationId xmlns:p14="http://schemas.microsoft.com/office/powerpoint/2010/main" val="22739481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19BCFEB-ED9C-4AD7-AE46-411598467645}"/>
              </a:ext>
            </a:extLst>
          </p:cNvPr>
          <p:cNvSpPr txBox="1"/>
          <p:nvPr/>
        </p:nvSpPr>
        <p:spPr>
          <a:xfrm>
            <a:off x="487680" y="943094"/>
            <a:ext cx="5709920" cy="186512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id-ID"/>
            </a:defPPr>
            <a:lvl1pPr algn="ctr">
              <a:lnSpc>
                <a:spcPct val="80000"/>
              </a:lnSpc>
              <a:defRPr sz="9600">
                <a:latin typeface="+mj-lt"/>
              </a:defRPr>
            </a:lvl1pPr>
          </a:lstStyle>
          <a:p>
            <a:pPr algn="l"/>
            <a:r>
              <a:rPr lang="id-ID" sz="7200"/>
              <a:t>Together For </a:t>
            </a:r>
            <a:r>
              <a:rPr lang="id-ID" sz="7200" i="1">
                <a:solidFill>
                  <a:schemeClr val="accent1"/>
                </a:solidFill>
              </a:rPr>
              <a:t>Change</a:t>
            </a:r>
          </a:p>
        </p:txBody>
      </p:sp>
      <p:sp>
        <p:nvSpPr>
          <p:cNvPr id="4" name="Subtitle 4">
            <a:extLst>
              <a:ext uri="{FF2B5EF4-FFF2-40B4-BE49-F238E27FC236}">
                <a16:creationId xmlns:a16="http://schemas.microsoft.com/office/drawing/2014/main" id="{FFA65E11-F420-4D94-825B-6EE599DFC36E}"/>
              </a:ext>
            </a:extLst>
          </p:cNvPr>
          <p:cNvSpPr txBox="1">
            <a:spLocks/>
          </p:cNvSpPr>
          <p:nvPr/>
        </p:nvSpPr>
        <p:spPr>
          <a:xfrm>
            <a:off x="6570374" y="4455415"/>
            <a:ext cx="5194906" cy="78931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id-ID"/>
            </a:defPPr>
            <a:lvl1pPr marL="171450" indent="-171450">
              <a:lnSpc>
                <a:spcPct val="130000"/>
              </a:lnSpc>
              <a:buFont typeface="Arial" panose="020B0604020202020204" pitchFamily="34" charset="0"/>
              <a:buChar char="•"/>
              <a:defRPr sz="1100" b="0" i="0" u="none" strike="noStrike" cap="none">
                <a:ea typeface="Arial"/>
                <a:cs typeface="Arial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lus Jakarta Sans" pitchFamily="2" charset="77"/>
                <a:ea typeface="+mn-ea"/>
                <a:cs typeface="Plus Jakarta Sans" pitchFamily="2" charset="77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lus Jakarta Sans" pitchFamily="2" charset="77"/>
                <a:ea typeface="+mn-ea"/>
                <a:cs typeface="Plus Jakarta Sans" pitchFamily="2" charset="77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lus Jakarta Sans" pitchFamily="2" charset="77"/>
                <a:ea typeface="+mn-ea"/>
                <a:cs typeface="Plus Jakarta Sans" pitchFamily="2" charset="77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lus Jakarta Sans" pitchFamily="2" charset="77"/>
                <a:ea typeface="+mn-ea"/>
                <a:cs typeface="Plus Jakarta Sans" pitchFamily="2" charset="77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dirty="0"/>
              <a:t>Lorem ipsum dolor sit amet, consectetuer adipiscing elit. Maecenas magna </a:t>
            </a:r>
            <a:r>
              <a:rPr lang="en-US" sz="1200"/>
              <a:t>sed pulvinar </a:t>
            </a:r>
            <a:r>
              <a:rPr lang="en-US" sz="1200" dirty="0"/>
              <a:t>porttitor </a:t>
            </a:r>
            <a:r>
              <a:rPr lang="en-US" sz="1200" dirty="0" err="1"/>
              <a:t>congue</a:t>
            </a:r>
            <a:r>
              <a:rPr lang="en-US" sz="1200" dirty="0"/>
              <a:t> </a:t>
            </a:r>
            <a:r>
              <a:rPr lang="en-US" sz="1200" dirty="0" err="1"/>
              <a:t>massaquis</a:t>
            </a:r>
            <a:r>
              <a:rPr lang="en-US" sz="1200" dirty="0"/>
              <a:t> </a:t>
            </a:r>
            <a:r>
              <a:rPr lang="en-US" sz="1200" err="1"/>
              <a:t>urna</a:t>
            </a:r>
            <a:r>
              <a:rPr lang="en-US" sz="1200"/>
              <a:t>. Lorem ipsum dolor sit amet, consectetuer</a:t>
            </a:r>
            <a:endParaRPr lang="en-US" sz="1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AC4CC3F-52AE-4937-8A76-9965EE9E893D}"/>
              </a:ext>
            </a:extLst>
          </p:cNvPr>
          <p:cNvSpPr txBox="1"/>
          <p:nvPr/>
        </p:nvSpPr>
        <p:spPr>
          <a:xfrm>
            <a:off x="8885556" y="5440152"/>
            <a:ext cx="280352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d-ID" sz="4400"/>
              <a:t>32 – 56%</a:t>
            </a:r>
            <a:endParaRPr lang="en-US" sz="4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14A9790-8BB0-49E7-AB87-C78FBE8A0750}"/>
              </a:ext>
            </a:extLst>
          </p:cNvPr>
          <p:cNvSpPr txBox="1"/>
          <p:nvPr/>
        </p:nvSpPr>
        <p:spPr>
          <a:xfrm>
            <a:off x="6570374" y="3469640"/>
            <a:ext cx="511870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>
                <a:latin typeface="+mj-lt"/>
              </a:rPr>
              <a:t>A Business Model Defines How An Organization Operates</a:t>
            </a:r>
            <a:endParaRPr lang="id-ID" sz="2400">
              <a:latin typeface="+mj-lt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CB3D71FE-1BE5-48CE-975B-07D9AC2F5C30}"/>
              </a:ext>
            </a:extLst>
          </p:cNvPr>
          <p:cNvSpPr/>
          <p:nvPr/>
        </p:nvSpPr>
        <p:spPr>
          <a:xfrm>
            <a:off x="6697114" y="1143858"/>
            <a:ext cx="4865225" cy="1865127"/>
          </a:xfrm>
          <a:prstGeom prst="roundRect">
            <a:avLst>
              <a:gd name="adj" fmla="val 24894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4D36054-88A7-4446-9D58-10E121863F68}"/>
              </a:ext>
            </a:extLst>
          </p:cNvPr>
          <p:cNvSpPr txBox="1"/>
          <p:nvPr/>
        </p:nvSpPr>
        <p:spPr>
          <a:xfrm>
            <a:off x="7223759" y="1554249"/>
            <a:ext cx="1530097" cy="59093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id-ID"/>
            </a:defPPr>
            <a:lvl1pPr>
              <a:lnSpc>
                <a:spcPct val="90000"/>
              </a:lnSpc>
              <a:defRPr sz="6000">
                <a:latin typeface="+mj-lt"/>
              </a:defRPr>
            </a:lvl1pPr>
          </a:lstStyle>
          <a:p>
            <a:r>
              <a:rPr lang="en-US" sz="3600" dirty="0">
                <a:solidFill>
                  <a:schemeClr val="accent3"/>
                </a:solidFill>
                <a:latin typeface="+mn-lt"/>
              </a:rPr>
              <a:t>$2.5</a:t>
            </a:r>
            <a:r>
              <a:rPr lang="en-US" sz="2800" dirty="0">
                <a:solidFill>
                  <a:schemeClr val="accent3"/>
                </a:solidFill>
                <a:latin typeface="+mn-lt"/>
              </a:rPr>
              <a:t>M</a:t>
            </a:r>
            <a:endParaRPr lang="id-ID" sz="3600" dirty="0">
              <a:solidFill>
                <a:schemeClr val="accent3"/>
              </a:solidFill>
              <a:latin typeface="+mn-lt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5ECFBD0-760A-49DB-AA87-5132A68228C5}"/>
              </a:ext>
            </a:extLst>
          </p:cNvPr>
          <p:cNvSpPr txBox="1"/>
          <p:nvPr/>
        </p:nvSpPr>
        <p:spPr>
          <a:xfrm>
            <a:off x="7242047" y="2086013"/>
            <a:ext cx="1578865" cy="5112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sz="1100" i="0" dirty="0">
                <a:solidFill>
                  <a:schemeClr val="bg1"/>
                </a:solidFill>
                <a:effectLst/>
              </a:rPr>
              <a:t>Lorem ipsum dolor sit </a:t>
            </a:r>
            <a:r>
              <a:rPr lang="en-US" sz="1100" i="0" dirty="0" err="1">
                <a:solidFill>
                  <a:schemeClr val="bg1"/>
                </a:solidFill>
                <a:effectLst/>
              </a:rPr>
              <a:t>amet</a:t>
            </a:r>
            <a:r>
              <a:rPr lang="en-US" sz="1100" i="0" dirty="0">
                <a:solidFill>
                  <a:schemeClr val="bg1"/>
                </a:solidFill>
                <a:effectLst/>
              </a:rPr>
              <a:t>, </a:t>
            </a:r>
            <a:r>
              <a:rPr lang="en-US" sz="1100" i="0" dirty="0" err="1">
                <a:solidFill>
                  <a:schemeClr val="bg1"/>
                </a:solidFill>
                <a:effectLst/>
              </a:rPr>
              <a:t>consect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E8ABBCB-3B1F-4DD6-9C43-94844A029937}"/>
              </a:ext>
            </a:extLst>
          </p:cNvPr>
          <p:cNvSpPr txBox="1"/>
          <p:nvPr/>
        </p:nvSpPr>
        <p:spPr>
          <a:xfrm>
            <a:off x="9601199" y="1554249"/>
            <a:ext cx="1530097" cy="59093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id-ID"/>
            </a:defPPr>
            <a:lvl1pPr>
              <a:lnSpc>
                <a:spcPct val="90000"/>
              </a:lnSpc>
              <a:defRPr sz="6000">
                <a:latin typeface="+mj-lt"/>
              </a:defRPr>
            </a:lvl1pPr>
          </a:lstStyle>
          <a:p>
            <a:r>
              <a:rPr lang="en-US" sz="3600" dirty="0">
                <a:solidFill>
                  <a:schemeClr val="accent3"/>
                </a:solidFill>
                <a:latin typeface="+mn-lt"/>
              </a:rPr>
              <a:t>$2.5</a:t>
            </a:r>
            <a:r>
              <a:rPr lang="en-US" sz="2800" dirty="0">
                <a:solidFill>
                  <a:schemeClr val="accent3"/>
                </a:solidFill>
                <a:latin typeface="+mn-lt"/>
              </a:rPr>
              <a:t>M</a:t>
            </a:r>
            <a:endParaRPr lang="id-ID" sz="3600" dirty="0">
              <a:solidFill>
                <a:schemeClr val="accent3"/>
              </a:solidFill>
              <a:latin typeface="+mn-lt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76DE24D-4979-4690-AF04-EBDA5F1252C9}"/>
              </a:ext>
            </a:extLst>
          </p:cNvPr>
          <p:cNvSpPr txBox="1"/>
          <p:nvPr/>
        </p:nvSpPr>
        <p:spPr>
          <a:xfrm>
            <a:off x="9619487" y="2086013"/>
            <a:ext cx="1578865" cy="5112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sz="1100" i="0" dirty="0">
                <a:solidFill>
                  <a:schemeClr val="bg1"/>
                </a:solidFill>
                <a:effectLst/>
              </a:rPr>
              <a:t>Lorem ipsum dolor sit </a:t>
            </a:r>
            <a:r>
              <a:rPr lang="en-US" sz="1100" i="0" dirty="0" err="1">
                <a:solidFill>
                  <a:schemeClr val="bg1"/>
                </a:solidFill>
                <a:effectLst/>
              </a:rPr>
              <a:t>amet</a:t>
            </a:r>
            <a:r>
              <a:rPr lang="en-US" sz="1100" i="0" dirty="0">
                <a:solidFill>
                  <a:schemeClr val="bg1"/>
                </a:solidFill>
                <a:effectLst/>
              </a:rPr>
              <a:t>, </a:t>
            </a:r>
            <a:r>
              <a:rPr lang="en-US" sz="1100" i="0" dirty="0" err="1">
                <a:solidFill>
                  <a:schemeClr val="bg1"/>
                </a:solidFill>
                <a:effectLst/>
              </a:rPr>
              <a:t>consect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227F5AE-584E-4370-A205-796E641127F9}"/>
              </a:ext>
            </a:extLst>
          </p:cNvPr>
          <p:cNvSpPr txBox="1"/>
          <p:nvPr/>
        </p:nvSpPr>
        <p:spPr>
          <a:xfrm>
            <a:off x="3710876" y="2277845"/>
            <a:ext cx="8980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sz="2000"/>
              <a:t>2025</a:t>
            </a:r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96C55E3A-5722-4CFF-99AD-D2CC8181597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</p:sp>
    </p:spTree>
    <p:extLst>
      <p:ext uri="{BB962C8B-B14F-4D97-AF65-F5344CB8AC3E}">
        <p14:creationId xmlns:p14="http://schemas.microsoft.com/office/powerpoint/2010/main" val="41998069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FED09B8-42C0-4EC0-8C01-0602642C7F92}"/>
              </a:ext>
            </a:extLst>
          </p:cNvPr>
          <p:cNvSpPr txBox="1"/>
          <p:nvPr/>
        </p:nvSpPr>
        <p:spPr>
          <a:xfrm>
            <a:off x="523755" y="1024889"/>
            <a:ext cx="5471931" cy="97872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id-ID"/>
            </a:defPPr>
            <a:lvl1pPr>
              <a:lnSpc>
                <a:spcPct val="80000"/>
              </a:lnSpc>
              <a:defRPr sz="7200">
                <a:latin typeface="+mj-lt"/>
              </a:defRPr>
            </a:lvl1pPr>
          </a:lstStyle>
          <a:p>
            <a:r>
              <a:rPr lang="id-ID"/>
              <a:t>Who We </a:t>
            </a:r>
            <a:r>
              <a:rPr lang="id-ID" i="1">
                <a:solidFill>
                  <a:schemeClr val="accent1"/>
                </a:solidFill>
              </a:rPr>
              <a:t>Are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F5B8077B-1CD3-46E2-93E0-173F7A384922}"/>
              </a:ext>
            </a:extLst>
          </p:cNvPr>
          <p:cNvSpPr/>
          <p:nvPr/>
        </p:nvSpPr>
        <p:spPr>
          <a:xfrm>
            <a:off x="3225288" y="4488670"/>
            <a:ext cx="5471931" cy="1720922"/>
          </a:xfrm>
          <a:prstGeom prst="roundRect">
            <a:avLst>
              <a:gd name="adj" fmla="val 34155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C92D8740-078C-4F8F-A38B-C3F961F0A949}"/>
              </a:ext>
            </a:extLst>
          </p:cNvPr>
          <p:cNvSpPr/>
          <p:nvPr/>
        </p:nvSpPr>
        <p:spPr>
          <a:xfrm>
            <a:off x="3225288" y="2371172"/>
            <a:ext cx="5471931" cy="1720922"/>
          </a:xfrm>
          <a:prstGeom prst="roundRect">
            <a:avLst>
              <a:gd name="adj" fmla="val 34155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5" name="Subtitle 4">
            <a:extLst>
              <a:ext uri="{FF2B5EF4-FFF2-40B4-BE49-F238E27FC236}">
                <a16:creationId xmlns:a16="http://schemas.microsoft.com/office/drawing/2014/main" id="{FE9A7FB8-DA3E-404B-92F4-47AFC87C881F}"/>
              </a:ext>
            </a:extLst>
          </p:cNvPr>
          <p:cNvSpPr txBox="1">
            <a:spLocks/>
          </p:cNvSpPr>
          <p:nvPr/>
        </p:nvSpPr>
        <p:spPr>
          <a:xfrm>
            <a:off x="534174" y="4344465"/>
            <a:ext cx="2280146" cy="102938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id-ID"/>
            </a:defPPr>
            <a:lvl1pPr marL="171450" indent="-171450">
              <a:lnSpc>
                <a:spcPct val="130000"/>
              </a:lnSpc>
              <a:buFont typeface="Arial" panose="020B0604020202020204" pitchFamily="34" charset="0"/>
              <a:buChar char="•"/>
              <a:defRPr sz="1100" b="0" i="0" u="none" strike="noStrike" cap="none">
                <a:ea typeface="Arial"/>
                <a:cs typeface="Arial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lus Jakarta Sans" pitchFamily="2" charset="77"/>
                <a:ea typeface="+mn-ea"/>
                <a:cs typeface="Plus Jakarta Sans" pitchFamily="2" charset="77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lus Jakarta Sans" pitchFamily="2" charset="77"/>
                <a:ea typeface="+mn-ea"/>
                <a:cs typeface="Plus Jakarta Sans" pitchFamily="2" charset="77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lus Jakarta Sans" pitchFamily="2" charset="77"/>
                <a:ea typeface="+mn-ea"/>
                <a:cs typeface="Plus Jakarta Sans" pitchFamily="2" charset="77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lus Jakarta Sans" pitchFamily="2" charset="77"/>
                <a:ea typeface="+mn-ea"/>
                <a:cs typeface="Plus Jakarta Sans" pitchFamily="2" charset="77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dirty="0"/>
              <a:t>Lorem ipsum dolor sit amet</a:t>
            </a:r>
            <a:r>
              <a:rPr lang="en-US" sz="1200"/>
              <a:t>, </a:t>
            </a:r>
            <a:endParaRPr lang="id-ID" sz="1200"/>
          </a:p>
          <a:p>
            <a:pPr marL="0" indent="0">
              <a:buNone/>
            </a:pPr>
            <a:r>
              <a:rPr lang="en-US" sz="1200"/>
              <a:t>consectetuer </a:t>
            </a:r>
            <a:r>
              <a:rPr lang="en-US" sz="1200" dirty="0"/>
              <a:t>adipiscing elit. </a:t>
            </a:r>
            <a:r>
              <a:rPr lang="en-US" sz="1200"/>
              <a:t>Maecenas magna sed pulvi</a:t>
            </a:r>
            <a:endParaRPr lang="id-ID" sz="1200"/>
          </a:p>
          <a:p>
            <a:pPr marL="0" indent="0">
              <a:buNone/>
            </a:pPr>
            <a:r>
              <a:rPr lang="en-US" sz="1200"/>
              <a:t>nar porttit</a:t>
            </a:r>
            <a:r>
              <a:rPr lang="id-ID" sz="1200"/>
              <a:t>. </a:t>
            </a:r>
            <a:r>
              <a:rPr lang="en-US" sz="1200"/>
              <a:t>Tetuer</a:t>
            </a:r>
            <a:r>
              <a:rPr lang="id-ID" sz="1200"/>
              <a:t>.</a:t>
            </a:r>
            <a:endParaRPr lang="en-US" sz="12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3224083-2108-48AC-BBAA-3E9A252EB172}"/>
              </a:ext>
            </a:extLst>
          </p:cNvPr>
          <p:cNvSpPr txBox="1"/>
          <p:nvPr/>
        </p:nvSpPr>
        <p:spPr>
          <a:xfrm>
            <a:off x="523755" y="2416911"/>
            <a:ext cx="204646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>
                <a:latin typeface="+mj-lt"/>
              </a:rPr>
              <a:t>We Are A Non-profit Organization</a:t>
            </a:r>
            <a:endParaRPr lang="id-ID" sz="2400">
              <a:latin typeface="+mj-lt"/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68E1995A-ABF5-4730-AC1C-FB4DC843CC7A}"/>
              </a:ext>
            </a:extLst>
          </p:cNvPr>
          <p:cNvSpPr/>
          <p:nvPr/>
        </p:nvSpPr>
        <p:spPr>
          <a:xfrm>
            <a:off x="609600" y="5776939"/>
            <a:ext cx="1457894" cy="432653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  <a:effectLst>
            <a:outerShdw blurRad="609600" dist="50800" dir="2700000" sx="95000" sy="95000" algn="tl" rotWithShape="0">
              <a:schemeClr val="accent2">
                <a:alpha val="21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d-ID" sz="1400">
                <a:solidFill>
                  <a:schemeClr val="bg1"/>
                </a:solidFill>
                <a:latin typeface="+mj-lt"/>
              </a:rPr>
              <a:t>Learn More</a:t>
            </a:r>
            <a:endParaRPr lang="id-ID" sz="14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18" name="Subtitle 4">
            <a:extLst>
              <a:ext uri="{FF2B5EF4-FFF2-40B4-BE49-F238E27FC236}">
                <a16:creationId xmlns:a16="http://schemas.microsoft.com/office/drawing/2014/main" id="{0DD10D8E-72BB-490E-9267-A1BE8E07F7E4}"/>
              </a:ext>
            </a:extLst>
          </p:cNvPr>
          <p:cNvSpPr txBox="1">
            <a:spLocks/>
          </p:cNvSpPr>
          <p:nvPr/>
        </p:nvSpPr>
        <p:spPr>
          <a:xfrm>
            <a:off x="3686220" y="4859157"/>
            <a:ext cx="4699380" cy="102938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id-ID"/>
            </a:defPPr>
            <a:lvl1pPr marL="171450" indent="-171450">
              <a:lnSpc>
                <a:spcPct val="130000"/>
              </a:lnSpc>
              <a:buFont typeface="Arial" panose="020B0604020202020204" pitchFamily="34" charset="0"/>
              <a:buChar char="•"/>
              <a:defRPr sz="1100" b="0" i="0" u="none" strike="noStrike" cap="none">
                <a:ea typeface="Arial"/>
                <a:cs typeface="Arial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lus Jakarta Sans" pitchFamily="2" charset="77"/>
                <a:ea typeface="+mn-ea"/>
                <a:cs typeface="Plus Jakarta Sans" pitchFamily="2" charset="77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lus Jakarta Sans" pitchFamily="2" charset="77"/>
                <a:ea typeface="+mn-ea"/>
                <a:cs typeface="Plus Jakarta Sans" pitchFamily="2" charset="77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lus Jakarta Sans" pitchFamily="2" charset="77"/>
                <a:ea typeface="+mn-ea"/>
                <a:cs typeface="Plus Jakarta Sans" pitchFamily="2" charset="77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lus Jakarta Sans" pitchFamily="2" charset="77"/>
                <a:ea typeface="+mn-ea"/>
                <a:cs typeface="Plus Jakarta Sans" pitchFamily="2" charset="77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</a:rPr>
              <a:t>Lorem ipsum dolor sit amet, consectetuer adipiscing elit. Maecenas magna </a:t>
            </a:r>
            <a:r>
              <a:rPr lang="en-US" sz="1200">
                <a:solidFill>
                  <a:schemeClr val="bg1"/>
                </a:solidFill>
              </a:rPr>
              <a:t>sed pulvinar </a:t>
            </a:r>
            <a:r>
              <a:rPr lang="en-US" sz="1200" dirty="0">
                <a:solidFill>
                  <a:schemeClr val="bg1"/>
                </a:solidFill>
              </a:rPr>
              <a:t>porttitor </a:t>
            </a:r>
            <a:r>
              <a:rPr lang="en-US" sz="1200" dirty="0" err="1">
                <a:solidFill>
                  <a:schemeClr val="bg1"/>
                </a:solidFill>
              </a:rPr>
              <a:t>congue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err="1">
                <a:solidFill>
                  <a:schemeClr val="bg1"/>
                </a:solidFill>
              </a:rPr>
              <a:t>massaquis</a:t>
            </a:r>
            <a:r>
              <a:rPr lang="en-US" sz="1200">
                <a:solidFill>
                  <a:schemeClr val="bg1"/>
                </a:solidFill>
              </a:rPr>
              <a:t> ur</a:t>
            </a:r>
            <a:endParaRPr lang="id-ID" sz="120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200">
                <a:solidFill>
                  <a:schemeClr val="bg1"/>
                </a:solidFill>
              </a:rPr>
              <a:t>na. Lorem ipsum dolor sit amet, consectetuer</a:t>
            </a:r>
            <a:r>
              <a:rPr lang="id-ID" sz="1200">
                <a:solidFill>
                  <a:schemeClr val="bg1"/>
                </a:solidFill>
              </a:rPr>
              <a:t> </a:t>
            </a:r>
            <a:r>
              <a:rPr lang="en-US" sz="1200">
                <a:solidFill>
                  <a:schemeClr val="bg1"/>
                </a:solidFill>
              </a:rPr>
              <a:t>porttitor congu</a:t>
            </a:r>
            <a:endParaRPr lang="id-ID" sz="120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200">
                <a:solidFill>
                  <a:schemeClr val="bg1"/>
                </a:solidFill>
              </a:rPr>
              <a:t>e massaquis urna. Lorem ipsum</a:t>
            </a:r>
            <a:r>
              <a:rPr lang="id-ID" sz="1200">
                <a:solidFill>
                  <a:schemeClr val="bg1"/>
                </a:solidFill>
              </a:rPr>
              <a:t>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2520D70-07C3-44CD-A7A9-9FCA68863365}"/>
              </a:ext>
            </a:extLst>
          </p:cNvPr>
          <p:cNvSpPr txBox="1"/>
          <p:nvPr/>
        </p:nvSpPr>
        <p:spPr>
          <a:xfrm>
            <a:off x="3758016" y="2634589"/>
            <a:ext cx="445212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>
                <a:solidFill>
                  <a:schemeClr val="accent3"/>
                </a:solidFill>
                <a:latin typeface="+mj-lt"/>
              </a:rPr>
              <a:t>A Business Model </a:t>
            </a:r>
            <a:endParaRPr lang="id-ID" sz="2400">
              <a:solidFill>
                <a:schemeClr val="accent3"/>
              </a:solidFill>
              <a:latin typeface="+mj-lt"/>
            </a:endParaRPr>
          </a:p>
          <a:p>
            <a:r>
              <a:rPr lang="en-US" sz="2400">
                <a:solidFill>
                  <a:schemeClr val="accent3"/>
                </a:solidFill>
                <a:latin typeface="+mj-lt"/>
              </a:rPr>
              <a:t>Defines How An Organization Operates</a:t>
            </a:r>
            <a:endParaRPr lang="id-ID" sz="2400">
              <a:solidFill>
                <a:schemeClr val="accent3"/>
              </a:solidFill>
              <a:latin typeface="+mj-lt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D5B386B-17B8-434C-97E0-859F80BF1304}"/>
              </a:ext>
            </a:extLst>
          </p:cNvPr>
          <p:cNvSpPr txBox="1"/>
          <p:nvPr/>
        </p:nvSpPr>
        <p:spPr>
          <a:xfrm>
            <a:off x="5861551" y="1465613"/>
            <a:ext cx="8980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sz="2000"/>
              <a:t>2025</a:t>
            </a:r>
          </a:p>
        </p:txBody>
      </p:sp>
      <p:sp>
        <p:nvSpPr>
          <p:cNvPr id="25" name="Picture Placeholder 24">
            <a:extLst>
              <a:ext uri="{FF2B5EF4-FFF2-40B4-BE49-F238E27FC236}">
                <a16:creationId xmlns:a16="http://schemas.microsoft.com/office/drawing/2014/main" id="{6040D799-9693-4B47-AC5E-3DC5E7DC0B3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</p:sp>
    </p:spTree>
    <p:extLst>
      <p:ext uri="{BB962C8B-B14F-4D97-AF65-F5344CB8AC3E}">
        <p14:creationId xmlns:p14="http://schemas.microsoft.com/office/powerpoint/2010/main" val="39269392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53023DB-126C-49D3-88A2-FA1C505B4270}"/>
              </a:ext>
            </a:extLst>
          </p:cNvPr>
          <p:cNvSpPr txBox="1"/>
          <p:nvPr/>
        </p:nvSpPr>
        <p:spPr>
          <a:xfrm>
            <a:off x="3834115" y="804969"/>
            <a:ext cx="3920923" cy="225908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id-ID"/>
            </a:defPPr>
            <a:lvl1pPr>
              <a:lnSpc>
                <a:spcPct val="80000"/>
              </a:lnSpc>
              <a:defRPr sz="7200">
                <a:latin typeface="+mj-lt"/>
              </a:defRPr>
            </a:lvl1pPr>
          </a:lstStyle>
          <a:p>
            <a:r>
              <a:rPr lang="id-ID" sz="8800"/>
              <a:t>Our </a:t>
            </a:r>
            <a:r>
              <a:rPr lang="id-ID" sz="8800" i="1">
                <a:solidFill>
                  <a:schemeClr val="accent1"/>
                </a:solidFill>
              </a:rPr>
              <a:t>Mission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7D6BE397-E678-4FDC-AFC1-CA1377F438DA}"/>
              </a:ext>
            </a:extLst>
          </p:cNvPr>
          <p:cNvSpPr/>
          <p:nvPr/>
        </p:nvSpPr>
        <p:spPr>
          <a:xfrm>
            <a:off x="609600" y="3429000"/>
            <a:ext cx="7504713" cy="2763456"/>
          </a:xfrm>
          <a:prstGeom prst="roundRect">
            <a:avLst>
              <a:gd name="adj" fmla="val 23684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84FFAC2-829B-4E3A-8BE0-1DA5A1D5D2A1}"/>
              </a:ext>
            </a:extLst>
          </p:cNvPr>
          <p:cNvSpPr txBox="1"/>
          <p:nvPr/>
        </p:nvSpPr>
        <p:spPr>
          <a:xfrm>
            <a:off x="1171512" y="3928753"/>
            <a:ext cx="508485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>
                <a:solidFill>
                  <a:schemeClr val="accent3"/>
                </a:solidFill>
                <a:latin typeface="+mj-lt"/>
              </a:rPr>
              <a:t>A Business Model Defines How An Organization Operates</a:t>
            </a:r>
            <a:endParaRPr lang="id-ID" sz="2400">
              <a:solidFill>
                <a:schemeClr val="accent3"/>
              </a:solidFill>
              <a:latin typeface="+mj-lt"/>
            </a:endParaRPr>
          </a:p>
        </p:txBody>
      </p:sp>
      <p:sp>
        <p:nvSpPr>
          <p:cNvPr id="7" name="Subtitle 4">
            <a:extLst>
              <a:ext uri="{FF2B5EF4-FFF2-40B4-BE49-F238E27FC236}">
                <a16:creationId xmlns:a16="http://schemas.microsoft.com/office/drawing/2014/main" id="{7D9D17B1-D812-4954-8353-8727DAAECC76}"/>
              </a:ext>
            </a:extLst>
          </p:cNvPr>
          <p:cNvSpPr txBox="1">
            <a:spLocks/>
          </p:cNvSpPr>
          <p:nvPr/>
        </p:nvSpPr>
        <p:spPr>
          <a:xfrm>
            <a:off x="1171512" y="4878823"/>
            <a:ext cx="6612710" cy="78931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id-ID"/>
            </a:defPPr>
            <a:lvl1pPr marL="171450" indent="-171450">
              <a:lnSpc>
                <a:spcPct val="130000"/>
              </a:lnSpc>
              <a:buFont typeface="Arial" panose="020B0604020202020204" pitchFamily="34" charset="0"/>
              <a:buChar char="•"/>
              <a:defRPr sz="1100" b="0" i="0" u="none" strike="noStrike" cap="none">
                <a:ea typeface="Arial"/>
                <a:cs typeface="Arial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lus Jakarta Sans" pitchFamily="2" charset="77"/>
                <a:ea typeface="+mn-ea"/>
                <a:cs typeface="Plus Jakarta Sans" pitchFamily="2" charset="77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lus Jakarta Sans" pitchFamily="2" charset="77"/>
                <a:ea typeface="+mn-ea"/>
                <a:cs typeface="Plus Jakarta Sans" pitchFamily="2" charset="77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lus Jakarta Sans" pitchFamily="2" charset="77"/>
                <a:ea typeface="+mn-ea"/>
                <a:cs typeface="Plus Jakarta Sans" pitchFamily="2" charset="77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lus Jakarta Sans" pitchFamily="2" charset="77"/>
                <a:ea typeface="+mn-ea"/>
                <a:cs typeface="Plus Jakarta Sans" pitchFamily="2" charset="77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</a:rPr>
              <a:t>Lorem ipsum dolor sit amet, consectetuer adipiscing elit. Maecenas magna </a:t>
            </a:r>
            <a:r>
              <a:rPr lang="en-US" sz="1200">
                <a:solidFill>
                  <a:schemeClr val="bg1"/>
                </a:solidFill>
              </a:rPr>
              <a:t>sed pulvi</a:t>
            </a:r>
            <a:endParaRPr lang="id-ID" sz="120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200">
                <a:solidFill>
                  <a:schemeClr val="bg1"/>
                </a:solidFill>
              </a:rPr>
              <a:t>nar </a:t>
            </a:r>
            <a:r>
              <a:rPr lang="en-US" sz="1200" dirty="0">
                <a:solidFill>
                  <a:schemeClr val="bg1"/>
                </a:solidFill>
              </a:rPr>
              <a:t>porttitor </a:t>
            </a:r>
            <a:r>
              <a:rPr lang="en-US" sz="1200" dirty="0" err="1">
                <a:solidFill>
                  <a:schemeClr val="bg1"/>
                </a:solidFill>
              </a:rPr>
              <a:t>congue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err="1">
                <a:solidFill>
                  <a:schemeClr val="bg1"/>
                </a:solidFill>
              </a:rPr>
              <a:t>massaquis</a:t>
            </a:r>
            <a:r>
              <a:rPr lang="en-US" sz="1200">
                <a:solidFill>
                  <a:schemeClr val="bg1"/>
                </a:solidFill>
              </a:rPr>
              <a:t> urna. Lorem ipsum dolor sit amet, consectetuer</a:t>
            </a:r>
            <a:r>
              <a:rPr lang="id-ID" sz="1200">
                <a:solidFill>
                  <a:schemeClr val="bg1"/>
                </a:solidFill>
              </a:rPr>
              <a:t> </a:t>
            </a:r>
            <a:r>
              <a:rPr lang="en-US" sz="1200">
                <a:solidFill>
                  <a:schemeClr val="bg1"/>
                </a:solidFill>
              </a:rPr>
              <a:t>portti</a:t>
            </a:r>
            <a:endParaRPr lang="id-ID" sz="120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200">
                <a:solidFill>
                  <a:schemeClr val="bg1"/>
                </a:solidFill>
              </a:rPr>
              <a:t>tor congue massaquis urna. Lorem ipsum</a:t>
            </a:r>
            <a:r>
              <a:rPr lang="id-ID" sz="1200">
                <a:solidFill>
                  <a:schemeClr val="bg1"/>
                </a:solidFill>
              </a:rPr>
              <a:t>.</a:t>
            </a:r>
          </a:p>
        </p:txBody>
      </p:sp>
      <p:sp>
        <p:nvSpPr>
          <p:cNvPr id="8" name="Star: 4 Points 7">
            <a:extLst>
              <a:ext uri="{FF2B5EF4-FFF2-40B4-BE49-F238E27FC236}">
                <a16:creationId xmlns:a16="http://schemas.microsoft.com/office/drawing/2014/main" id="{054758CD-2C99-4B72-A001-28A45247722B}"/>
              </a:ext>
            </a:extLst>
          </p:cNvPr>
          <p:cNvSpPr/>
          <p:nvPr/>
        </p:nvSpPr>
        <p:spPr>
          <a:xfrm>
            <a:off x="6863217" y="3852922"/>
            <a:ext cx="644243" cy="644243"/>
          </a:xfrm>
          <a:prstGeom prst="star4">
            <a:avLst>
              <a:gd name="adj" fmla="val 20682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F7A40759-B448-4DB6-876B-C428CC0E22E3}"/>
              </a:ext>
            </a:extLst>
          </p:cNvPr>
          <p:cNvSpPr txBox="1">
            <a:spLocks/>
          </p:cNvSpPr>
          <p:nvPr/>
        </p:nvSpPr>
        <p:spPr>
          <a:xfrm>
            <a:off x="9090906" y="4067168"/>
            <a:ext cx="2069527" cy="108952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id-ID"/>
            </a:defPPr>
            <a:lvl1pPr>
              <a:lnSpc>
                <a:spcPct val="90000"/>
              </a:lnSpc>
              <a:defRPr sz="54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id-ID" sz="7200">
                <a:solidFill>
                  <a:schemeClr val="tx1"/>
                </a:solidFill>
                <a:latin typeface="+mn-lt"/>
              </a:rPr>
              <a:t>54</a:t>
            </a:r>
            <a:r>
              <a:rPr lang="id-ID" sz="4400">
                <a:solidFill>
                  <a:schemeClr val="tx1"/>
                </a:solidFill>
                <a:latin typeface="+mn-lt"/>
              </a:rPr>
              <a:t>%</a:t>
            </a:r>
            <a:endParaRPr lang="en-US" sz="720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10" name="Subtitle 4">
            <a:extLst>
              <a:ext uri="{FF2B5EF4-FFF2-40B4-BE49-F238E27FC236}">
                <a16:creationId xmlns:a16="http://schemas.microsoft.com/office/drawing/2014/main" id="{0B2C611C-A182-4950-8598-CBB82A383FD1}"/>
              </a:ext>
            </a:extLst>
          </p:cNvPr>
          <p:cNvSpPr txBox="1">
            <a:spLocks/>
          </p:cNvSpPr>
          <p:nvPr/>
        </p:nvSpPr>
        <p:spPr>
          <a:xfrm>
            <a:off x="9168998" y="5155969"/>
            <a:ext cx="1913341" cy="70224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id-ID"/>
            </a:defPPr>
            <a:lvl1pPr marL="171450" indent="-171450">
              <a:lnSpc>
                <a:spcPct val="130000"/>
              </a:lnSpc>
              <a:buFont typeface="Arial" panose="020B0604020202020204" pitchFamily="34" charset="0"/>
              <a:buChar char="•"/>
              <a:defRPr sz="1100" b="0" i="0" u="none" strike="noStrike" cap="none">
                <a:ea typeface="Arial"/>
                <a:cs typeface="Arial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lus Jakarta Sans" pitchFamily="2" charset="77"/>
                <a:ea typeface="+mn-ea"/>
                <a:cs typeface="Plus Jakarta Sans" pitchFamily="2" charset="77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lus Jakarta Sans" pitchFamily="2" charset="77"/>
                <a:ea typeface="+mn-ea"/>
                <a:cs typeface="Plus Jakarta Sans" pitchFamily="2" charset="77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lus Jakarta Sans" pitchFamily="2" charset="77"/>
                <a:ea typeface="+mn-ea"/>
                <a:cs typeface="Plus Jakarta Sans" pitchFamily="2" charset="77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lus Jakarta Sans" pitchFamily="2" charset="77"/>
                <a:ea typeface="+mn-ea"/>
                <a:cs typeface="Plus Jakarta Sans" pitchFamily="2" charset="77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50"/>
              <a:t>Lorem massaquis </a:t>
            </a:r>
            <a:r>
              <a:rPr lang="en-US" sz="1050" err="1"/>
              <a:t>urna</a:t>
            </a:r>
            <a:r>
              <a:rPr lang="en-US" sz="1050"/>
              <a:t>.</a:t>
            </a:r>
            <a:endParaRPr lang="id-ID" sz="1050"/>
          </a:p>
          <a:p>
            <a:pPr marL="0" indent="0">
              <a:buNone/>
            </a:pPr>
            <a:r>
              <a:rPr lang="en-US" sz="1050"/>
              <a:t>psum dolor sit amet,conse</a:t>
            </a:r>
            <a:endParaRPr lang="id-ID" sz="1050"/>
          </a:p>
          <a:p>
            <a:pPr marL="0" indent="0">
              <a:buNone/>
            </a:pPr>
            <a:r>
              <a:rPr lang="en-US" sz="1050"/>
              <a:t>ctetuer adipiscing</a:t>
            </a:r>
            <a:r>
              <a:rPr lang="id-ID" sz="1050"/>
              <a:t>.</a:t>
            </a:r>
            <a:endParaRPr lang="en-US" sz="105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DDF49E4-B61E-46C4-B8C9-D91D3A2C6FE6}"/>
              </a:ext>
            </a:extLst>
          </p:cNvPr>
          <p:cNvSpPr txBox="1"/>
          <p:nvPr/>
        </p:nvSpPr>
        <p:spPr>
          <a:xfrm>
            <a:off x="523754" y="903595"/>
            <a:ext cx="207353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>
                <a:latin typeface="+mj-lt"/>
              </a:rPr>
              <a:t>We Are A Non-profit</a:t>
            </a:r>
            <a:endParaRPr lang="id-ID" sz="2400">
              <a:latin typeface="+mj-lt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6AB030C-8FA2-464F-B012-A442D1315D49}"/>
              </a:ext>
            </a:extLst>
          </p:cNvPr>
          <p:cNvSpPr txBox="1"/>
          <p:nvPr/>
        </p:nvSpPr>
        <p:spPr>
          <a:xfrm>
            <a:off x="2703881" y="2453234"/>
            <a:ext cx="8980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d-ID" sz="2000"/>
              <a:t>2025</a:t>
            </a:r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7B15CAB1-088A-481E-BA4F-70CB85A4EC4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</p:sp>
    </p:spTree>
    <p:extLst>
      <p:ext uri="{BB962C8B-B14F-4D97-AF65-F5344CB8AC3E}">
        <p14:creationId xmlns:p14="http://schemas.microsoft.com/office/powerpoint/2010/main" val="39480420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E45EA41-D9C1-41B2-89DC-21A39695FAC8}"/>
              </a:ext>
            </a:extLst>
          </p:cNvPr>
          <p:cNvSpPr txBox="1"/>
          <p:nvPr/>
        </p:nvSpPr>
        <p:spPr>
          <a:xfrm>
            <a:off x="6776720" y="4213541"/>
            <a:ext cx="4805680" cy="97872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id-ID"/>
            </a:defPPr>
            <a:lvl1pPr>
              <a:lnSpc>
                <a:spcPct val="80000"/>
              </a:lnSpc>
              <a:defRPr sz="7200">
                <a:latin typeface="+mj-lt"/>
              </a:defRPr>
            </a:lvl1pPr>
          </a:lstStyle>
          <a:p>
            <a:r>
              <a:rPr lang="id-ID"/>
              <a:t>Our </a:t>
            </a:r>
            <a:r>
              <a:rPr lang="id-ID" i="1">
                <a:solidFill>
                  <a:schemeClr val="accent1"/>
                </a:solidFill>
              </a:rPr>
              <a:t>Vision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B304F3C-BA28-4013-BF06-7F73E92238B5}"/>
              </a:ext>
            </a:extLst>
          </p:cNvPr>
          <p:cNvSpPr txBox="1">
            <a:spLocks/>
          </p:cNvSpPr>
          <p:nvPr/>
        </p:nvSpPr>
        <p:spPr>
          <a:xfrm>
            <a:off x="901094" y="5286088"/>
            <a:ext cx="5194906" cy="78931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id-ID"/>
            </a:defPPr>
            <a:lvl1pPr marL="171450" indent="-171450">
              <a:lnSpc>
                <a:spcPct val="130000"/>
              </a:lnSpc>
              <a:buFont typeface="Arial" panose="020B0604020202020204" pitchFamily="34" charset="0"/>
              <a:buChar char="•"/>
              <a:defRPr sz="1100" b="0" i="0" u="none" strike="noStrike" cap="none">
                <a:ea typeface="Arial"/>
                <a:cs typeface="Arial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lus Jakarta Sans" pitchFamily="2" charset="77"/>
                <a:ea typeface="+mn-ea"/>
                <a:cs typeface="Plus Jakarta Sans" pitchFamily="2" charset="77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lus Jakarta Sans" pitchFamily="2" charset="77"/>
                <a:ea typeface="+mn-ea"/>
                <a:cs typeface="Plus Jakarta Sans" pitchFamily="2" charset="77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lus Jakarta Sans" pitchFamily="2" charset="77"/>
                <a:ea typeface="+mn-ea"/>
                <a:cs typeface="Plus Jakarta Sans" pitchFamily="2" charset="77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lus Jakarta Sans" pitchFamily="2" charset="77"/>
                <a:ea typeface="+mn-ea"/>
                <a:cs typeface="Plus Jakarta Sans" pitchFamily="2" charset="77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dirty="0"/>
              <a:t>Lorem ipsum dolor sit amet, consectetuer adipiscing elit. Maecenas magna </a:t>
            </a:r>
            <a:r>
              <a:rPr lang="en-US" sz="1200"/>
              <a:t>sed pulvinar </a:t>
            </a:r>
            <a:r>
              <a:rPr lang="en-US" sz="1200" dirty="0"/>
              <a:t>porttitor </a:t>
            </a:r>
            <a:r>
              <a:rPr lang="en-US" sz="1200" dirty="0" err="1"/>
              <a:t>congue</a:t>
            </a:r>
            <a:r>
              <a:rPr lang="en-US" sz="1200" dirty="0"/>
              <a:t> </a:t>
            </a:r>
            <a:r>
              <a:rPr lang="en-US" sz="1200" dirty="0" err="1"/>
              <a:t>massaquis</a:t>
            </a:r>
            <a:r>
              <a:rPr lang="en-US" sz="1200" dirty="0"/>
              <a:t> </a:t>
            </a:r>
            <a:r>
              <a:rPr lang="en-US" sz="1200" err="1"/>
              <a:t>urna</a:t>
            </a:r>
            <a:r>
              <a:rPr lang="en-US" sz="1200"/>
              <a:t>. Lorem ipsum dolor sit amet, consectetuer</a:t>
            </a:r>
            <a:endParaRPr lang="en-US" sz="12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73E1DA5-D7CF-4F75-8CA9-F4B467B5861E}"/>
              </a:ext>
            </a:extLst>
          </p:cNvPr>
          <p:cNvSpPr txBox="1"/>
          <p:nvPr/>
        </p:nvSpPr>
        <p:spPr>
          <a:xfrm>
            <a:off x="901094" y="4300313"/>
            <a:ext cx="511870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>
                <a:latin typeface="+mj-lt"/>
              </a:rPr>
              <a:t>A Business Model Defines How An Organization Operates</a:t>
            </a:r>
            <a:endParaRPr lang="id-ID" sz="2400">
              <a:latin typeface="+mj-lt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9CEE31C2-1A3A-4BE1-8A43-08CF3E05E5BA}"/>
              </a:ext>
            </a:extLst>
          </p:cNvPr>
          <p:cNvSpPr/>
          <p:nvPr/>
        </p:nvSpPr>
        <p:spPr>
          <a:xfrm>
            <a:off x="6969760" y="5525380"/>
            <a:ext cx="1457894" cy="432653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  <a:effectLst>
            <a:outerShdw blurRad="609600" dist="50800" dir="2700000" sx="95000" sy="95000" algn="tl" rotWithShape="0">
              <a:schemeClr val="accent2">
                <a:alpha val="21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d-ID" sz="1400">
                <a:solidFill>
                  <a:schemeClr val="bg1"/>
                </a:solidFill>
                <a:latin typeface="+mj-lt"/>
              </a:rPr>
              <a:t>Learn More</a:t>
            </a:r>
            <a:endParaRPr lang="id-ID" sz="14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42AC5D5-43EF-4DC6-8BEC-4DE4A465FC53}"/>
              </a:ext>
            </a:extLst>
          </p:cNvPr>
          <p:cNvSpPr txBox="1"/>
          <p:nvPr/>
        </p:nvSpPr>
        <p:spPr>
          <a:xfrm>
            <a:off x="10392840" y="5192270"/>
            <a:ext cx="8980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sz="2000"/>
              <a:t>2025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9E79ECAE-C6C8-4FF6-B6A6-48378952A16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</p:sp>
    </p:spTree>
    <p:extLst>
      <p:ext uri="{BB962C8B-B14F-4D97-AF65-F5344CB8AC3E}">
        <p14:creationId xmlns:p14="http://schemas.microsoft.com/office/powerpoint/2010/main" val="8855287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E5A968EB-03AB-4E4F-B7B4-EB92DD019E1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FDB0876-0367-423E-9103-94657B1C8568}"/>
              </a:ext>
            </a:extLst>
          </p:cNvPr>
          <p:cNvSpPr/>
          <p:nvPr/>
        </p:nvSpPr>
        <p:spPr>
          <a:xfrm>
            <a:off x="609601" y="680720"/>
            <a:ext cx="5486400" cy="5511736"/>
          </a:xfrm>
          <a:prstGeom prst="roundRect">
            <a:avLst>
              <a:gd name="adj" fmla="val 13314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4A37DC3-3E79-4296-92D1-C7DEEB227627}"/>
              </a:ext>
            </a:extLst>
          </p:cNvPr>
          <p:cNvSpPr txBox="1"/>
          <p:nvPr/>
        </p:nvSpPr>
        <p:spPr>
          <a:xfrm>
            <a:off x="1148274" y="1236318"/>
            <a:ext cx="6624126" cy="117570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id-ID"/>
            </a:defPPr>
            <a:lvl1pPr>
              <a:lnSpc>
                <a:spcPct val="80000"/>
              </a:lnSpc>
              <a:defRPr sz="7200">
                <a:latin typeface="+mj-lt"/>
              </a:defRPr>
            </a:lvl1pPr>
          </a:lstStyle>
          <a:p>
            <a:r>
              <a:rPr lang="id-ID" sz="8800">
                <a:solidFill>
                  <a:schemeClr val="accent3"/>
                </a:solidFill>
              </a:rPr>
              <a:t>The</a:t>
            </a:r>
            <a:r>
              <a:rPr lang="id-ID" sz="8800">
                <a:solidFill>
                  <a:schemeClr val="bg1"/>
                </a:solidFill>
              </a:rPr>
              <a:t> </a:t>
            </a:r>
            <a:r>
              <a:rPr lang="id-ID" sz="8800" i="1">
                <a:solidFill>
                  <a:schemeClr val="bg1"/>
                </a:solidFill>
              </a:rPr>
              <a:t>Problem</a:t>
            </a:r>
          </a:p>
        </p:txBody>
      </p:sp>
      <p:sp>
        <p:nvSpPr>
          <p:cNvPr id="6" name="Subtitle 4">
            <a:extLst>
              <a:ext uri="{FF2B5EF4-FFF2-40B4-BE49-F238E27FC236}">
                <a16:creationId xmlns:a16="http://schemas.microsoft.com/office/drawing/2014/main" id="{AFC143C9-F266-4567-A2DF-21E063816287}"/>
              </a:ext>
            </a:extLst>
          </p:cNvPr>
          <p:cNvSpPr txBox="1">
            <a:spLocks/>
          </p:cNvSpPr>
          <p:nvPr/>
        </p:nvSpPr>
        <p:spPr>
          <a:xfrm>
            <a:off x="1075100" y="4632938"/>
            <a:ext cx="4699380" cy="102938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id-ID"/>
            </a:defPPr>
            <a:lvl1pPr marL="171450" indent="-171450">
              <a:lnSpc>
                <a:spcPct val="130000"/>
              </a:lnSpc>
              <a:buFont typeface="Arial" panose="020B0604020202020204" pitchFamily="34" charset="0"/>
              <a:buChar char="•"/>
              <a:defRPr sz="1100" b="0" i="0" u="none" strike="noStrike" cap="none">
                <a:ea typeface="Arial"/>
                <a:cs typeface="Arial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lus Jakarta Sans" pitchFamily="2" charset="77"/>
                <a:ea typeface="+mn-ea"/>
                <a:cs typeface="Plus Jakarta Sans" pitchFamily="2" charset="77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lus Jakarta Sans" pitchFamily="2" charset="77"/>
                <a:ea typeface="+mn-ea"/>
                <a:cs typeface="Plus Jakarta Sans" pitchFamily="2" charset="77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lus Jakarta Sans" pitchFamily="2" charset="77"/>
                <a:ea typeface="+mn-ea"/>
                <a:cs typeface="Plus Jakarta Sans" pitchFamily="2" charset="77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lus Jakarta Sans" pitchFamily="2" charset="77"/>
                <a:ea typeface="+mn-ea"/>
                <a:cs typeface="Plus Jakarta Sans" pitchFamily="2" charset="77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</a:rPr>
              <a:t>Lorem ipsum dolor sit amet, consectetuer adipiscing elit. Maecenas magna </a:t>
            </a:r>
            <a:r>
              <a:rPr lang="en-US" sz="1200">
                <a:solidFill>
                  <a:schemeClr val="bg1"/>
                </a:solidFill>
              </a:rPr>
              <a:t>sed pulvinar </a:t>
            </a:r>
            <a:r>
              <a:rPr lang="en-US" sz="1200" dirty="0">
                <a:solidFill>
                  <a:schemeClr val="bg1"/>
                </a:solidFill>
              </a:rPr>
              <a:t>porttitor </a:t>
            </a:r>
            <a:r>
              <a:rPr lang="en-US" sz="1200" dirty="0" err="1">
                <a:solidFill>
                  <a:schemeClr val="bg1"/>
                </a:solidFill>
              </a:rPr>
              <a:t>congue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err="1">
                <a:solidFill>
                  <a:schemeClr val="bg1"/>
                </a:solidFill>
              </a:rPr>
              <a:t>massaquis</a:t>
            </a:r>
            <a:r>
              <a:rPr lang="en-US" sz="1200">
                <a:solidFill>
                  <a:schemeClr val="bg1"/>
                </a:solidFill>
              </a:rPr>
              <a:t> ur</a:t>
            </a:r>
            <a:endParaRPr lang="id-ID" sz="120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200">
                <a:solidFill>
                  <a:schemeClr val="bg1"/>
                </a:solidFill>
              </a:rPr>
              <a:t>na. Lorem ipsum dolor sit amet, consectetuer</a:t>
            </a:r>
            <a:r>
              <a:rPr lang="id-ID" sz="1200">
                <a:solidFill>
                  <a:schemeClr val="bg1"/>
                </a:solidFill>
              </a:rPr>
              <a:t> </a:t>
            </a:r>
            <a:r>
              <a:rPr lang="en-US" sz="1200">
                <a:solidFill>
                  <a:schemeClr val="bg1"/>
                </a:solidFill>
              </a:rPr>
              <a:t>porttitor congu</a:t>
            </a:r>
            <a:endParaRPr lang="id-ID" sz="120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200">
                <a:solidFill>
                  <a:schemeClr val="bg1"/>
                </a:solidFill>
              </a:rPr>
              <a:t>e massaquis urna. Lorem ipsum</a:t>
            </a:r>
            <a:r>
              <a:rPr lang="id-ID" sz="1200">
                <a:solidFill>
                  <a:schemeClr val="bg1"/>
                </a:solidFill>
              </a:rPr>
              <a:t>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884831A-9095-4B63-BF2A-3C53EFB5785B}"/>
              </a:ext>
            </a:extLst>
          </p:cNvPr>
          <p:cNvSpPr txBox="1"/>
          <p:nvPr/>
        </p:nvSpPr>
        <p:spPr>
          <a:xfrm>
            <a:off x="1148274" y="2935093"/>
            <a:ext cx="3545646" cy="112646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id-ID"/>
            </a:defPPr>
            <a:lvl1pPr>
              <a:lnSpc>
                <a:spcPct val="80000"/>
              </a:lnSpc>
              <a:defRPr sz="7200">
                <a:latin typeface="+mj-lt"/>
              </a:defRPr>
            </a:lvl1pPr>
          </a:lstStyle>
          <a:p>
            <a:r>
              <a:rPr lang="en-US" sz="2800" i="1">
                <a:solidFill>
                  <a:schemeClr val="bg1"/>
                </a:solidFill>
              </a:rPr>
              <a:t>Millions Of Families Lack Access To Basic Education</a:t>
            </a:r>
            <a:endParaRPr lang="id-ID" sz="2800" i="1">
              <a:solidFill>
                <a:schemeClr val="bg1"/>
              </a:solidFill>
            </a:endParaRPr>
          </a:p>
        </p:txBody>
      </p:sp>
      <p:sp>
        <p:nvSpPr>
          <p:cNvPr id="9" name="Star: 4 Points 8">
            <a:extLst>
              <a:ext uri="{FF2B5EF4-FFF2-40B4-BE49-F238E27FC236}">
                <a16:creationId xmlns:a16="http://schemas.microsoft.com/office/drawing/2014/main" id="{6B46D4F2-8EB5-4E55-83EF-EC0D6B7CF6D3}"/>
              </a:ext>
            </a:extLst>
          </p:cNvPr>
          <p:cNvSpPr/>
          <p:nvPr/>
        </p:nvSpPr>
        <p:spPr>
          <a:xfrm>
            <a:off x="4990686" y="2935093"/>
            <a:ext cx="644243" cy="644243"/>
          </a:xfrm>
          <a:prstGeom prst="star4">
            <a:avLst>
              <a:gd name="adj" fmla="val 20682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315F0FE2-22BE-4FBB-AC90-0139A498DD47}"/>
              </a:ext>
            </a:extLst>
          </p:cNvPr>
          <p:cNvSpPr/>
          <p:nvPr/>
        </p:nvSpPr>
        <p:spPr>
          <a:xfrm>
            <a:off x="9088120" y="3896649"/>
            <a:ext cx="2090258" cy="1865127"/>
          </a:xfrm>
          <a:prstGeom prst="roundRect">
            <a:avLst>
              <a:gd name="adj" fmla="val 24894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8A3ACA7-A7D5-49E9-A6FA-57D6DCF6934E}"/>
              </a:ext>
            </a:extLst>
          </p:cNvPr>
          <p:cNvSpPr txBox="1"/>
          <p:nvPr/>
        </p:nvSpPr>
        <p:spPr>
          <a:xfrm>
            <a:off x="9388682" y="4337472"/>
            <a:ext cx="1530097" cy="59093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id-ID"/>
            </a:defPPr>
            <a:lvl1pPr>
              <a:lnSpc>
                <a:spcPct val="90000"/>
              </a:lnSpc>
              <a:defRPr sz="6000">
                <a:latin typeface="+mj-lt"/>
              </a:defRPr>
            </a:lvl1pPr>
          </a:lstStyle>
          <a:p>
            <a:r>
              <a:rPr lang="en-US" sz="3600" dirty="0">
                <a:solidFill>
                  <a:schemeClr val="accent3"/>
                </a:solidFill>
                <a:latin typeface="+mn-lt"/>
              </a:rPr>
              <a:t>$2.5</a:t>
            </a:r>
            <a:r>
              <a:rPr lang="en-US" sz="2800" dirty="0">
                <a:solidFill>
                  <a:schemeClr val="accent3"/>
                </a:solidFill>
                <a:latin typeface="+mn-lt"/>
              </a:rPr>
              <a:t>M</a:t>
            </a:r>
            <a:endParaRPr lang="id-ID" sz="3600" dirty="0">
              <a:solidFill>
                <a:schemeClr val="accent3"/>
              </a:solidFill>
              <a:latin typeface="+mn-lt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4E3C325-24F6-4E89-97AB-60084E3CBEAC}"/>
              </a:ext>
            </a:extLst>
          </p:cNvPr>
          <p:cNvSpPr txBox="1"/>
          <p:nvPr/>
        </p:nvSpPr>
        <p:spPr>
          <a:xfrm>
            <a:off x="9406970" y="4869236"/>
            <a:ext cx="1578865" cy="5112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sz="1100" i="0" dirty="0">
                <a:solidFill>
                  <a:schemeClr val="bg1"/>
                </a:solidFill>
                <a:effectLst/>
              </a:rPr>
              <a:t>Lorem ipsum dolor sit </a:t>
            </a:r>
            <a:r>
              <a:rPr lang="en-US" sz="1100" i="0" dirty="0" err="1">
                <a:solidFill>
                  <a:schemeClr val="bg1"/>
                </a:solidFill>
                <a:effectLst/>
              </a:rPr>
              <a:t>amet</a:t>
            </a:r>
            <a:r>
              <a:rPr lang="en-US" sz="1100" i="0" dirty="0">
                <a:solidFill>
                  <a:schemeClr val="bg1"/>
                </a:solidFill>
                <a:effectLst/>
              </a:rPr>
              <a:t>, </a:t>
            </a:r>
            <a:r>
              <a:rPr lang="en-US" sz="1100" i="0" dirty="0" err="1">
                <a:solidFill>
                  <a:schemeClr val="bg1"/>
                </a:solidFill>
                <a:effectLst/>
              </a:rPr>
              <a:t>consect</a:t>
            </a:r>
            <a:endParaRPr lang="en-US" sz="11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764204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9B3766F-B793-4B83-B6FF-FBDE88163A3B}"/>
              </a:ext>
            </a:extLst>
          </p:cNvPr>
          <p:cNvSpPr txBox="1"/>
          <p:nvPr/>
        </p:nvSpPr>
        <p:spPr>
          <a:xfrm>
            <a:off x="525780" y="1042154"/>
            <a:ext cx="3733800" cy="186512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id-ID"/>
            </a:defPPr>
            <a:lvl1pPr>
              <a:lnSpc>
                <a:spcPct val="80000"/>
              </a:lnSpc>
              <a:defRPr sz="7200">
                <a:latin typeface="+mj-lt"/>
              </a:defRPr>
            </a:lvl1pPr>
          </a:lstStyle>
          <a:p>
            <a:r>
              <a:rPr lang="id-ID"/>
              <a:t>Why It </a:t>
            </a:r>
            <a:r>
              <a:rPr lang="id-ID" i="1">
                <a:solidFill>
                  <a:schemeClr val="accent1"/>
                </a:solidFill>
              </a:rPr>
              <a:t>Matters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B643AE04-7B53-4305-B199-26B9B1F05E5B}"/>
              </a:ext>
            </a:extLst>
          </p:cNvPr>
          <p:cNvSpPr/>
          <p:nvPr/>
        </p:nvSpPr>
        <p:spPr>
          <a:xfrm>
            <a:off x="6620719" y="934074"/>
            <a:ext cx="4961681" cy="1478390"/>
          </a:xfrm>
          <a:prstGeom prst="roundRect">
            <a:avLst>
              <a:gd name="adj" fmla="val 34155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A8C47D8-6B0A-4199-AD2C-F1879C730735}"/>
              </a:ext>
            </a:extLst>
          </p:cNvPr>
          <p:cNvSpPr txBox="1"/>
          <p:nvPr/>
        </p:nvSpPr>
        <p:spPr>
          <a:xfrm>
            <a:off x="7079171" y="1227885"/>
            <a:ext cx="421385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>
                <a:solidFill>
                  <a:schemeClr val="accent3"/>
                </a:solidFill>
                <a:latin typeface="+mj-lt"/>
              </a:rPr>
              <a:t>Every act of kindness can spark a wave of change</a:t>
            </a:r>
            <a:endParaRPr lang="id-ID" sz="2400">
              <a:solidFill>
                <a:schemeClr val="accent3"/>
              </a:solidFill>
              <a:latin typeface="+mj-lt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C26CC6C-B462-4CC5-A64A-4F03D924594D}"/>
              </a:ext>
            </a:extLst>
          </p:cNvPr>
          <p:cNvSpPr/>
          <p:nvPr/>
        </p:nvSpPr>
        <p:spPr>
          <a:xfrm>
            <a:off x="6620719" y="2743928"/>
            <a:ext cx="4961681" cy="1478390"/>
          </a:xfrm>
          <a:prstGeom prst="roundRect">
            <a:avLst>
              <a:gd name="adj" fmla="val 34155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CF41964-A420-4792-9529-4FBD56625643}"/>
              </a:ext>
            </a:extLst>
          </p:cNvPr>
          <p:cNvSpPr txBox="1"/>
          <p:nvPr/>
        </p:nvSpPr>
        <p:spPr>
          <a:xfrm>
            <a:off x="7079171" y="3105310"/>
            <a:ext cx="421385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>
                <a:latin typeface="+mj-lt"/>
              </a:rPr>
              <a:t>By supporting this campaign, we’re not only</a:t>
            </a:r>
            <a:endParaRPr lang="id-ID" sz="2400">
              <a:latin typeface="+mj-lt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B5F66412-442E-4EB5-B073-EB6E5ADAA0BE}"/>
              </a:ext>
            </a:extLst>
          </p:cNvPr>
          <p:cNvSpPr/>
          <p:nvPr/>
        </p:nvSpPr>
        <p:spPr>
          <a:xfrm>
            <a:off x="6620719" y="4553782"/>
            <a:ext cx="4961681" cy="1478390"/>
          </a:xfrm>
          <a:prstGeom prst="roundRect">
            <a:avLst>
              <a:gd name="adj" fmla="val 34155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F8A60B2-EFDA-48B0-9E13-4FF50C9D2F94}"/>
              </a:ext>
            </a:extLst>
          </p:cNvPr>
          <p:cNvSpPr txBox="1"/>
          <p:nvPr/>
        </p:nvSpPr>
        <p:spPr>
          <a:xfrm>
            <a:off x="7079170" y="4915164"/>
            <a:ext cx="450323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>
                <a:solidFill>
                  <a:schemeClr val="accent3"/>
                </a:solidFill>
                <a:latin typeface="+mj-lt"/>
              </a:rPr>
              <a:t>individual lives but uplifting entire communities</a:t>
            </a:r>
            <a:endParaRPr lang="id-ID" sz="2400">
              <a:solidFill>
                <a:schemeClr val="accent3"/>
              </a:solidFill>
              <a:latin typeface="+mj-lt"/>
            </a:endParaRPr>
          </a:p>
        </p:txBody>
      </p:sp>
      <p:sp>
        <p:nvSpPr>
          <p:cNvPr id="13" name="Subtitle 4">
            <a:extLst>
              <a:ext uri="{FF2B5EF4-FFF2-40B4-BE49-F238E27FC236}">
                <a16:creationId xmlns:a16="http://schemas.microsoft.com/office/drawing/2014/main" id="{D94BA86F-E8D8-46DC-B22B-054BEFC829A3}"/>
              </a:ext>
            </a:extLst>
          </p:cNvPr>
          <p:cNvSpPr txBox="1">
            <a:spLocks/>
          </p:cNvSpPr>
          <p:nvPr/>
        </p:nvSpPr>
        <p:spPr>
          <a:xfrm>
            <a:off x="525780" y="4680847"/>
            <a:ext cx="4439759" cy="78931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id-ID"/>
            </a:defPPr>
            <a:lvl1pPr marL="171450" indent="-171450">
              <a:lnSpc>
                <a:spcPct val="130000"/>
              </a:lnSpc>
              <a:buFont typeface="Arial" panose="020B0604020202020204" pitchFamily="34" charset="0"/>
              <a:buChar char="•"/>
              <a:defRPr sz="1100" b="0" i="0" u="none" strike="noStrike" cap="none">
                <a:ea typeface="Arial"/>
                <a:cs typeface="Arial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lus Jakarta Sans" pitchFamily="2" charset="77"/>
                <a:ea typeface="+mn-ea"/>
                <a:cs typeface="Plus Jakarta Sans" pitchFamily="2" charset="77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lus Jakarta Sans" pitchFamily="2" charset="77"/>
                <a:ea typeface="+mn-ea"/>
                <a:cs typeface="Plus Jakarta Sans" pitchFamily="2" charset="77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lus Jakarta Sans" pitchFamily="2" charset="77"/>
                <a:ea typeface="+mn-ea"/>
                <a:cs typeface="Plus Jakarta Sans" pitchFamily="2" charset="77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lus Jakarta Sans" pitchFamily="2" charset="77"/>
                <a:ea typeface="+mn-ea"/>
                <a:cs typeface="Plus Jakarta Sans" pitchFamily="2" charset="77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dirty="0"/>
              <a:t>Lorem ipsum dolor sit amet, consectetuer adipiscing elit. Maecenas magna </a:t>
            </a:r>
            <a:r>
              <a:rPr lang="en-US" sz="1200"/>
              <a:t>sed pulvinar </a:t>
            </a:r>
            <a:r>
              <a:rPr lang="en-US" sz="1200" dirty="0"/>
              <a:t>porttitor </a:t>
            </a:r>
            <a:r>
              <a:rPr lang="en-US" sz="1200" dirty="0" err="1"/>
              <a:t>congue</a:t>
            </a:r>
            <a:r>
              <a:rPr lang="en-US" sz="1200" dirty="0"/>
              <a:t> </a:t>
            </a:r>
            <a:r>
              <a:rPr lang="en-US" sz="1200" dirty="0" err="1"/>
              <a:t>massaquis</a:t>
            </a:r>
            <a:r>
              <a:rPr lang="en-US" sz="1200" dirty="0"/>
              <a:t> </a:t>
            </a:r>
            <a:r>
              <a:rPr lang="en-US" sz="1200" err="1"/>
              <a:t>urna</a:t>
            </a:r>
            <a:r>
              <a:rPr lang="en-US" sz="1200"/>
              <a:t>. Lorem ipsum dolor sit amet, consectetuer</a:t>
            </a:r>
            <a:endParaRPr lang="en-US" sz="1200" dirty="0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7BFD6539-47C6-4DB7-8439-920D34A82634}"/>
              </a:ext>
            </a:extLst>
          </p:cNvPr>
          <p:cNvSpPr/>
          <p:nvPr/>
        </p:nvSpPr>
        <p:spPr>
          <a:xfrm>
            <a:off x="609600" y="5599519"/>
            <a:ext cx="1457894" cy="432653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  <a:effectLst>
            <a:outerShdw blurRad="609600" dist="50800" dir="2700000" sx="95000" sy="95000" algn="tl" rotWithShape="0">
              <a:schemeClr val="accent2">
                <a:alpha val="21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d-ID" sz="1400">
                <a:solidFill>
                  <a:schemeClr val="bg1"/>
                </a:solidFill>
                <a:latin typeface="+mj-lt"/>
              </a:rPr>
              <a:t>Learn More</a:t>
            </a:r>
            <a:endParaRPr lang="id-ID" sz="14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526CCD6-B232-4E40-B5A8-138C1BD8EBC0}"/>
              </a:ext>
            </a:extLst>
          </p:cNvPr>
          <p:cNvSpPr txBox="1"/>
          <p:nvPr/>
        </p:nvSpPr>
        <p:spPr>
          <a:xfrm>
            <a:off x="3905429" y="2277845"/>
            <a:ext cx="8980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sz="2000"/>
              <a:t>2025</a:t>
            </a:r>
          </a:p>
        </p:txBody>
      </p:sp>
    </p:spTree>
    <p:extLst>
      <p:ext uri="{BB962C8B-B14F-4D97-AF65-F5344CB8AC3E}">
        <p14:creationId xmlns:p14="http://schemas.microsoft.com/office/powerpoint/2010/main" val="21782323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32ECDFBA-E055-4E63-8B28-0863B0861112}"/>
              </a:ext>
            </a:extLst>
          </p:cNvPr>
          <p:cNvSpPr/>
          <p:nvPr/>
        </p:nvSpPr>
        <p:spPr>
          <a:xfrm>
            <a:off x="624069" y="4487809"/>
            <a:ext cx="5358203" cy="1669923"/>
          </a:xfrm>
          <a:prstGeom prst="roundRect">
            <a:avLst>
              <a:gd name="adj" fmla="val 34155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5524B27-A249-4FF5-B65C-F7155D9DC154}"/>
              </a:ext>
            </a:extLst>
          </p:cNvPr>
          <p:cNvSpPr txBox="1"/>
          <p:nvPr/>
        </p:nvSpPr>
        <p:spPr>
          <a:xfrm>
            <a:off x="3822540" y="909141"/>
            <a:ext cx="6094070" cy="186512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id-ID"/>
            </a:defPPr>
            <a:lvl1pPr>
              <a:lnSpc>
                <a:spcPct val="80000"/>
              </a:lnSpc>
              <a:defRPr sz="7200">
                <a:latin typeface="+mj-lt"/>
              </a:defRPr>
            </a:lvl1pPr>
          </a:lstStyle>
          <a:p>
            <a:r>
              <a:rPr lang="id-ID"/>
              <a:t>How We </a:t>
            </a:r>
            <a:r>
              <a:rPr lang="id-ID" i="1"/>
              <a:t>Create </a:t>
            </a:r>
            <a:r>
              <a:rPr lang="id-ID" i="1">
                <a:solidFill>
                  <a:schemeClr val="accent1"/>
                </a:solidFill>
              </a:rPr>
              <a:t>Impact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266DB76-AA00-4321-B01B-C641B452ADEF}"/>
              </a:ext>
            </a:extLst>
          </p:cNvPr>
          <p:cNvSpPr txBox="1"/>
          <p:nvPr/>
        </p:nvSpPr>
        <p:spPr>
          <a:xfrm>
            <a:off x="2699075" y="2247365"/>
            <a:ext cx="8980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d-ID" sz="2000"/>
              <a:t>2025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23A9BBF-08B6-4CEE-A837-53BD81E5D5AC}"/>
              </a:ext>
            </a:extLst>
          </p:cNvPr>
          <p:cNvSpPr txBox="1"/>
          <p:nvPr/>
        </p:nvSpPr>
        <p:spPr>
          <a:xfrm>
            <a:off x="1025859" y="3428774"/>
            <a:ext cx="4338320" cy="78175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id-ID"/>
            </a:defPPr>
            <a:lvl1pPr>
              <a:lnSpc>
                <a:spcPct val="80000"/>
              </a:lnSpc>
              <a:defRPr sz="7200">
                <a:latin typeface="+mj-lt"/>
              </a:defRPr>
            </a:lvl1pPr>
          </a:lstStyle>
          <a:p>
            <a:r>
              <a:rPr lang="en-US" sz="2800"/>
              <a:t>We Focus On Long-term, Community</a:t>
            </a:r>
            <a:r>
              <a:rPr lang="id-ID" sz="2800"/>
              <a:t>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5D4E00C-FF0B-4595-8AD1-5DF5FED8C8B3}"/>
              </a:ext>
            </a:extLst>
          </p:cNvPr>
          <p:cNvSpPr txBox="1"/>
          <p:nvPr/>
        </p:nvSpPr>
        <p:spPr>
          <a:xfrm>
            <a:off x="3119173" y="4928110"/>
            <a:ext cx="2426421" cy="789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id-ID" sz="1200" dirty="0">
                <a:solidFill>
                  <a:schemeClr val="bg1"/>
                </a:solidFill>
              </a:rPr>
              <a:t>Lorem ipsum dolor sit amet</a:t>
            </a:r>
            <a:r>
              <a:rPr lang="id-ID" sz="1200">
                <a:solidFill>
                  <a:schemeClr val="bg1"/>
                </a:solidFill>
              </a:rPr>
              <a:t>, tur </a:t>
            </a:r>
            <a:r>
              <a:rPr lang="id-ID" sz="1200" dirty="0">
                <a:solidFill>
                  <a:schemeClr val="bg1"/>
                </a:solidFill>
              </a:rPr>
              <a:t>adipiscing elit, sed do eiusmod </a:t>
            </a:r>
            <a:r>
              <a:rPr lang="id-ID" sz="1200">
                <a:solidFill>
                  <a:schemeClr val="bg1"/>
                </a:solidFill>
              </a:rPr>
              <a:t>tempor incididunt.</a:t>
            </a:r>
            <a:endParaRPr lang="id-ID" sz="1200" dirty="0">
              <a:solidFill>
                <a:schemeClr val="bg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FE78DFA-8618-45FC-85AD-CEAC70D5E939}"/>
              </a:ext>
            </a:extLst>
          </p:cNvPr>
          <p:cNvSpPr txBox="1"/>
          <p:nvPr/>
        </p:nvSpPr>
        <p:spPr>
          <a:xfrm>
            <a:off x="1025859" y="4865033"/>
            <a:ext cx="180531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lnSpc>
                <a:spcPct val="85000"/>
              </a:lnSpc>
              <a:defRPr sz="6000" b="0" i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</a:defRPr>
            </a:lvl1pPr>
          </a:lstStyle>
          <a:p>
            <a:pPr>
              <a:lnSpc>
                <a:spcPct val="100000"/>
              </a:lnSpc>
            </a:pPr>
            <a:r>
              <a:rPr lang="id-ID" sz="4800">
                <a:solidFill>
                  <a:schemeClr val="accent3"/>
                </a:solidFill>
                <a:latin typeface="+mn-lt"/>
                <a:cs typeface="Chivo" pitchFamily="2" charset="0"/>
              </a:rPr>
              <a:t>212%</a:t>
            </a:r>
            <a:endParaRPr lang="en-US" sz="4800" dirty="0">
              <a:solidFill>
                <a:schemeClr val="accent3"/>
              </a:solidFill>
              <a:latin typeface="+mn-lt"/>
              <a:cs typeface="Chivo" pitchFamily="2" charset="0"/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2892E763-FAD9-4277-8ECB-7F6BFEA22185}"/>
              </a:ext>
            </a:extLst>
          </p:cNvPr>
          <p:cNvSpPr/>
          <p:nvPr/>
        </p:nvSpPr>
        <p:spPr>
          <a:xfrm>
            <a:off x="10607180" y="909141"/>
            <a:ext cx="975219" cy="949152"/>
          </a:xfrm>
          <a:prstGeom prst="roundRect">
            <a:avLst>
              <a:gd name="adj" fmla="val 24894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2" name="Star: 4 Points 11">
            <a:extLst>
              <a:ext uri="{FF2B5EF4-FFF2-40B4-BE49-F238E27FC236}">
                <a16:creationId xmlns:a16="http://schemas.microsoft.com/office/drawing/2014/main" id="{321025FF-3F30-4AE9-8775-C9BB66F4362C}"/>
              </a:ext>
            </a:extLst>
          </p:cNvPr>
          <p:cNvSpPr/>
          <p:nvPr/>
        </p:nvSpPr>
        <p:spPr>
          <a:xfrm>
            <a:off x="10817997" y="1106925"/>
            <a:ext cx="553584" cy="553584"/>
          </a:xfrm>
          <a:prstGeom prst="star4">
            <a:avLst>
              <a:gd name="adj" fmla="val 20682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3" name="Subtitle 4">
            <a:extLst>
              <a:ext uri="{FF2B5EF4-FFF2-40B4-BE49-F238E27FC236}">
                <a16:creationId xmlns:a16="http://schemas.microsoft.com/office/drawing/2014/main" id="{D82891CA-320D-47E9-A449-08544673824E}"/>
              </a:ext>
            </a:extLst>
          </p:cNvPr>
          <p:cNvSpPr txBox="1">
            <a:spLocks/>
          </p:cNvSpPr>
          <p:nvPr/>
        </p:nvSpPr>
        <p:spPr>
          <a:xfrm>
            <a:off x="525781" y="871190"/>
            <a:ext cx="1217675" cy="78931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id-ID"/>
            </a:defPPr>
            <a:lvl1pPr marL="171450" indent="-171450">
              <a:lnSpc>
                <a:spcPct val="130000"/>
              </a:lnSpc>
              <a:buFont typeface="Arial" panose="020B0604020202020204" pitchFamily="34" charset="0"/>
              <a:buChar char="•"/>
              <a:defRPr sz="1100" b="0" i="0" u="none" strike="noStrike" cap="none">
                <a:ea typeface="Arial"/>
                <a:cs typeface="Arial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lus Jakarta Sans" pitchFamily="2" charset="77"/>
                <a:ea typeface="+mn-ea"/>
                <a:cs typeface="Plus Jakarta Sans" pitchFamily="2" charset="77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lus Jakarta Sans" pitchFamily="2" charset="77"/>
                <a:ea typeface="+mn-ea"/>
                <a:cs typeface="Plus Jakarta Sans" pitchFamily="2" charset="77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lus Jakarta Sans" pitchFamily="2" charset="77"/>
                <a:ea typeface="+mn-ea"/>
                <a:cs typeface="Plus Jakarta Sans" pitchFamily="2" charset="77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lus Jakarta Sans" pitchFamily="2" charset="77"/>
                <a:ea typeface="+mn-ea"/>
                <a:cs typeface="Plus Jakarta Sans" pitchFamily="2" charset="77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dirty="0"/>
              <a:t>Lorem </a:t>
            </a:r>
            <a:r>
              <a:rPr lang="en-US" sz="1200"/>
              <a:t>ipsum dolor </a:t>
            </a:r>
            <a:r>
              <a:rPr lang="en-US" sz="1200" dirty="0"/>
              <a:t>sit amet</a:t>
            </a:r>
            <a:r>
              <a:rPr lang="en-US" sz="1200"/>
              <a:t>, consectetuer</a:t>
            </a:r>
            <a:endParaRPr lang="en-US" sz="1200" dirty="0"/>
          </a:p>
        </p:txBody>
      </p:sp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FF5640D7-5B82-46F9-B2E7-81B5AD47F9B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</p:sp>
    </p:spTree>
    <p:extLst>
      <p:ext uri="{BB962C8B-B14F-4D97-AF65-F5344CB8AC3E}">
        <p14:creationId xmlns:p14="http://schemas.microsoft.com/office/powerpoint/2010/main" val="16246865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9A0B879-7B4E-41EC-A057-15DB19FA8513}"/>
              </a:ext>
            </a:extLst>
          </p:cNvPr>
          <p:cNvSpPr txBox="1"/>
          <p:nvPr/>
        </p:nvSpPr>
        <p:spPr>
          <a:xfrm>
            <a:off x="1569720" y="887214"/>
            <a:ext cx="8138160" cy="97872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id-ID"/>
            </a:defPPr>
            <a:lvl1pPr>
              <a:lnSpc>
                <a:spcPct val="80000"/>
              </a:lnSpc>
              <a:defRPr sz="7200">
                <a:latin typeface="+mj-lt"/>
              </a:defRPr>
            </a:lvl1pPr>
          </a:lstStyle>
          <a:p>
            <a:pPr algn="ctr"/>
            <a:r>
              <a:rPr lang="id-ID"/>
              <a:t>Our Core </a:t>
            </a:r>
            <a:r>
              <a:rPr lang="id-ID" i="1">
                <a:solidFill>
                  <a:schemeClr val="accent1"/>
                </a:solidFill>
              </a:rPr>
              <a:t>Programs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8F58271-81FB-430A-82D3-E16C36D705A1}"/>
              </a:ext>
            </a:extLst>
          </p:cNvPr>
          <p:cNvSpPr/>
          <p:nvPr/>
        </p:nvSpPr>
        <p:spPr>
          <a:xfrm>
            <a:off x="609601" y="2326510"/>
            <a:ext cx="3417650" cy="3865945"/>
          </a:xfrm>
          <a:prstGeom prst="roundRect">
            <a:avLst>
              <a:gd name="adj" fmla="val 2193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655962E7-0A71-4ADA-990E-0229584DC53A}"/>
              </a:ext>
            </a:extLst>
          </p:cNvPr>
          <p:cNvSpPr/>
          <p:nvPr/>
        </p:nvSpPr>
        <p:spPr>
          <a:xfrm rot="422899">
            <a:off x="4387175" y="2326510"/>
            <a:ext cx="3417650" cy="3865945"/>
          </a:xfrm>
          <a:prstGeom prst="roundRect">
            <a:avLst>
              <a:gd name="adj" fmla="val 21936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561B53B4-2533-4617-8A38-E2D561414F28}"/>
              </a:ext>
            </a:extLst>
          </p:cNvPr>
          <p:cNvSpPr/>
          <p:nvPr/>
        </p:nvSpPr>
        <p:spPr>
          <a:xfrm>
            <a:off x="8164749" y="2326510"/>
            <a:ext cx="3417650" cy="3865945"/>
          </a:xfrm>
          <a:prstGeom prst="roundRect">
            <a:avLst>
              <a:gd name="adj" fmla="val 2193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2C9D1FA7-003D-4A2B-9AE3-B759372713E4}"/>
              </a:ext>
            </a:extLst>
          </p:cNvPr>
          <p:cNvGrpSpPr/>
          <p:nvPr/>
        </p:nvGrpSpPr>
        <p:grpSpPr>
          <a:xfrm>
            <a:off x="834472" y="2782682"/>
            <a:ext cx="2967908" cy="2953600"/>
            <a:chOff x="834472" y="2850987"/>
            <a:chExt cx="2967908" cy="2953600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245BD4EE-2013-4E78-8DD1-B5A8A17D98FD}"/>
                </a:ext>
              </a:extLst>
            </p:cNvPr>
            <p:cNvSpPr txBox="1"/>
            <p:nvPr/>
          </p:nvSpPr>
          <p:spPr>
            <a:xfrm>
              <a:off x="1015993" y="2850987"/>
              <a:ext cx="2604865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400">
                  <a:solidFill>
                    <a:schemeClr val="accent3"/>
                  </a:solidFill>
                  <a:latin typeface="+mj-lt"/>
                </a:rPr>
                <a:t>Education Access</a:t>
              </a:r>
              <a:endParaRPr lang="id-ID" sz="2400">
                <a:solidFill>
                  <a:schemeClr val="accent3"/>
                </a:solidFill>
                <a:latin typeface="+mj-lt"/>
              </a:endParaRPr>
            </a:p>
          </p:txBody>
        </p:sp>
        <p:sp>
          <p:nvSpPr>
            <p:cNvPr id="14" name="Subtitle 4">
              <a:extLst>
                <a:ext uri="{FF2B5EF4-FFF2-40B4-BE49-F238E27FC236}">
                  <a16:creationId xmlns:a16="http://schemas.microsoft.com/office/drawing/2014/main" id="{D2F4F50F-9AC5-4940-A290-1F6815A3A779}"/>
                </a:ext>
              </a:extLst>
            </p:cNvPr>
            <p:cNvSpPr txBox="1">
              <a:spLocks/>
            </p:cNvSpPr>
            <p:nvPr/>
          </p:nvSpPr>
          <p:spPr>
            <a:xfrm>
              <a:off x="834472" y="3448338"/>
              <a:ext cx="2967908" cy="126945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id-ID"/>
              </a:defPPr>
              <a:lvl1pPr marL="171450" indent="-171450">
                <a:lnSpc>
                  <a:spcPct val="130000"/>
                </a:lnSpc>
                <a:buFont typeface="Arial" panose="020B0604020202020204" pitchFamily="34" charset="0"/>
                <a:buChar char="•"/>
                <a:defRPr sz="1100" b="0" i="0" u="none" strike="noStrike" cap="none">
                  <a:ea typeface="Arial"/>
                  <a:cs typeface="Arial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Plus Jakarta Sans" pitchFamily="2" charset="77"/>
                  <a:ea typeface="+mn-ea"/>
                  <a:cs typeface="Plus Jakarta Sans" pitchFamily="2" charset="77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Plus Jakarta Sans" pitchFamily="2" charset="77"/>
                  <a:ea typeface="+mn-ea"/>
                  <a:cs typeface="Plus Jakarta Sans" pitchFamily="2" charset="77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Plus Jakarta Sans" pitchFamily="2" charset="77"/>
                  <a:ea typeface="+mn-ea"/>
                  <a:cs typeface="Plus Jakarta Sans" pitchFamily="2" charset="77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Plus Jakarta Sans" pitchFamily="2" charset="77"/>
                  <a:ea typeface="+mn-ea"/>
                  <a:cs typeface="Plus Jakarta Sans" pitchFamily="2" charset="77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sz="1200" dirty="0">
                  <a:solidFill>
                    <a:schemeClr val="bg1"/>
                  </a:solidFill>
                </a:rPr>
                <a:t>Lorem ipsum dolor sit amet</a:t>
              </a:r>
              <a:r>
                <a:rPr lang="en-US" sz="1200">
                  <a:solidFill>
                    <a:schemeClr val="bg1"/>
                  </a:solidFill>
                </a:rPr>
                <a:t>, consec</a:t>
              </a:r>
              <a:endParaRPr lang="id-ID" sz="1200">
                <a:solidFill>
                  <a:schemeClr val="bg1"/>
                </a:solidFill>
              </a:endParaRPr>
            </a:p>
            <a:p>
              <a:pPr marL="0" indent="0" algn="ctr">
                <a:buNone/>
              </a:pPr>
              <a:r>
                <a:rPr lang="en-US" sz="1200">
                  <a:solidFill>
                    <a:schemeClr val="bg1"/>
                  </a:solidFill>
                </a:rPr>
                <a:t>tetuer </a:t>
              </a:r>
              <a:r>
                <a:rPr lang="en-US" sz="1200" dirty="0">
                  <a:solidFill>
                    <a:schemeClr val="bg1"/>
                  </a:solidFill>
                </a:rPr>
                <a:t>adipiscing elit. </a:t>
              </a:r>
              <a:r>
                <a:rPr lang="en-US" sz="1200">
                  <a:solidFill>
                    <a:schemeClr val="bg1"/>
                  </a:solidFill>
                </a:rPr>
                <a:t>Maecenas ma</a:t>
              </a:r>
              <a:endParaRPr lang="id-ID" sz="1200">
                <a:solidFill>
                  <a:schemeClr val="bg1"/>
                </a:solidFill>
              </a:endParaRPr>
            </a:p>
            <a:p>
              <a:pPr marL="0" indent="0" algn="ctr">
                <a:buNone/>
              </a:pPr>
              <a:r>
                <a:rPr lang="en-US" sz="1200">
                  <a:solidFill>
                    <a:schemeClr val="bg1"/>
                  </a:solidFill>
                </a:rPr>
                <a:t>gna sed pulvinar </a:t>
              </a:r>
              <a:r>
                <a:rPr lang="en-US" sz="1200" dirty="0">
                  <a:solidFill>
                    <a:schemeClr val="bg1"/>
                  </a:solidFill>
                </a:rPr>
                <a:t>porttitor </a:t>
              </a:r>
              <a:r>
                <a:rPr lang="en-US" sz="1200" err="1">
                  <a:solidFill>
                    <a:schemeClr val="bg1"/>
                  </a:solidFill>
                </a:rPr>
                <a:t>congue</a:t>
              </a:r>
              <a:r>
                <a:rPr lang="en-US" sz="1200">
                  <a:solidFill>
                    <a:schemeClr val="bg1"/>
                  </a:solidFill>
                </a:rPr>
                <a:t> na. Lorem ipsum dolor sit amet, consec</a:t>
              </a:r>
              <a:endParaRPr lang="id-ID" sz="1200">
                <a:solidFill>
                  <a:schemeClr val="bg1"/>
                </a:solidFill>
              </a:endParaRPr>
            </a:p>
            <a:p>
              <a:pPr marL="0" indent="0" algn="ctr">
                <a:buNone/>
              </a:pPr>
              <a:r>
                <a:rPr lang="en-US" sz="1200">
                  <a:solidFill>
                    <a:schemeClr val="bg1"/>
                  </a:solidFill>
                </a:rPr>
                <a:t>tetuer</a:t>
              </a:r>
              <a:r>
                <a:rPr lang="id-ID" sz="1200">
                  <a:solidFill>
                    <a:schemeClr val="bg1"/>
                  </a:solidFill>
                </a:rPr>
                <a:t> </a:t>
              </a:r>
              <a:r>
                <a:rPr lang="en-US" sz="1200">
                  <a:solidFill>
                    <a:schemeClr val="bg1"/>
                  </a:solidFill>
                </a:rPr>
                <a:t>porttitor congu</a:t>
              </a:r>
              <a:endParaRPr lang="id-ID" sz="1200">
                <a:solidFill>
                  <a:schemeClr val="bg1"/>
                </a:solidFill>
              </a:endParaRPr>
            </a:p>
          </p:txBody>
        </p:sp>
        <p:sp>
          <p:nvSpPr>
            <p:cNvPr id="15" name="Title 1">
              <a:extLst>
                <a:ext uri="{FF2B5EF4-FFF2-40B4-BE49-F238E27FC236}">
                  <a16:creationId xmlns:a16="http://schemas.microsoft.com/office/drawing/2014/main" id="{25A5411E-A74B-4DE0-8EB1-54AF70BB1CA7}"/>
                </a:ext>
              </a:extLst>
            </p:cNvPr>
            <p:cNvSpPr txBox="1">
              <a:spLocks/>
            </p:cNvSpPr>
            <p:nvPr/>
          </p:nvSpPr>
          <p:spPr>
            <a:xfrm>
              <a:off x="1171312" y="4881257"/>
              <a:ext cx="2294226" cy="92333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id-ID"/>
              </a:defPPr>
              <a:lvl1pPr>
                <a:lnSpc>
                  <a:spcPct val="90000"/>
                </a:lnSpc>
                <a:defRPr sz="5400">
                  <a:solidFill>
                    <a:schemeClr val="bg1"/>
                  </a:solidFill>
                  <a:latin typeface="+mj-lt"/>
                </a:defRPr>
              </a:lvl1pPr>
            </a:lstStyle>
            <a:p>
              <a:pPr algn="ctr"/>
              <a:r>
                <a:rPr lang="id-ID" sz="6000">
                  <a:solidFill>
                    <a:schemeClr val="accent3"/>
                  </a:solidFill>
                  <a:latin typeface="+mn-lt"/>
                </a:rPr>
                <a:t>54,2</a:t>
              </a:r>
              <a:r>
                <a:rPr lang="id-ID" sz="3600">
                  <a:solidFill>
                    <a:schemeClr val="accent3"/>
                  </a:solidFill>
                  <a:latin typeface="+mn-lt"/>
                </a:rPr>
                <a:t>%</a:t>
              </a:r>
              <a:endParaRPr lang="en-US" sz="6000" dirty="0">
                <a:solidFill>
                  <a:schemeClr val="accent3"/>
                </a:solidFill>
                <a:latin typeface="+mn-lt"/>
              </a:endParaRP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D189231F-D090-4777-906D-11E5B894B3E8}"/>
              </a:ext>
            </a:extLst>
          </p:cNvPr>
          <p:cNvGrpSpPr/>
          <p:nvPr/>
        </p:nvGrpSpPr>
        <p:grpSpPr>
          <a:xfrm>
            <a:off x="4612046" y="2782682"/>
            <a:ext cx="2967908" cy="2953600"/>
            <a:chOff x="834472" y="2850987"/>
            <a:chExt cx="2967908" cy="2953600"/>
          </a:xfrm>
        </p:grpSpPr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B1CD1275-3945-4CCF-9A8D-491E9C39051E}"/>
                </a:ext>
              </a:extLst>
            </p:cNvPr>
            <p:cNvSpPr txBox="1"/>
            <p:nvPr/>
          </p:nvSpPr>
          <p:spPr>
            <a:xfrm>
              <a:off x="1015993" y="2850987"/>
              <a:ext cx="2604865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id-ID" sz="2400">
                  <a:latin typeface="+mj-lt"/>
                </a:rPr>
                <a:t>Health Initiatives</a:t>
              </a:r>
            </a:p>
          </p:txBody>
        </p:sp>
        <p:sp>
          <p:nvSpPr>
            <p:cNvPr id="23" name="Subtitle 4">
              <a:extLst>
                <a:ext uri="{FF2B5EF4-FFF2-40B4-BE49-F238E27FC236}">
                  <a16:creationId xmlns:a16="http://schemas.microsoft.com/office/drawing/2014/main" id="{3C5B72E4-CE76-428E-95A7-6DDE48375CFC}"/>
                </a:ext>
              </a:extLst>
            </p:cNvPr>
            <p:cNvSpPr txBox="1">
              <a:spLocks/>
            </p:cNvSpPr>
            <p:nvPr/>
          </p:nvSpPr>
          <p:spPr>
            <a:xfrm>
              <a:off x="834472" y="3448338"/>
              <a:ext cx="2967908" cy="126945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id-ID"/>
              </a:defPPr>
              <a:lvl1pPr marL="171450" indent="-171450">
                <a:lnSpc>
                  <a:spcPct val="130000"/>
                </a:lnSpc>
                <a:buFont typeface="Arial" panose="020B0604020202020204" pitchFamily="34" charset="0"/>
                <a:buChar char="•"/>
                <a:defRPr sz="1100" b="0" i="0" u="none" strike="noStrike" cap="none">
                  <a:ea typeface="Arial"/>
                  <a:cs typeface="Arial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Plus Jakarta Sans" pitchFamily="2" charset="77"/>
                  <a:ea typeface="+mn-ea"/>
                  <a:cs typeface="Plus Jakarta Sans" pitchFamily="2" charset="77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Plus Jakarta Sans" pitchFamily="2" charset="77"/>
                  <a:ea typeface="+mn-ea"/>
                  <a:cs typeface="Plus Jakarta Sans" pitchFamily="2" charset="77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Plus Jakarta Sans" pitchFamily="2" charset="77"/>
                  <a:ea typeface="+mn-ea"/>
                  <a:cs typeface="Plus Jakarta Sans" pitchFamily="2" charset="77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Plus Jakarta Sans" pitchFamily="2" charset="77"/>
                  <a:ea typeface="+mn-ea"/>
                  <a:cs typeface="Plus Jakarta Sans" pitchFamily="2" charset="77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sz="1200" dirty="0"/>
                <a:t>Lorem ipsum dolor sit amet</a:t>
              </a:r>
              <a:r>
                <a:rPr lang="en-US" sz="1200"/>
                <a:t>, consec</a:t>
              </a:r>
              <a:endParaRPr lang="id-ID" sz="1200"/>
            </a:p>
            <a:p>
              <a:pPr marL="0" indent="0" algn="ctr">
                <a:buNone/>
              </a:pPr>
              <a:r>
                <a:rPr lang="en-US" sz="1200"/>
                <a:t>tetuer </a:t>
              </a:r>
              <a:r>
                <a:rPr lang="en-US" sz="1200" dirty="0"/>
                <a:t>adipiscing elit. </a:t>
              </a:r>
              <a:r>
                <a:rPr lang="en-US" sz="1200"/>
                <a:t>Maecenas ma</a:t>
              </a:r>
              <a:endParaRPr lang="id-ID" sz="1200"/>
            </a:p>
            <a:p>
              <a:pPr marL="0" indent="0" algn="ctr">
                <a:buNone/>
              </a:pPr>
              <a:r>
                <a:rPr lang="en-US" sz="1200"/>
                <a:t>gna sed pulvinar </a:t>
              </a:r>
              <a:r>
                <a:rPr lang="en-US" sz="1200" dirty="0"/>
                <a:t>porttitor </a:t>
              </a:r>
              <a:r>
                <a:rPr lang="en-US" sz="1200" err="1"/>
                <a:t>congue</a:t>
              </a:r>
              <a:r>
                <a:rPr lang="en-US" sz="1200"/>
                <a:t> na. Lorem ipsum dolor sit amet, consec</a:t>
              </a:r>
              <a:endParaRPr lang="id-ID" sz="1200"/>
            </a:p>
            <a:p>
              <a:pPr marL="0" indent="0" algn="ctr">
                <a:buNone/>
              </a:pPr>
              <a:r>
                <a:rPr lang="en-US" sz="1200"/>
                <a:t>tetuer</a:t>
              </a:r>
              <a:r>
                <a:rPr lang="id-ID" sz="1200"/>
                <a:t> </a:t>
              </a:r>
              <a:r>
                <a:rPr lang="en-US" sz="1200"/>
                <a:t>porttitor congu</a:t>
              </a:r>
              <a:endParaRPr lang="id-ID" sz="1200"/>
            </a:p>
          </p:txBody>
        </p:sp>
        <p:sp>
          <p:nvSpPr>
            <p:cNvPr id="24" name="Title 1">
              <a:extLst>
                <a:ext uri="{FF2B5EF4-FFF2-40B4-BE49-F238E27FC236}">
                  <a16:creationId xmlns:a16="http://schemas.microsoft.com/office/drawing/2014/main" id="{2C5E352B-6226-49F0-8C28-1DCE22EC3C29}"/>
                </a:ext>
              </a:extLst>
            </p:cNvPr>
            <p:cNvSpPr txBox="1">
              <a:spLocks/>
            </p:cNvSpPr>
            <p:nvPr/>
          </p:nvSpPr>
          <p:spPr>
            <a:xfrm>
              <a:off x="1171312" y="4881257"/>
              <a:ext cx="2294226" cy="92333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id-ID"/>
              </a:defPPr>
              <a:lvl1pPr>
                <a:lnSpc>
                  <a:spcPct val="90000"/>
                </a:lnSpc>
                <a:defRPr sz="5400">
                  <a:solidFill>
                    <a:schemeClr val="bg1"/>
                  </a:solidFill>
                  <a:latin typeface="+mj-lt"/>
                </a:defRPr>
              </a:lvl1pPr>
            </a:lstStyle>
            <a:p>
              <a:pPr algn="ctr"/>
              <a:r>
                <a:rPr lang="id-ID" sz="6000">
                  <a:solidFill>
                    <a:schemeClr val="tx1"/>
                  </a:solidFill>
                  <a:latin typeface="+mn-lt"/>
                </a:rPr>
                <a:t>54,2</a:t>
              </a:r>
              <a:r>
                <a:rPr lang="id-ID" sz="3600">
                  <a:solidFill>
                    <a:schemeClr val="tx1"/>
                  </a:solidFill>
                  <a:latin typeface="+mn-lt"/>
                </a:rPr>
                <a:t>%</a:t>
              </a:r>
              <a:endParaRPr lang="en-US" sz="6000" dirty="0">
                <a:solidFill>
                  <a:schemeClr val="tx1"/>
                </a:solidFill>
                <a:latin typeface="+mn-lt"/>
              </a:endParaRP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50B6A8E7-AFAD-44A3-A92A-3171172ABCCB}"/>
              </a:ext>
            </a:extLst>
          </p:cNvPr>
          <p:cNvGrpSpPr/>
          <p:nvPr/>
        </p:nvGrpSpPr>
        <p:grpSpPr>
          <a:xfrm>
            <a:off x="8389620" y="2782682"/>
            <a:ext cx="2967908" cy="2953600"/>
            <a:chOff x="834472" y="2850987"/>
            <a:chExt cx="2967908" cy="2953600"/>
          </a:xfrm>
        </p:grpSpPr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EFE3DBD4-C79F-49F9-ADB7-55723E8AB9C3}"/>
                </a:ext>
              </a:extLst>
            </p:cNvPr>
            <p:cNvSpPr txBox="1"/>
            <p:nvPr/>
          </p:nvSpPr>
          <p:spPr>
            <a:xfrm>
              <a:off x="1015993" y="2850987"/>
              <a:ext cx="2604865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id-ID" sz="2400">
                  <a:solidFill>
                    <a:schemeClr val="accent3"/>
                  </a:solidFill>
                  <a:latin typeface="+mj-lt"/>
                </a:rPr>
                <a:t>Empowerment</a:t>
              </a:r>
            </a:p>
          </p:txBody>
        </p:sp>
        <p:sp>
          <p:nvSpPr>
            <p:cNvPr id="31" name="Subtitle 4">
              <a:extLst>
                <a:ext uri="{FF2B5EF4-FFF2-40B4-BE49-F238E27FC236}">
                  <a16:creationId xmlns:a16="http://schemas.microsoft.com/office/drawing/2014/main" id="{967ECA34-EDAC-41AD-8E4F-4EFCB15675F8}"/>
                </a:ext>
              </a:extLst>
            </p:cNvPr>
            <p:cNvSpPr txBox="1">
              <a:spLocks/>
            </p:cNvSpPr>
            <p:nvPr/>
          </p:nvSpPr>
          <p:spPr>
            <a:xfrm>
              <a:off x="834472" y="3448338"/>
              <a:ext cx="2967908" cy="126945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id-ID"/>
              </a:defPPr>
              <a:lvl1pPr marL="171450" indent="-171450">
                <a:lnSpc>
                  <a:spcPct val="130000"/>
                </a:lnSpc>
                <a:buFont typeface="Arial" panose="020B0604020202020204" pitchFamily="34" charset="0"/>
                <a:buChar char="•"/>
                <a:defRPr sz="1100" b="0" i="0" u="none" strike="noStrike" cap="none">
                  <a:ea typeface="Arial"/>
                  <a:cs typeface="Arial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Plus Jakarta Sans" pitchFamily="2" charset="77"/>
                  <a:ea typeface="+mn-ea"/>
                  <a:cs typeface="Plus Jakarta Sans" pitchFamily="2" charset="77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Plus Jakarta Sans" pitchFamily="2" charset="77"/>
                  <a:ea typeface="+mn-ea"/>
                  <a:cs typeface="Plus Jakarta Sans" pitchFamily="2" charset="77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Plus Jakarta Sans" pitchFamily="2" charset="77"/>
                  <a:ea typeface="+mn-ea"/>
                  <a:cs typeface="Plus Jakarta Sans" pitchFamily="2" charset="77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Plus Jakarta Sans" pitchFamily="2" charset="77"/>
                  <a:ea typeface="+mn-ea"/>
                  <a:cs typeface="Plus Jakarta Sans" pitchFamily="2" charset="77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sz="1200" dirty="0">
                  <a:solidFill>
                    <a:schemeClr val="bg1"/>
                  </a:solidFill>
                </a:rPr>
                <a:t>Lorem ipsum dolor sit amet</a:t>
              </a:r>
              <a:r>
                <a:rPr lang="en-US" sz="1200">
                  <a:solidFill>
                    <a:schemeClr val="bg1"/>
                  </a:solidFill>
                </a:rPr>
                <a:t>, consec</a:t>
              </a:r>
              <a:endParaRPr lang="id-ID" sz="1200">
                <a:solidFill>
                  <a:schemeClr val="bg1"/>
                </a:solidFill>
              </a:endParaRPr>
            </a:p>
            <a:p>
              <a:pPr marL="0" indent="0" algn="ctr">
                <a:buNone/>
              </a:pPr>
              <a:r>
                <a:rPr lang="en-US" sz="1200">
                  <a:solidFill>
                    <a:schemeClr val="bg1"/>
                  </a:solidFill>
                </a:rPr>
                <a:t>tetuer </a:t>
              </a:r>
              <a:r>
                <a:rPr lang="en-US" sz="1200" dirty="0">
                  <a:solidFill>
                    <a:schemeClr val="bg1"/>
                  </a:solidFill>
                </a:rPr>
                <a:t>adipiscing elit. </a:t>
              </a:r>
              <a:r>
                <a:rPr lang="en-US" sz="1200">
                  <a:solidFill>
                    <a:schemeClr val="bg1"/>
                  </a:solidFill>
                </a:rPr>
                <a:t>Maecenas ma</a:t>
              </a:r>
              <a:endParaRPr lang="id-ID" sz="1200">
                <a:solidFill>
                  <a:schemeClr val="bg1"/>
                </a:solidFill>
              </a:endParaRPr>
            </a:p>
            <a:p>
              <a:pPr marL="0" indent="0" algn="ctr">
                <a:buNone/>
              </a:pPr>
              <a:r>
                <a:rPr lang="en-US" sz="1200">
                  <a:solidFill>
                    <a:schemeClr val="bg1"/>
                  </a:solidFill>
                </a:rPr>
                <a:t>gna sed pulvinar </a:t>
              </a:r>
              <a:r>
                <a:rPr lang="en-US" sz="1200" dirty="0">
                  <a:solidFill>
                    <a:schemeClr val="bg1"/>
                  </a:solidFill>
                </a:rPr>
                <a:t>porttitor </a:t>
              </a:r>
              <a:r>
                <a:rPr lang="en-US" sz="1200" err="1">
                  <a:solidFill>
                    <a:schemeClr val="bg1"/>
                  </a:solidFill>
                </a:rPr>
                <a:t>congue</a:t>
              </a:r>
              <a:r>
                <a:rPr lang="en-US" sz="1200">
                  <a:solidFill>
                    <a:schemeClr val="bg1"/>
                  </a:solidFill>
                </a:rPr>
                <a:t> na. Lorem ipsum dolor sit amet, consec</a:t>
              </a:r>
              <a:endParaRPr lang="id-ID" sz="1200">
                <a:solidFill>
                  <a:schemeClr val="bg1"/>
                </a:solidFill>
              </a:endParaRPr>
            </a:p>
            <a:p>
              <a:pPr marL="0" indent="0" algn="ctr">
                <a:buNone/>
              </a:pPr>
              <a:r>
                <a:rPr lang="en-US" sz="1200">
                  <a:solidFill>
                    <a:schemeClr val="bg1"/>
                  </a:solidFill>
                </a:rPr>
                <a:t>tetuer</a:t>
              </a:r>
              <a:r>
                <a:rPr lang="id-ID" sz="1200">
                  <a:solidFill>
                    <a:schemeClr val="bg1"/>
                  </a:solidFill>
                </a:rPr>
                <a:t> </a:t>
              </a:r>
              <a:r>
                <a:rPr lang="en-US" sz="1200">
                  <a:solidFill>
                    <a:schemeClr val="bg1"/>
                  </a:solidFill>
                </a:rPr>
                <a:t>porttitor congu</a:t>
              </a:r>
              <a:endParaRPr lang="id-ID" sz="1200">
                <a:solidFill>
                  <a:schemeClr val="bg1"/>
                </a:solidFill>
              </a:endParaRPr>
            </a:p>
          </p:txBody>
        </p:sp>
        <p:sp>
          <p:nvSpPr>
            <p:cNvPr id="32" name="Title 1">
              <a:extLst>
                <a:ext uri="{FF2B5EF4-FFF2-40B4-BE49-F238E27FC236}">
                  <a16:creationId xmlns:a16="http://schemas.microsoft.com/office/drawing/2014/main" id="{B2C538AC-5FDB-4F7A-BA6A-381A11C51CD2}"/>
                </a:ext>
              </a:extLst>
            </p:cNvPr>
            <p:cNvSpPr txBox="1">
              <a:spLocks/>
            </p:cNvSpPr>
            <p:nvPr/>
          </p:nvSpPr>
          <p:spPr>
            <a:xfrm>
              <a:off x="1171312" y="4881257"/>
              <a:ext cx="2294226" cy="92333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id-ID"/>
              </a:defPPr>
              <a:lvl1pPr>
                <a:lnSpc>
                  <a:spcPct val="90000"/>
                </a:lnSpc>
                <a:defRPr sz="5400">
                  <a:solidFill>
                    <a:schemeClr val="bg1"/>
                  </a:solidFill>
                  <a:latin typeface="+mj-lt"/>
                </a:defRPr>
              </a:lvl1pPr>
            </a:lstStyle>
            <a:p>
              <a:pPr algn="ctr"/>
              <a:r>
                <a:rPr lang="id-ID" sz="6000">
                  <a:solidFill>
                    <a:schemeClr val="accent3"/>
                  </a:solidFill>
                  <a:latin typeface="+mn-lt"/>
                </a:rPr>
                <a:t>54,2</a:t>
              </a:r>
              <a:r>
                <a:rPr lang="id-ID" sz="3600">
                  <a:solidFill>
                    <a:schemeClr val="accent3"/>
                  </a:solidFill>
                  <a:latin typeface="+mn-lt"/>
                </a:rPr>
                <a:t>%</a:t>
              </a:r>
              <a:endParaRPr lang="en-US" sz="6000" dirty="0">
                <a:solidFill>
                  <a:schemeClr val="accent3"/>
                </a:solidFill>
                <a:latin typeface="+mn-lt"/>
              </a:endParaRPr>
            </a:p>
          </p:txBody>
        </p:sp>
      </p:grpSp>
      <p:sp>
        <p:nvSpPr>
          <p:cNvPr id="33" name="TextBox 32">
            <a:extLst>
              <a:ext uri="{FF2B5EF4-FFF2-40B4-BE49-F238E27FC236}">
                <a16:creationId xmlns:a16="http://schemas.microsoft.com/office/drawing/2014/main" id="{22CA1705-4DF4-4852-A11B-7346FDE56F4F}"/>
              </a:ext>
            </a:extLst>
          </p:cNvPr>
          <p:cNvSpPr txBox="1"/>
          <p:nvPr/>
        </p:nvSpPr>
        <p:spPr>
          <a:xfrm>
            <a:off x="9665420" y="1333621"/>
            <a:ext cx="8980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d-ID" sz="2000"/>
              <a:t>2025</a:t>
            </a:r>
          </a:p>
        </p:txBody>
      </p:sp>
    </p:spTree>
    <p:extLst>
      <p:ext uri="{BB962C8B-B14F-4D97-AF65-F5344CB8AC3E}">
        <p14:creationId xmlns:p14="http://schemas.microsoft.com/office/powerpoint/2010/main" val="14926326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4A6F902-1121-474A-BB39-95350FE3DB69}"/>
              </a:ext>
            </a:extLst>
          </p:cNvPr>
          <p:cNvSpPr txBox="1"/>
          <p:nvPr/>
        </p:nvSpPr>
        <p:spPr>
          <a:xfrm>
            <a:off x="3857264" y="1129061"/>
            <a:ext cx="4650128" cy="186512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id-ID"/>
            </a:defPPr>
            <a:lvl1pPr>
              <a:lnSpc>
                <a:spcPct val="80000"/>
              </a:lnSpc>
              <a:defRPr sz="7200">
                <a:latin typeface="+mj-lt"/>
              </a:defRPr>
            </a:lvl1pPr>
          </a:lstStyle>
          <a:p>
            <a:r>
              <a:rPr lang="id-ID"/>
              <a:t>Education </a:t>
            </a:r>
            <a:r>
              <a:rPr lang="id-ID" i="1">
                <a:solidFill>
                  <a:schemeClr val="accent1"/>
                </a:solidFill>
              </a:rPr>
              <a:t>Program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EC6C57AF-585A-457C-A7AF-53DF8F365A53}"/>
              </a:ext>
            </a:extLst>
          </p:cNvPr>
          <p:cNvSpPr/>
          <p:nvPr/>
        </p:nvSpPr>
        <p:spPr>
          <a:xfrm>
            <a:off x="10607180" y="833377"/>
            <a:ext cx="975219" cy="949152"/>
          </a:xfrm>
          <a:prstGeom prst="roundRect">
            <a:avLst>
              <a:gd name="adj" fmla="val 40747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6" name="Star: 4 Points 5">
            <a:extLst>
              <a:ext uri="{FF2B5EF4-FFF2-40B4-BE49-F238E27FC236}">
                <a16:creationId xmlns:a16="http://schemas.microsoft.com/office/drawing/2014/main" id="{ADBCAC61-ED0E-4D11-BEFC-CFDF45E07B01}"/>
              </a:ext>
            </a:extLst>
          </p:cNvPr>
          <p:cNvSpPr/>
          <p:nvPr/>
        </p:nvSpPr>
        <p:spPr>
          <a:xfrm>
            <a:off x="10817997" y="1031161"/>
            <a:ext cx="553584" cy="553584"/>
          </a:xfrm>
          <a:prstGeom prst="star4">
            <a:avLst>
              <a:gd name="adj" fmla="val 20682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7" name="Subtitle 4">
            <a:extLst>
              <a:ext uri="{FF2B5EF4-FFF2-40B4-BE49-F238E27FC236}">
                <a16:creationId xmlns:a16="http://schemas.microsoft.com/office/drawing/2014/main" id="{3DE94939-0939-4D6C-A0D4-707216B59F92}"/>
              </a:ext>
            </a:extLst>
          </p:cNvPr>
          <p:cNvSpPr txBox="1">
            <a:spLocks/>
          </p:cNvSpPr>
          <p:nvPr/>
        </p:nvSpPr>
        <p:spPr>
          <a:xfrm>
            <a:off x="6488337" y="5225128"/>
            <a:ext cx="5194906" cy="78931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id-ID"/>
            </a:defPPr>
            <a:lvl1pPr marL="171450" indent="-171450">
              <a:lnSpc>
                <a:spcPct val="130000"/>
              </a:lnSpc>
              <a:buFont typeface="Arial" panose="020B0604020202020204" pitchFamily="34" charset="0"/>
              <a:buChar char="•"/>
              <a:defRPr sz="1100" b="0" i="0" u="none" strike="noStrike" cap="none">
                <a:ea typeface="Arial"/>
                <a:cs typeface="Arial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lus Jakarta Sans" pitchFamily="2" charset="77"/>
                <a:ea typeface="+mn-ea"/>
                <a:cs typeface="Plus Jakarta Sans" pitchFamily="2" charset="77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lus Jakarta Sans" pitchFamily="2" charset="77"/>
                <a:ea typeface="+mn-ea"/>
                <a:cs typeface="Plus Jakarta Sans" pitchFamily="2" charset="77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lus Jakarta Sans" pitchFamily="2" charset="77"/>
                <a:ea typeface="+mn-ea"/>
                <a:cs typeface="Plus Jakarta Sans" pitchFamily="2" charset="77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lus Jakarta Sans" pitchFamily="2" charset="77"/>
                <a:ea typeface="+mn-ea"/>
                <a:cs typeface="Plus Jakarta Sans" pitchFamily="2" charset="77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dirty="0"/>
              <a:t>Lorem ipsum dolor sit amet, consectetuer adipiscing elit. Maecenas magna </a:t>
            </a:r>
            <a:r>
              <a:rPr lang="en-US" sz="1200"/>
              <a:t>sed pulvinar </a:t>
            </a:r>
            <a:r>
              <a:rPr lang="en-US" sz="1200" dirty="0"/>
              <a:t>porttitor </a:t>
            </a:r>
            <a:r>
              <a:rPr lang="en-US" sz="1200" dirty="0" err="1"/>
              <a:t>congue</a:t>
            </a:r>
            <a:r>
              <a:rPr lang="en-US" sz="1200" dirty="0"/>
              <a:t> </a:t>
            </a:r>
            <a:r>
              <a:rPr lang="en-US" sz="1200" dirty="0" err="1"/>
              <a:t>massaquis</a:t>
            </a:r>
            <a:r>
              <a:rPr lang="en-US" sz="1200" dirty="0"/>
              <a:t> </a:t>
            </a:r>
            <a:r>
              <a:rPr lang="en-US" sz="1200" err="1"/>
              <a:t>urna</a:t>
            </a:r>
            <a:r>
              <a:rPr lang="en-US" sz="1200"/>
              <a:t>. Lorem ipsum dolor sit amet, consectetuer</a:t>
            </a:r>
            <a:endParaRPr lang="en-US" sz="12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EBE5E72-89FF-45D6-93CE-7AE3FF0CB111}"/>
              </a:ext>
            </a:extLst>
          </p:cNvPr>
          <p:cNvSpPr txBox="1"/>
          <p:nvPr/>
        </p:nvSpPr>
        <p:spPr>
          <a:xfrm>
            <a:off x="6488337" y="4239353"/>
            <a:ext cx="488324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>
                <a:latin typeface="+mj-lt"/>
              </a:rPr>
              <a:t>Through Our Education Program, We’ve Built Schools, Trained</a:t>
            </a:r>
            <a:endParaRPr lang="id-ID" sz="2400">
              <a:latin typeface="+mj-lt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C273FE1D-B314-43FB-AD1D-B8959F59E631}"/>
              </a:ext>
            </a:extLst>
          </p:cNvPr>
          <p:cNvSpPr/>
          <p:nvPr/>
        </p:nvSpPr>
        <p:spPr>
          <a:xfrm>
            <a:off x="3857263" y="4292607"/>
            <a:ext cx="2115519" cy="1865125"/>
          </a:xfrm>
          <a:prstGeom prst="roundRect">
            <a:avLst>
              <a:gd name="adj" fmla="val 34155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274CB80-DC83-4EB4-935E-8D96A2757F15}"/>
              </a:ext>
            </a:extLst>
          </p:cNvPr>
          <p:cNvSpPr txBox="1"/>
          <p:nvPr/>
        </p:nvSpPr>
        <p:spPr>
          <a:xfrm>
            <a:off x="7609326" y="2433926"/>
            <a:ext cx="8980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sz="2000"/>
              <a:t>2025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405D03AB-7A00-40EE-B444-0ED3A0B5298B}"/>
              </a:ext>
            </a:extLst>
          </p:cNvPr>
          <p:cNvSpPr txBox="1">
            <a:spLocks/>
          </p:cNvSpPr>
          <p:nvPr/>
        </p:nvSpPr>
        <p:spPr>
          <a:xfrm>
            <a:off x="4042718" y="4592013"/>
            <a:ext cx="1744608" cy="84023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id-ID"/>
            </a:defPPr>
            <a:lvl1pPr>
              <a:lnSpc>
                <a:spcPct val="90000"/>
              </a:lnSpc>
              <a:defRPr sz="5400">
                <a:solidFill>
                  <a:schemeClr val="bg1"/>
                </a:solidFill>
                <a:latin typeface="+mj-lt"/>
              </a:defRPr>
            </a:lvl1pPr>
          </a:lstStyle>
          <a:p>
            <a:pPr algn="ctr"/>
            <a:r>
              <a:rPr lang="id-ID">
                <a:solidFill>
                  <a:schemeClr val="accent3"/>
                </a:solidFill>
                <a:latin typeface="+mn-lt"/>
              </a:rPr>
              <a:t>54</a:t>
            </a:r>
            <a:r>
              <a:rPr lang="id-ID" sz="3200">
                <a:solidFill>
                  <a:schemeClr val="accent3"/>
                </a:solidFill>
                <a:latin typeface="+mn-lt"/>
              </a:rPr>
              <a:t>%</a:t>
            </a:r>
            <a:endParaRPr lang="en-US" dirty="0">
              <a:solidFill>
                <a:schemeClr val="accent3"/>
              </a:solidFill>
              <a:latin typeface="+mn-lt"/>
            </a:endParaRPr>
          </a:p>
        </p:txBody>
      </p:sp>
      <p:sp>
        <p:nvSpPr>
          <p:cNvPr id="12" name="Subtitle 4">
            <a:extLst>
              <a:ext uri="{FF2B5EF4-FFF2-40B4-BE49-F238E27FC236}">
                <a16:creationId xmlns:a16="http://schemas.microsoft.com/office/drawing/2014/main" id="{DD66E52E-5B45-4C5E-B8D0-76DA4A3CF630}"/>
              </a:ext>
            </a:extLst>
          </p:cNvPr>
          <p:cNvSpPr txBox="1">
            <a:spLocks/>
          </p:cNvSpPr>
          <p:nvPr/>
        </p:nvSpPr>
        <p:spPr>
          <a:xfrm>
            <a:off x="4273457" y="5291607"/>
            <a:ext cx="1279999" cy="549253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id-ID"/>
            </a:defPPr>
            <a:lvl1pPr marL="171450" indent="-171450">
              <a:lnSpc>
                <a:spcPct val="130000"/>
              </a:lnSpc>
              <a:buFont typeface="Arial" panose="020B0604020202020204" pitchFamily="34" charset="0"/>
              <a:buChar char="•"/>
              <a:defRPr sz="1100" b="0" i="0" u="none" strike="noStrike" cap="none">
                <a:ea typeface="Arial"/>
                <a:cs typeface="Arial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lus Jakarta Sans" pitchFamily="2" charset="77"/>
                <a:ea typeface="+mn-ea"/>
                <a:cs typeface="Plus Jakarta Sans" pitchFamily="2" charset="77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lus Jakarta Sans" pitchFamily="2" charset="77"/>
                <a:ea typeface="+mn-ea"/>
                <a:cs typeface="Plus Jakarta Sans" pitchFamily="2" charset="77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lus Jakarta Sans" pitchFamily="2" charset="77"/>
                <a:ea typeface="+mn-ea"/>
                <a:cs typeface="Plus Jakarta Sans" pitchFamily="2" charset="77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lus Jakarta Sans" pitchFamily="2" charset="77"/>
                <a:ea typeface="+mn-ea"/>
                <a:cs typeface="Plus Jakarta Sans" pitchFamily="2" charset="77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</a:rPr>
              <a:t>Lorem ipsum </a:t>
            </a:r>
            <a:r>
              <a:rPr lang="en-US" sz="1200">
                <a:solidFill>
                  <a:schemeClr val="bg1"/>
                </a:solidFill>
              </a:rPr>
              <a:t>dolor sit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4F3B1184-D2AB-42DB-BB9E-1FAA2492231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</p:sp>
    </p:spTree>
    <p:extLst>
      <p:ext uri="{BB962C8B-B14F-4D97-AF65-F5344CB8AC3E}">
        <p14:creationId xmlns:p14="http://schemas.microsoft.com/office/powerpoint/2010/main" val="9961896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6A6D984-FAF7-4C0A-8197-61EFF503074A}"/>
              </a:ext>
            </a:extLst>
          </p:cNvPr>
          <p:cNvSpPr txBox="1"/>
          <p:nvPr/>
        </p:nvSpPr>
        <p:spPr>
          <a:xfrm>
            <a:off x="6299523" y="1000289"/>
            <a:ext cx="5471931" cy="186512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id-ID"/>
            </a:defPPr>
            <a:lvl1pPr>
              <a:lnSpc>
                <a:spcPct val="80000"/>
              </a:lnSpc>
              <a:defRPr sz="7200">
                <a:latin typeface="+mj-lt"/>
              </a:defRPr>
            </a:lvl1pPr>
          </a:lstStyle>
          <a:p>
            <a:r>
              <a:rPr lang="id-ID"/>
              <a:t>Healing </a:t>
            </a:r>
            <a:r>
              <a:rPr lang="id-ID" i="1">
                <a:solidFill>
                  <a:schemeClr val="accent1"/>
                </a:solidFill>
              </a:rPr>
              <a:t>Communities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7CC83AC2-922D-4BD8-B2FF-C314A7E117E2}"/>
              </a:ext>
            </a:extLst>
          </p:cNvPr>
          <p:cNvSpPr/>
          <p:nvPr/>
        </p:nvSpPr>
        <p:spPr>
          <a:xfrm>
            <a:off x="609601" y="2326510"/>
            <a:ext cx="3417650" cy="3865945"/>
          </a:xfrm>
          <a:prstGeom prst="roundRect">
            <a:avLst>
              <a:gd name="adj" fmla="val 2193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6" name="Subtitle 4">
            <a:extLst>
              <a:ext uri="{FF2B5EF4-FFF2-40B4-BE49-F238E27FC236}">
                <a16:creationId xmlns:a16="http://schemas.microsoft.com/office/drawing/2014/main" id="{93EE9C98-D892-443B-9786-CDC8DFD5701F}"/>
              </a:ext>
            </a:extLst>
          </p:cNvPr>
          <p:cNvSpPr txBox="1">
            <a:spLocks/>
          </p:cNvSpPr>
          <p:nvPr/>
        </p:nvSpPr>
        <p:spPr>
          <a:xfrm>
            <a:off x="8064501" y="4526170"/>
            <a:ext cx="3417650" cy="102938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id-ID"/>
            </a:defPPr>
            <a:lvl1pPr marL="171450" indent="-171450">
              <a:lnSpc>
                <a:spcPct val="130000"/>
              </a:lnSpc>
              <a:buFont typeface="Arial" panose="020B0604020202020204" pitchFamily="34" charset="0"/>
              <a:buChar char="•"/>
              <a:defRPr sz="1100" b="0" i="0" u="none" strike="noStrike" cap="none">
                <a:ea typeface="Arial"/>
                <a:cs typeface="Arial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lus Jakarta Sans" pitchFamily="2" charset="77"/>
                <a:ea typeface="+mn-ea"/>
                <a:cs typeface="Plus Jakarta Sans" pitchFamily="2" charset="77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lus Jakarta Sans" pitchFamily="2" charset="77"/>
                <a:ea typeface="+mn-ea"/>
                <a:cs typeface="Plus Jakarta Sans" pitchFamily="2" charset="77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lus Jakarta Sans" pitchFamily="2" charset="77"/>
                <a:ea typeface="+mn-ea"/>
                <a:cs typeface="Plus Jakarta Sans" pitchFamily="2" charset="77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lus Jakarta Sans" pitchFamily="2" charset="77"/>
                <a:ea typeface="+mn-ea"/>
                <a:cs typeface="Plus Jakarta Sans" pitchFamily="2" charset="77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dirty="0"/>
              <a:t>Lorem ipsum dolor sit amet, consectetuer adipiscing elit. Maecenas magna </a:t>
            </a:r>
            <a:r>
              <a:rPr lang="en-US" sz="1200"/>
              <a:t>sed pulvi</a:t>
            </a:r>
            <a:endParaRPr lang="id-ID" sz="1200"/>
          </a:p>
          <a:p>
            <a:pPr marL="0" indent="0">
              <a:buNone/>
            </a:pPr>
            <a:r>
              <a:rPr lang="en-US" sz="1200"/>
              <a:t>nar </a:t>
            </a:r>
            <a:r>
              <a:rPr lang="en-US" sz="1200" dirty="0"/>
              <a:t>porttitor </a:t>
            </a:r>
            <a:r>
              <a:rPr lang="en-US" sz="1200" dirty="0" err="1"/>
              <a:t>congue</a:t>
            </a:r>
            <a:r>
              <a:rPr lang="en-US" sz="1200" dirty="0"/>
              <a:t> </a:t>
            </a:r>
            <a:r>
              <a:rPr lang="en-US" sz="1200" dirty="0" err="1"/>
              <a:t>massaquis</a:t>
            </a:r>
            <a:r>
              <a:rPr lang="en-US" sz="1200" dirty="0"/>
              <a:t> </a:t>
            </a:r>
            <a:r>
              <a:rPr lang="en-US" sz="1200" err="1"/>
              <a:t>urna</a:t>
            </a:r>
            <a:r>
              <a:rPr lang="en-US" sz="1200"/>
              <a:t>. Lorem ipsum dolor sit amet, consectetuer</a:t>
            </a:r>
            <a:endParaRPr lang="en-US" sz="1200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C56576CF-4968-4EDE-ACA2-C8713B69A9AE}"/>
              </a:ext>
            </a:extLst>
          </p:cNvPr>
          <p:cNvSpPr/>
          <p:nvPr/>
        </p:nvSpPr>
        <p:spPr>
          <a:xfrm>
            <a:off x="8148320" y="5759802"/>
            <a:ext cx="1457894" cy="432653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  <a:effectLst>
            <a:outerShdw blurRad="609600" dist="50800" dir="2700000" sx="95000" sy="95000" algn="tl" rotWithShape="0">
              <a:schemeClr val="accent2">
                <a:alpha val="21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d-ID" sz="1400">
                <a:solidFill>
                  <a:schemeClr val="bg1"/>
                </a:solidFill>
                <a:latin typeface="+mj-lt"/>
              </a:rPr>
              <a:t>Learn More</a:t>
            </a:r>
            <a:endParaRPr lang="id-ID" sz="14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37F26D8-894B-48F1-8FA5-D06F4185E0E7}"/>
              </a:ext>
            </a:extLst>
          </p:cNvPr>
          <p:cNvSpPr txBox="1"/>
          <p:nvPr/>
        </p:nvSpPr>
        <p:spPr>
          <a:xfrm>
            <a:off x="1018853" y="2865415"/>
            <a:ext cx="2756884" cy="75713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id-ID"/>
            </a:defPPr>
            <a:lvl1pPr>
              <a:lnSpc>
                <a:spcPct val="90000"/>
              </a:lnSpc>
              <a:defRPr sz="6000">
                <a:latin typeface="+mj-lt"/>
              </a:defRPr>
            </a:lvl1pPr>
          </a:lstStyle>
          <a:p>
            <a:r>
              <a:rPr lang="en-US" sz="2400" dirty="0">
                <a:solidFill>
                  <a:schemeClr val="accent3"/>
                </a:solidFill>
              </a:rPr>
              <a:t>Crafting Narrative Inspire</a:t>
            </a:r>
            <a:endParaRPr lang="id-ID" sz="2400" dirty="0">
              <a:solidFill>
                <a:schemeClr val="accent3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3D8693E-60BC-4038-96D4-128BAF43931A}"/>
              </a:ext>
            </a:extLst>
          </p:cNvPr>
          <p:cNvSpPr txBox="1"/>
          <p:nvPr/>
        </p:nvSpPr>
        <p:spPr>
          <a:xfrm>
            <a:off x="1018853" y="3799520"/>
            <a:ext cx="2191417" cy="75713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id-ID"/>
            </a:defPPr>
            <a:lvl1pPr>
              <a:lnSpc>
                <a:spcPct val="90000"/>
              </a:lnSpc>
              <a:defRPr sz="6000">
                <a:latin typeface="+mj-lt"/>
              </a:defRPr>
            </a:lvl1pPr>
          </a:lstStyle>
          <a:p>
            <a:r>
              <a:rPr lang="en-US" sz="4800" dirty="0">
                <a:solidFill>
                  <a:schemeClr val="accent3"/>
                </a:solidFill>
                <a:latin typeface="+mn-lt"/>
              </a:rPr>
              <a:t>$2.5M</a:t>
            </a:r>
            <a:endParaRPr lang="id-ID" sz="4800" dirty="0">
              <a:solidFill>
                <a:schemeClr val="accent3"/>
              </a:solidFill>
              <a:latin typeface="+mn-lt"/>
            </a:endParaRPr>
          </a:p>
        </p:txBody>
      </p:sp>
      <p:sp>
        <p:nvSpPr>
          <p:cNvPr id="11" name="Subtitle 4">
            <a:extLst>
              <a:ext uri="{FF2B5EF4-FFF2-40B4-BE49-F238E27FC236}">
                <a16:creationId xmlns:a16="http://schemas.microsoft.com/office/drawing/2014/main" id="{B4A8A1B9-FE8C-4071-B718-136886DE68A9}"/>
              </a:ext>
            </a:extLst>
          </p:cNvPr>
          <p:cNvSpPr txBox="1">
            <a:spLocks/>
          </p:cNvSpPr>
          <p:nvPr/>
        </p:nvSpPr>
        <p:spPr>
          <a:xfrm>
            <a:off x="1018853" y="4721627"/>
            <a:ext cx="2699707" cy="102938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id-ID"/>
            </a:defPPr>
            <a:lvl1pPr marL="171450" indent="-171450">
              <a:lnSpc>
                <a:spcPct val="130000"/>
              </a:lnSpc>
              <a:buFont typeface="Arial" panose="020B0604020202020204" pitchFamily="34" charset="0"/>
              <a:buChar char="•"/>
              <a:defRPr sz="1100" b="0" i="0" u="none" strike="noStrike" cap="none">
                <a:ea typeface="Arial"/>
                <a:cs typeface="Arial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lus Jakarta Sans" pitchFamily="2" charset="77"/>
                <a:ea typeface="+mn-ea"/>
                <a:cs typeface="Plus Jakarta Sans" pitchFamily="2" charset="77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lus Jakarta Sans" pitchFamily="2" charset="77"/>
                <a:ea typeface="+mn-ea"/>
                <a:cs typeface="Plus Jakarta Sans" pitchFamily="2" charset="77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lus Jakarta Sans" pitchFamily="2" charset="77"/>
                <a:ea typeface="+mn-ea"/>
                <a:cs typeface="Plus Jakarta Sans" pitchFamily="2" charset="77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lus Jakarta Sans" pitchFamily="2" charset="77"/>
                <a:ea typeface="+mn-ea"/>
                <a:cs typeface="Plus Jakarta Sans" pitchFamily="2" charset="77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</a:rPr>
              <a:t>Lorem ipsum dolor sit amet</a:t>
            </a:r>
            <a:r>
              <a:rPr lang="en-US" sz="1200">
                <a:solidFill>
                  <a:schemeClr val="bg1"/>
                </a:solidFill>
              </a:rPr>
              <a:t>, cons</a:t>
            </a:r>
            <a:endParaRPr lang="id-ID" sz="120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200">
                <a:solidFill>
                  <a:schemeClr val="bg1"/>
                </a:solidFill>
              </a:rPr>
              <a:t>ectetuer </a:t>
            </a:r>
            <a:r>
              <a:rPr lang="en-US" sz="1200" dirty="0">
                <a:solidFill>
                  <a:schemeClr val="bg1"/>
                </a:solidFill>
              </a:rPr>
              <a:t>adipiscing elit. </a:t>
            </a:r>
            <a:r>
              <a:rPr lang="en-US" sz="1200">
                <a:solidFill>
                  <a:schemeClr val="bg1"/>
                </a:solidFill>
              </a:rPr>
              <a:t>Maecenas magna sed pulvinar porttitor cong</a:t>
            </a:r>
            <a:endParaRPr lang="id-ID" sz="120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200">
                <a:solidFill>
                  <a:schemeClr val="bg1"/>
                </a:solidFill>
              </a:rPr>
              <a:t>ue na. Lorem ipsum dolor</a:t>
            </a:r>
            <a:r>
              <a:rPr lang="id-ID" sz="1200">
                <a:solidFill>
                  <a:schemeClr val="bg1"/>
                </a:solidFill>
              </a:rPr>
              <a:t>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BD5EE5E-6D5A-4F90-A5F6-8F6DCC0EAE1D}"/>
              </a:ext>
            </a:extLst>
          </p:cNvPr>
          <p:cNvSpPr txBox="1"/>
          <p:nvPr/>
        </p:nvSpPr>
        <p:spPr>
          <a:xfrm>
            <a:off x="5366732" y="1023439"/>
            <a:ext cx="8980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d-ID" sz="2000"/>
              <a:t>2025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73B89F88-F6F3-4071-85DF-22BAEFC252F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</p:sp>
    </p:spTree>
    <p:extLst>
      <p:ext uri="{BB962C8B-B14F-4D97-AF65-F5344CB8AC3E}">
        <p14:creationId xmlns:p14="http://schemas.microsoft.com/office/powerpoint/2010/main" val="1024308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8467F316-245D-40EF-9474-0D2B15CDEFB7}"/>
              </a:ext>
            </a:extLst>
          </p:cNvPr>
          <p:cNvGrpSpPr/>
          <p:nvPr/>
        </p:nvGrpSpPr>
        <p:grpSpPr>
          <a:xfrm>
            <a:off x="6812471" y="960256"/>
            <a:ext cx="4769929" cy="3678566"/>
            <a:chOff x="6812471" y="867656"/>
            <a:chExt cx="4769929" cy="3678566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B6B4178D-11E9-4FE8-A92F-A9B5EA930348}"/>
                </a:ext>
              </a:extLst>
            </p:cNvPr>
            <p:cNvSpPr txBox="1"/>
            <p:nvPr/>
          </p:nvSpPr>
          <p:spPr>
            <a:xfrm>
              <a:off x="6812471" y="4131621"/>
              <a:ext cx="840621" cy="41460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>
                <a:lnSpc>
                  <a:spcPct val="130000"/>
                </a:lnSpc>
                <a:spcBef>
                  <a:spcPts val="0"/>
                </a:spcBef>
                <a:spcAft>
                  <a:spcPts val="600"/>
                </a:spcAft>
                <a:defRPr sz="1400">
                  <a:solidFill>
                    <a:schemeClr val="tx1">
                      <a:lumMod val="65000"/>
                      <a:lumOff val="35000"/>
                    </a:schemeClr>
                  </a:solidFill>
                  <a:ea typeface="Open Sans Light" panose="020B0606030504020204" pitchFamily="34" charset="0"/>
                  <a:cs typeface="Rubik Light" pitchFamily="2" charset="-79"/>
                </a:defRPr>
              </a:lvl1pPr>
            </a:lstStyle>
            <a:p>
              <a:pPr algn="ctr"/>
              <a:r>
                <a:rPr lang="en-US" sz="1800" dirty="0">
                  <a:solidFill>
                    <a:schemeClr val="tx1"/>
                  </a:solidFill>
                  <a:ea typeface="Roboto" panose="02000000000000000000" pitchFamily="2" charset="0"/>
                  <a:cs typeface="Roboto" panose="02000000000000000000" pitchFamily="2" charset="0"/>
                </a:rPr>
                <a:t>D1</a:t>
              </a:r>
              <a:endParaRPr lang="id-ID" sz="1800" dirty="0">
                <a:solidFill>
                  <a:schemeClr val="tx1"/>
                </a:solidFill>
                <a:ea typeface="Roboto" panose="02000000000000000000" pitchFamily="2" charset="0"/>
                <a:cs typeface="Roboto" panose="02000000000000000000" pitchFamily="2" charset="0"/>
              </a:endParaRP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A3E1193F-AB85-4EFA-9392-BD203A891AD2}"/>
                </a:ext>
              </a:extLst>
            </p:cNvPr>
            <p:cNvSpPr txBox="1"/>
            <p:nvPr/>
          </p:nvSpPr>
          <p:spPr>
            <a:xfrm>
              <a:off x="7817135" y="4131621"/>
              <a:ext cx="840621" cy="41460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>
                <a:lnSpc>
                  <a:spcPct val="130000"/>
                </a:lnSpc>
                <a:spcBef>
                  <a:spcPts val="0"/>
                </a:spcBef>
                <a:spcAft>
                  <a:spcPts val="600"/>
                </a:spcAft>
                <a:defRPr sz="1400">
                  <a:solidFill>
                    <a:schemeClr val="tx1">
                      <a:lumMod val="65000"/>
                      <a:lumOff val="35000"/>
                    </a:schemeClr>
                  </a:solidFill>
                  <a:ea typeface="Open Sans Light" panose="020B0606030504020204" pitchFamily="34" charset="0"/>
                  <a:cs typeface="Rubik Light" pitchFamily="2" charset="-79"/>
                </a:defRPr>
              </a:lvl1pPr>
            </a:lstStyle>
            <a:p>
              <a:pPr algn="ctr"/>
              <a:r>
                <a:rPr lang="en-US" sz="1800" dirty="0">
                  <a:solidFill>
                    <a:schemeClr val="tx1"/>
                  </a:solidFill>
                  <a:ea typeface="Roboto" panose="02000000000000000000" pitchFamily="2" charset="0"/>
                  <a:cs typeface="Roboto" panose="02000000000000000000" pitchFamily="2" charset="0"/>
                </a:rPr>
                <a:t>D2</a:t>
              </a:r>
              <a:endParaRPr lang="id-ID" sz="1800" dirty="0">
                <a:solidFill>
                  <a:schemeClr val="tx1"/>
                </a:solidFill>
                <a:ea typeface="Roboto" panose="02000000000000000000" pitchFamily="2" charset="0"/>
                <a:cs typeface="Roboto" panose="02000000000000000000" pitchFamily="2" charset="0"/>
              </a:endParaRP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47B40A43-9812-4CF9-B13E-AC3DC932FA3A}"/>
                </a:ext>
              </a:extLst>
            </p:cNvPr>
            <p:cNvSpPr txBox="1"/>
            <p:nvPr/>
          </p:nvSpPr>
          <p:spPr>
            <a:xfrm>
              <a:off x="8821800" y="4131621"/>
              <a:ext cx="840621" cy="41460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>
                <a:lnSpc>
                  <a:spcPct val="130000"/>
                </a:lnSpc>
                <a:spcBef>
                  <a:spcPts val="0"/>
                </a:spcBef>
                <a:spcAft>
                  <a:spcPts val="600"/>
                </a:spcAft>
                <a:defRPr sz="1400">
                  <a:solidFill>
                    <a:schemeClr val="tx1">
                      <a:lumMod val="65000"/>
                      <a:lumOff val="35000"/>
                    </a:schemeClr>
                  </a:solidFill>
                  <a:ea typeface="Open Sans Light" panose="020B0606030504020204" pitchFamily="34" charset="0"/>
                  <a:cs typeface="Rubik Light" pitchFamily="2" charset="-79"/>
                </a:defRPr>
              </a:lvl1pPr>
            </a:lstStyle>
            <a:p>
              <a:pPr algn="ctr"/>
              <a:r>
                <a:rPr lang="en-US" sz="1800" dirty="0">
                  <a:solidFill>
                    <a:schemeClr val="tx1"/>
                  </a:solidFill>
                  <a:ea typeface="Roboto" panose="02000000000000000000" pitchFamily="2" charset="0"/>
                  <a:cs typeface="Roboto" panose="02000000000000000000" pitchFamily="2" charset="0"/>
                </a:rPr>
                <a:t>D3</a:t>
              </a:r>
              <a:endParaRPr lang="id-ID" sz="1800" dirty="0">
                <a:solidFill>
                  <a:schemeClr val="tx1"/>
                </a:solidFill>
                <a:ea typeface="Roboto" panose="02000000000000000000" pitchFamily="2" charset="0"/>
                <a:cs typeface="Roboto" panose="02000000000000000000" pitchFamily="2" charset="0"/>
              </a:endParaRP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DF1D3BA0-3791-443E-AB12-9E5DA2E3534D}"/>
                </a:ext>
              </a:extLst>
            </p:cNvPr>
            <p:cNvSpPr txBox="1"/>
            <p:nvPr/>
          </p:nvSpPr>
          <p:spPr>
            <a:xfrm>
              <a:off x="9826464" y="4131621"/>
              <a:ext cx="840621" cy="41460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>
                <a:lnSpc>
                  <a:spcPct val="130000"/>
                </a:lnSpc>
                <a:spcBef>
                  <a:spcPts val="0"/>
                </a:spcBef>
                <a:spcAft>
                  <a:spcPts val="600"/>
                </a:spcAft>
                <a:defRPr sz="1400">
                  <a:solidFill>
                    <a:schemeClr val="tx1">
                      <a:lumMod val="65000"/>
                      <a:lumOff val="35000"/>
                    </a:schemeClr>
                  </a:solidFill>
                  <a:ea typeface="Open Sans Light" panose="020B0606030504020204" pitchFamily="34" charset="0"/>
                  <a:cs typeface="Rubik Light" pitchFamily="2" charset="-79"/>
                </a:defRPr>
              </a:lvl1pPr>
            </a:lstStyle>
            <a:p>
              <a:pPr algn="ctr"/>
              <a:r>
                <a:rPr lang="en-US" sz="1800" dirty="0">
                  <a:solidFill>
                    <a:schemeClr val="tx1"/>
                  </a:solidFill>
                  <a:ea typeface="Roboto" panose="02000000000000000000" pitchFamily="2" charset="0"/>
                  <a:cs typeface="Roboto" panose="02000000000000000000" pitchFamily="2" charset="0"/>
                </a:rPr>
                <a:t>D4</a:t>
              </a:r>
              <a:endParaRPr lang="id-ID" sz="1800" dirty="0">
                <a:solidFill>
                  <a:schemeClr val="tx1"/>
                </a:solidFill>
                <a:ea typeface="Roboto" panose="02000000000000000000" pitchFamily="2" charset="0"/>
                <a:cs typeface="Roboto" panose="02000000000000000000" pitchFamily="2" charset="0"/>
              </a:endParaRPr>
            </a:p>
          </p:txBody>
        </p:sp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DC8AA2-B94C-4496-A4DE-83DACD5FF4BA}"/>
                </a:ext>
              </a:extLst>
            </p:cNvPr>
            <p:cNvSpPr/>
            <p:nvPr/>
          </p:nvSpPr>
          <p:spPr>
            <a:xfrm>
              <a:off x="6993737" y="1540888"/>
              <a:ext cx="499639" cy="2487175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b="1">
                <a:solidFill>
                  <a:schemeClr val="tx1"/>
                </a:solidFill>
                <a:latin typeface="+mj-lt"/>
                <a:ea typeface="Roboto" panose="02000000000000000000" pitchFamily="2" charset="0"/>
                <a:cs typeface="Roboto" panose="02000000000000000000" pitchFamily="2" charset="0"/>
              </a:endParaRPr>
            </a:p>
          </p:txBody>
        </p:sp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E1B04D2C-AE29-47A3-8E6F-4B1729E03246}"/>
                </a:ext>
              </a:extLst>
            </p:cNvPr>
            <p:cNvSpPr/>
            <p:nvPr/>
          </p:nvSpPr>
          <p:spPr>
            <a:xfrm>
              <a:off x="7993014" y="2598142"/>
              <a:ext cx="499639" cy="1429921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b="1">
                <a:solidFill>
                  <a:schemeClr val="tx1"/>
                </a:solidFill>
                <a:latin typeface="+mj-lt"/>
                <a:ea typeface="Roboto" panose="02000000000000000000" pitchFamily="2" charset="0"/>
                <a:cs typeface="Roboto" panose="02000000000000000000" pitchFamily="2" charset="0"/>
              </a:endParaRPr>
            </a:p>
          </p:txBody>
        </p:sp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B8238230-7C6F-427A-9398-32C2F19834CD}"/>
                </a:ext>
              </a:extLst>
            </p:cNvPr>
            <p:cNvSpPr/>
            <p:nvPr/>
          </p:nvSpPr>
          <p:spPr>
            <a:xfrm>
              <a:off x="8992293" y="1262975"/>
              <a:ext cx="499639" cy="2765088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b="1">
                <a:solidFill>
                  <a:schemeClr val="tx1"/>
                </a:solidFill>
                <a:latin typeface="+mj-lt"/>
                <a:ea typeface="Open Sans Light" panose="020B0606030504020204" pitchFamily="34" charset="0"/>
                <a:cs typeface="Open Sans Light" panose="020B0606030504020204" pitchFamily="34" charset="0"/>
              </a:endParaRPr>
            </a:p>
          </p:txBody>
        </p:sp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F24AA0B6-18D3-4110-AFE7-DCE0F4ACDF1F}"/>
                </a:ext>
              </a:extLst>
            </p:cNvPr>
            <p:cNvSpPr/>
            <p:nvPr/>
          </p:nvSpPr>
          <p:spPr>
            <a:xfrm>
              <a:off x="9991571" y="1696588"/>
              <a:ext cx="499639" cy="2331474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85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b="1">
                <a:solidFill>
                  <a:schemeClr val="tx1"/>
                </a:solidFill>
                <a:latin typeface="+mj-lt"/>
                <a:ea typeface="Open Sans Light" panose="020B0606030504020204" pitchFamily="34" charset="0"/>
                <a:cs typeface="Open Sans Light" panose="020B0606030504020204" pitchFamily="34" charset="0"/>
              </a:endParaRPr>
            </a:p>
          </p:txBody>
        </p:sp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84E01FAE-F408-4055-8609-8A8F71A28785}"/>
                </a:ext>
              </a:extLst>
            </p:cNvPr>
            <p:cNvSpPr/>
            <p:nvPr/>
          </p:nvSpPr>
          <p:spPr>
            <a:xfrm>
              <a:off x="10906886" y="867656"/>
              <a:ext cx="499639" cy="3160406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b="1">
                <a:solidFill>
                  <a:schemeClr val="tx1"/>
                </a:solidFill>
                <a:latin typeface="+mj-lt"/>
                <a:ea typeface="Open Sans Light" panose="020B0606030504020204" pitchFamily="34" charset="0"/>
                <a:cs typeface="Open Sans Light" panose="020B0606030504020204" pitchFamily="34" charset="0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D6DC9A09-0358-4B5B-A1F5-00C4B01A12DE}"/>
                </a:ext>
              </a:extLst>
            </p:cNvPr>
            <p:cNvSpPr txBox="1"/>
            <p:nvPr/>
          </p:nvSpPr>
          <p:spPr>
            <a:xfrm>
              <a:off x="10741779" y="4131621"/>
              <a:ext cx="840621" cy="41460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>
                <a:lnSpc>
                  <a:spcPct val="130000"/>
                </a:lnSpc>
                <a:spcBef>
                  <a:spcPts val="0"/>
                </a:spcBef>
                <a:spcAft>
                  <a:spcPts val="600"/>
                </a:spcAft>
                <a:defRPr sz="1400">
                  <a:solidFill>
                    <a:schemeClr val="tx1">
                      <a:lumMod val="65000"/>
                      <a:lumOff val="35000"/>
                    </a:schemeClr>
                  </a:solidFill>
                  <a:ea typeface="Open Sans Light" panose="020B0606030504020204" pitchFamily="34" charset="0"/>
                  <a:cs typeface="Rubik Light" pitchFamily="2" charset="-79"/>
                </a:defRPr>
              </a:lvl1pPr>
            </a:lstStyle>
            <a:p>
              <a:pPr algn="ctr"/>
              <a:r>
                <a:rPr lang="en-US" sz="1800">
                  <a:solidFill>
                    <a:schemeClr val="tx1"/>
                  </a:solidFill>
                  <a:ea typeface="Roboto" panose="02000000000000000000" pitchFamily="2" charset="0"/>
                  <a:cs typeface="Roboto" panose="02000000000000000000" pitchFamily="2" charset="0"/>
                </a:rPr>
                <a:t>D</a:t>
              </a:r>
              <a:r>
                <a:rPr lang="id-ID" sz="1800">
                  <a:solidFill>
                    <a:schemeClr val="tx1"/>
                  </a:solidFill>
                  <a:ea typeface="Roboto" panose="02000000000000000000" pitchFamily="2" charset="0"/>
                  <a:cs typeface="Roboto" panose="02000000000000000000" pitchFamily="2" charset="0"/>
                </a:rPr>
                <a:t>5</a:t>
              </a:r>
              <a:endParaRPr lang="id-ID" sz="1800" dirty="0">
                <a:solidFill>
                  <a:schemeClr val="tx1"/>
                </a:solidFill>
                <a:ea typeface="Roboto" panose="02000000000000000000" pitchFamily="2" charset="0"/>
                <a:cs typeface="Roboto" panose="02000000000000000000" pitchFamily="2" charset="0"/>
              </a:endParaRPr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8C9A5A25-E8A8-4145-A532-55E9BAFD4F7C}"/>
              </a:ext>
            </a:extLst>
          </p:cNvPr>
          <p:cNvSpPr txBox="1"/>
          <p:nvPr/>
        </p:nvSpPr>
        <p:spPr>
          <a:xfrm>
            <a:off x="6907662" y="4845655"/>
            <a:ext cx="4561272" cy="5568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sz="1200" i="0" dirty="0">
                <a:effectLst/>
              </a:rPr>
              <a:t>Lorem ipsum dolor sit </a:t>
            </a:r>
            <a:r>
              <a:rPr lang="en-US" sz="1200" i="0" dirty="0" err="1">
                <a:effectLst/>
              </a:rPr>
              <a:t>amet</a:t>
            </a:r>
            <a:r>
              <a:rPr lang="en-US" sz="1200" i="0" dirty="0">
                <a:effectLst/>
              </a:rPr>
              <a:t>, </a:t>
            </a:r>
            <a:r>
              <a:rPr lang="en-US" sz="1200" b="0" i="0" dirty="0" err="1">
                <a:effectLst/>
              </a:rPr>
              <a:t>consectetur</a:t>
            </a:r>
            <a:r>
              <a:rPr lang="en-US" sz="1200" b="0" i="0" dirty="0">
                <a:effectLst/>
              </a:rPr>
              <a:t> </a:t>
            </a:r>
            <a:r>
              <a:rPr lang="en-US" sz="1200" b="0" i="0" dirty="0" err="1">
                <a:effectLst/>
              </a:rPr>
              <a:t>adipiscing</a:t>
            </a:r>
            <a:r>
              <a:rPr lang="en-US" sz="1200" b="0" i="0" dirty="0">
                <a:effectLst/>
              </a:rPr>
              <a:t> </a:t>
            </a:r>
            <a:r>
              <a:rPr lang="en-US" sz="1200" b="0" i="0" dirty="0" err="1">
                <a:effectLst/>
              </a:rPr>
              <a:t>elit</a:t>
            </a:r>
            <a:r>
              <a:rPr lang="en-US" sz="1200" b="0" i="0" dirty="0">
                <a:effectLst/>
              </a:rPr>
              <a:t>. Proin </a:t>
            </a:r>
            <a:r>
              <a:rPr lang="en-US" sz="1200" b="0" i="0" dirty="0" err="1">
                <a:effectLst/>
              </a:rPr>
              <a:t>bibendum</a:t>
            </a:r>
            <a:r>
              <a:rPr lang="en-US" sz="1200" b="0" i="0" dirty="0">
                <a:effectLst/>
              </a:rPr>
              <a:t> </a:t>
            </a:r>
            <a:r>
              <a:rPr lang="en-US" sz="1200" b="0" i="0" dirty="0" err="1">
                <a:effectLst/>
              </a:rPr>
              <a:t>risus</a:t>
            </a:r>
            <a:r>
              <a:rPr lang="en-US" sz="1200" b="0" i="0" dirty="0">
                <a:effectLst/>
              </a:rPr>
              <a:t> sit </a:t>
            </a:r>
            <a:r>
              <a:rPr lang="en-US" sz="1200" b="0" i="0" err="1">
                <a:effectLst/>
              </a:rPr>
              <a:t>amet</a:t>
            </a:r>
            <a:r>
              <a:rPr lang="en-US" sz="1200" b="0" i="0">
                <a:effectLst/>
              </a:rPr>
              <a:t> venenatis</a:t>
            </a:r>
            <a:endParaRPr lang="en-US" sz="1200" dirty="0"/>
          </a:p>
        </p:txBody>
      </p:sp>
      <p:sp>
        <p:nvSpPr>
          <p:cNvPr id="14" name="TextBox 8">
            <a:extLst>
              <a:ext uri="{FF2B5EF4-FFF2-40B4-BE49-F238E27FC236}">
                <a16:creationId xmlns:a16="http://schemas.microsoft.com/office/drawing/2014/main" id="{EADEB5C7-C47D-4CF3-BE65-E3A275482437}"/>
              </a:ext>
            </a:extLst>
          </p:cNvPr>
          <p:cNvSpPr txBox="1"/>
          <p:nvPr/>
        </p:nvSpPr>
        <p:spPr>
          <a:xfrm>
            <a:off x="8669692" y="5587692"/>
            <a:ext cx="1143494" cy="5304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id-ID" sz="2800">
                <a:cs typeface="Space Grotesk" pitchFamily="2" charset="0"/>
              </a:rPr>
              <a:t>211K</a:t>
            </a:r>
            <a:endParaRPr lang="en-US" sz="2800" dirty="0">
              <a:cs typeface="Space Grotesk" pitchFamily="2" charset="0"/>
            </a:endParaRPr>
          </a:p>
        </p:txBody>
      </p:sp>
      <p:sp>
        <p:nvSpPr>
          <p:cNvPr id="15" name="TextBox 8">
            <a:extLst>
              <a:ext uri="{FF2B5EF4-FFF2-40B4-BE49-F238E27FC236}">
                <a16:creationId xmlns:a16="http://schemas.microsoft.com/office/drawing/2014/main" id="{991FCAB2-B644-4727-AD10-071F7CD893B3}"/>
              </a:ext>
            </a:extLst>
          </p:cNvPr>
          <p:cNvSpPr txBox="1"/>
          <p:nvPr/>
        </p:nvSpPr>
        <p:spPr>
          <a:xfrm>
            <a:off x="10325442" y="5587692"/>
            <a:ext cx="1143494" cy="5304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id-ID" sz="2800">
                <a:cs typeface="Space Grotesk" pitchFamily="2" charset="0"/>
              </a:rPr>
              <a:t>30%</a:t>
            </a:r>
            <a:endParaRPr lang="en-US" sz="2800" dirty="0">
              <a:cs typeface="Space Grotesk" pitchFamily="2" charset="0"/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EBD3BE41-5632-4D24-B73B-242CD44F88EE}"/>
              </a:ext>
            </a:extLst>
          </p:cNvPr>
          <p:cNvCxnSpPr>
            <a:cxnSpLocks/>
          </p:cNvCxnSpPr>
          <p:nvPr/>
        </p:nvCxnSpPr>
        <p:spPr>
          <a:xfrm>
            <a:off x="8422121" y="5738405"/>
            <a:ext cx="0" cy="243162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2795AF0B-A467-44B9-A873-95B8EF5F3FF5}"/>
              </a:ext>
            </a:extLst>
          </p:cNvPr>
          <p:cNvCxnSpPr>
            <a:cxnSpLocks/>
          </p:cNvCxnSpPr>
          <p:nvPr/>
        </p:nvCxnSpPr>
        <p:spPr>
          <a:xfrm>
            <a:off x="10030569" y="5738405"/>
            <a:ext cx="0" cy="243162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41A08CB5-9FF6-4FB1-8CD9-640093B329D8}"/>
              </a:ext>
            </a:extLst>
          </p:cNvPr>
          <p:cNvSpPr/>
          <p:nvPr/>
        </p:nvSpPr>
        <p:spPr>
          <a:xfrm>
            <a:off x="6988862" y="5658288"/>
            <a:ext cx="1284589" cy="4598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91440" rtlCol="0" anchor="ctr"/>
          <a:lstStyle/>
          <a:p>
            <a:pPr algn="ctr"/>
            <a:r>
              <a:rPr lang="en-US">
                <a:solidFill>
                  <a:schemeClr val="accent3"/>
                </a:solidFill>
              </a:rPr>
              <a:t>0</a:t>
            </a:r>
            <a:r>
              <a:rPr lang="id-ID">
                <a:solidFill>
                  <a:schemeClr val="accent3"/>
                </a:solidFill>
              </a:rPr>
              <a:t>1</a:t>
            </a:r>
            <a:endParaRPr lang="en-US" dirty="0">
              <a:solidFill>
                <a:schemeClr val="accent3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BB03876-8A13-42DC-AF6F-AF41C0E26F8B}"/>
              </a:ext>
            </a:extLst>
          </p:cNvPr>
          <p:cNvSpPr txBox="1"/>
          <p:nvPr/>
        </p:nvSpPr>
        <p:spPr>
          <a:xfrm>
            <a:off x="471808" y="999304"/>
            <a:ext cx="5278752" cy="275152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id-ID"/>
            </a:defPPr>
            <a:lvl1pPr>
              <a:lnSpc>
                <a:spcPct val="80000"/>
              </a:lnSpc>
              <a:defRPr sz="7200">
                <a:latin typeface="+mj-lt"/>
              </a:defRPr>
            </a:lvl1pPr>
          </a:lstStyle>
          <a:p>
            <a:r>
              <a:rPr lang="id-ID"/>
              <a:t>Building Strong 				</a:t>
            </a:r>
            <a:r>
              <a:rPr lang="id-ID" i="1">
                <a:solidFill>
                  <a:schemeClr val="accent1"/>
                </a:solidFill>
              </a:rPr>
              <a:t>Futures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799CB62-AEF3-484C-9A91-49B273479C36}"/>
              </a:ext>
            </a:extLst>
          </p:cNvPr>
          <p:cNvSpPr txBox="1"/>
          <p:nvPr/>
        </p:nvSpPr>
        <p:spPr>
          <a:xfrm>
            <a:off x="1284841" y="3194217"/>
            <a:ext cx="8980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d-ID" sz="2000"/>
              <a:t>2025</a:t>
            </a:r>
          </a:p>
        </p:txBody>
      </p:sp>
      <p:sp>
        <p:nvSpPr>
          <p:cNvPr id="22" name="Subtitle 4">
            <a:extLst>
              <a:ext uri="{FF2B5EF4-FFF2-40B4-BE49-F238E27FC236}">
                <a16:creationId xmlns:a16="http://schemas.microsoft.com/office/drawing/2014/main" id="{86755032-70CE-4542-B34F-090ACACE61FA}"/>
              </a:ext>
            </a:extLst>
          </p:cNvPr>
          <p:cNvSpPr txBox="1">
            <a:spLocks/>
          </p:cNvSpPr>
          <p:nvPr/>
        </p:nvSpPr>
        <p:spPr>
          <a:xfrm>
            <a:off x="2332910" y="4869195"/>
            <a:ext cx="3417650" cy="102938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id-ID"/>
            </a:defPPr>
            <a:lvl1pPr marL="171450" indent="-171450">
              <a:lnSpc>
                <a:spcPct val="130000"/>
              </a:lnSpc>
              <a:buFont typeface="Arial" panose="020B0604020202020204" pitchFamily="34" charset="0"/>
              <a:buChar char="•"/>
              <a:defRPr sz="1100" b="0" i="0" u="none" strike="noStrike" cap="none">
                <a:ea typeface="Arial"/>
                <a:cs typeface="Arial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lus Jakarta Sans" pitchFamily="2" charset="77"/>
                <a:ea typeface="+mn-ea"/>
                <a:cs typeface="Plus Jakarta Sans" pitchFamily="2" charset="77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lus Jakarta Sans" pitchFamily="2" charset="77"/>
                <a:ea typeface="+mn-ea"/>
                <a:cs typeface="Plus Jakarta Sans" pitchFamily="2" charset="77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lus Jakarta Sans" pitchFamily="2" charset="77"/>
                <a:ea typeface="+mn-ea"/>
                <a:cs typeface="Plus Jakarta Sans" pitchFamily="2" charset="77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lus Jakarta Sans" pitchFamily="2" charset="77"/>
                <a:ea typeface="+mn-ea"/>
                <a:cs typeface="Plus Jakarta Sans" pitchFamily="2" charset="77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dirty="0"/>
              <a:t>Lorem ipsum dolor sit amet, consectetuer adipiscing elit. Maecenas magna </a:t>
            </a:r>
            <a:r>
              <a:rPr lang="en-US" sz="1200"/>
              <a:t>sed pulvi</a:t>
            </a:r>
            <a:endParaRPr lang="id-ID" sz="1200"/>
          </a:p>
          <a:p>
            <a:pPr marL="0" indent="0">
              <a:buNone/>
            </a:pPr>
            <a:r>
              <a:rPr lang="en-US" sz="1200"/>
              <a:t>nar </a:t>
            </a:r>
            <a:r>
              <a:rPr lang="en-US" sz="1200" dirty="0"/>
              <a:t>porttitor </a:t>
            </a:r>
            <a:r>
              <a:rPr lang="en-US" sz="1200" dirty="0" err="1"/>
              <a:t>congue</a:t>
            </a:r>
            <a:r>
              <a:rPr lang="en-US" sz="1200" dirty="0"/>
              <a:t> </a:t>
            </a:r>
            <a:r>
              <a:rPr lang="en-US" sz="1200" dirty="0" err="1"/>
              <a:t>massaquis</a:t>
            </a:r>
            <a:r>
              <a:rPr lang="en-US" sz="1200" dirty="0"/>
              <a:t> </a:t>
            </a:r>
            <a:r>
              <a:rPr lang="en-US" sz="1200" err="1"/>
              <a:t>urna</a:t>
            </a:r>
            <a:r>
              <a:rPr lang="en-US" sz="1200"/>
              <a:t>. Lorem ipsum dolor sit amet, consectetuer</a:t>
            </a:r>
            <a:endParaRPr lang="en-US" sz="1200" dirty="0"/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BB5E8E53-24AD-4C76-BC50-0FFBCCA95FE7}"/>
              </a:ext>
            </a:extLst>
          </p:cNvPr>
          <p:cNvSpPr/>
          <p:nvPr/>
        </p:nvSpPr>
        <p:spPr>
          <a:xfrm>
            <a:off x="609600" y="4969851"/>
            <a:ext cx="1457894" cy="432653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  <a:effectLst>
            <a:outerShdw blurRad="609600" dist="50800" dir="2700000" sx="95000" sy="95000" algn="tl" rotWithShape="0">
              <a:schemeClr val="accent2">
                <a:alpha val="21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d-ID" sz="1400">
                <a:solidFill>
                  <a:schemeClr val="bg1"/>
                </a:solidFill>
                <a:latin typeface="+mj-lt"/>
              </a:rPr>
              <a:t>Learn More</a:t>
            </a:r>
            <a:endParaRPr lang="id-ID" sz="1400" dirty="0">
              <a:solidFill>
                <a:schemeClr val="bg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0985657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05B80DF2-8FEC-4FBA-AF0D-9803E7F3CC2B}"/>
              </a:ext>
            </a:extLst>
          </p:cNvPr>
          <p:cNvSpPr txBox="1"/>
          <p:nvPr/>
        </p:nvSpPr>
        <p:spPr>
          <a:xfrm>
            <a:off x="508270" y="1028853"/>
            <a:ext cx="5415010" cy="186512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id-ID"/>
            </a:defPPr>
            <a:lvl1pPr>
              <a:lnSpc>
                <a:spcPct val="80000"/>
              </a:lnSpc>
              <a:defRPr sz="7200">
                <a:latin typeface="+mj-lt"/>
              </a:defRPr>
            </a:lvl1pPr>
          </a:lstStyle>
          <a:p>
            <a:r>
              <a:rPr lang="id-ID"/>
              <a:t>Real People, </a:t>
            </a:r>
            <a:r>
              <a:rPr lang="id-ID" i="1">
                <a:solidFill>
                  <a:schemeClr val="accent1"/>
                </a:solidFill>
              </a:rPr>
              <a:t>Real Impact</a:t>
            </a:r>
          </a:p>
        </p:txBody>
      </p:sp>
      <p:sp>
        <p:nvSpPr>
          <p:cNvPr id="15" name="Subtitle 4">
            <a:extLst>
              <a:ext uri="{FF2B5EF4-FFF2-40B4-BE49-F238E27FC236}">
                <a16:creationId xmlns:a16="http://schemas.microsoft.com/office/drawing/2014/main" id="{E939EF7E-1B44-402D-921F-1A48E628565B}"/>
              </a:ext>
            </a:extLst>
          </p:cNvPr>
          <p:cNvSpPr txBox="1">
            <a:spLocks/>
          </p:cNvSpPr>
          <p:nvPr/>
        </p:nvSpPr>
        <p:spPr>
          <a:xfrm>
            <a:off x="2332910" y="4869195"/>
            <a:ext cx="3417650" cy="102938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id-ID"/>
            </a:defPPr>
            <a:lvl1pPr marL="171450" indent="-171450">
              <a:lnSpc>
                <a:spcPct val="130000"/>
              </a:lnSpc>
              <a:buFont typeface="Arial" panose="020B0604020202020204" pitchFamily="34" charset="0"/>
              <a:buChar char="•"/>
              <a:defRPr sz="1100" b="0" i="0" u="none" strike="noStrike" cap="none">
                <a:ea typeface="Arial"/>
                <a:cs typeface="Arial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lus Jakarta Sans" pitchFamily="2" charset="77"/>
                <a:ea typeface="+mn-ea"/>
                <a:cs typeface="Plus Jakarta Sans" pitchFamily="2" charset="77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lus Jakarta Sans" pitchFamily="2" charset="77"/>
                <a:ea typeface="+mn-ea"/>
                <a:cs typeface="Plus Jakarta Sans" pitchFamily="2" charset="77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lus Jakarta Sans" pitchFamily="2" charset="77"/>
                <a:ea typeface="+mn-ea"/>
                <a:cs typeface="Plus Jakarta Sans" pitchFamily="2" charset="77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lus Jakarta Sans" pitchFamily="2" charset="77"/>
                <a:ea typeface="+mn-ea"/>
                <a:cs typeface="Plus Jakarta Sans" pitchFamily="2" charset="77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dirty="0"/>
              <a:t>Lorem ipsum dolor sit amet, consectetuer adipiscing elit. Maecenas magna </a:t>
            </a:r>
            <a:r>
              <a:rPr lang="en-US" sz="1200"/>
              <a:t>sed pulvi</a:t>
            </a:r>
            <a:endParaRPr lang="id-ID" sz="1200"/>
          </a:p>
          <a:p>
            <a:pPr marL="0" indent="0">
              <a:buNone/>
            </a:pPr>
            <a:r>
              <a:rPr lang="en-US" sz="1200"/>
              <a:t>nar </a:t>
            </a:r>
            <a:r>
              <a:rPr lang="en-US" sz="1200" dirty="0"/>
              <a:t>porttitor </a:t>
            </a:r>
            <a:r>
              <a:rPr lang="en-US" sz="1200" dirty="0" err="1"/>
              <a:t>congue</a:t>
            </a:r>
            <a:r>
              <a:rPr lang="en-US" sz="1200" dirty="0"/>
              <a:t> </a:t>
            </a:r>
            <a:r>
              <a:rPr lang="en-US" sz="1200" dirty="0" err="1"/>
              <a:t>massaquis</a:t>
            </a:r>
            <a:r>
              <a:rPr lang="en-US" sz="1200" dirty="0"/>
              <a:t> </a:t>
            </a:r>
            <a:r>
              <a:rPr lang="en-US" sz="1200" err="1"/>
              <a:t>urna</a:t>
            </a:r>
            <a:r>
              <a:rPr lang="en-US" sz="1200"/>
              <a:t>. Lorem ipsum dolor sit amet, consectetuer</a:t>
            </a:r>
            <a:endParaRPr lang="en-US" sz="1200" dirty="0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8F9087D2-E45C-4E06-AF9D-750E4E26EE80}"/>
              </a:ext>
            </a:extLst>
          </p:cNvPr>
          <p:cNvSpPr/>
          <p:nvPr/>
        </p:nvSpPr>
        <p:spPr>
          <a:xfrm>
            <a:off x="609600" y="4969851"/>
            <a:ext cx="1457894" cy="432653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  <a:effectLst>
            <a:outerShdw blurRad="609600" dist="50800" dir="2700000" sx="95000" sy="95000" algn="tl" rotWithShape="0">
              <a:schemeClr val="accent2">
                <a:alpha val="21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d-ID" sz="1400">
                <a:solidFill>
                  <a:schemeClr val="bg1"/>
                </a:solidFill>
                <a:latin typeface="+mj-lt"/>
              </a:rPr>
              <a:t>Learn More</a:t>
            </a:r>
            <a:endParaRPr lang="id-ID" sz="14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614772E8-83C2-432E-8E39-A01F83223819}"/>
              </a:ext>
            </a:extLst>
          </p:cNvPr>
          <p:cNvSpPr txBox="1">
            <a:spLocks/>
          </p:cNvSpPr>
          <p:nvPr/>
        </p:nvSpPr>
        <p:spPr>
          <a:xfrm>
            <a:off x="6615717" y="1305798"/>
            <a:ext cx="1928843" cy="108952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id-ID"/>
            </a:defPPr>
            <a:lvl1pPr>
              <a:lnSpc>
                <a:spcPct val="90000"/>
              </a:lnSpc>
              <a:defRPr sz="54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id-ID" sz="7200">
                <a:solidFill>
                  <a:schemeClr val="tx1"/>
                </a:solidFill>
                <a:latin typeface="+mn-lt"/>
              </a:rPr>
              <a:t>54</a:t>
            </a:r>
            <a:r>
              <a:rPr lang="id-ID" sz="4400">
                <a:solidFill>
                  <a:schemeClr val="tx1"/>
                </a:solidFill>
                <a:latin typeface="+mn-lt"/>
              </a:rPr>
              <a:t>%</a:t>
            </a:r>
            <a:endParaRPr lang="en-US" sz="720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18" name="Subtitle 4">
            <a:extLst>
              <a:ext uri="{FF2B5EF4-FFF2-40B4-BE49-F238E27FC236}">
                <a16:creationId xmlns:a16="http://schemas.microsoft.com/office/drawing/2014/main" id="{B6B4ACE7-D724-4E75-9765-FC2DB3B62846}"/>
              </a:ext>
            </a:extLst>
          </p:cNvPr>
          <p:cNvSpPr txBox="1">
            <a:spLocks/>
          </p:cNvSpPr>
          <p:nvPr/>
        </p:nvSpPr>
        <p:spPr>
          <a:xfrm>
            <a:off x="6693810" y="2279650"/>
            <a:ext cx="1866624" cy="70224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id-ID"/>
            </a:defPPr>
            <a:lvl1pPr marL="171450" indent="-171450">
              <a:lnSpc>
                <a:spcPct val="130000"/>
              </a:lnSpc>
              <a:buFont typeface="Arial" panose="020B0604020202020204" pitchFamily="34" charset="0"/>
              <a:buChar char="•"/>
              <a:defRPr sz="1100" b="0" i="0" u="none" strike="noStrike" cap="none">
                <a:ea typeface="Arial"/>
                <a:cs typeface="Arial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lus Jakarta Sans" pitchFamily="2" charset="77"/>
                <a:ea typeface="+mn-ea"/>
                <a:cs typeface="Plus Jakarta Sans" pitchFamily="2" charset="77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lus Jakarta Sans" pitchFamily="2" charset="77"/>
                <a:ea typeface="+mn-ea"/>
                <a:cs typeface="Plus Jakarta Sans" pitchFamily="2" charset="77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lus Jakarta Sans" pitchFamily="2" charset="77"/>
                <a:ea typeface="+mn-ea"/>
                <a:cs typeface="Plus Jakarta Sans" pitchFamily="2" charset="77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lus Jakarta Sans" pitchFamily="2" charset="77"/>
                <a:ea typeface="+mn-ea"/>
                <a:cs typeface="Plus Jakarta Sans" pitchFamily="2" charset="77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50"/>
              <a:t>Lorem massaquis </a:t>
            </a:r>
            <a:r>
              <a:rPr lang="en-US" sz="1050" err="1"/>
              <a:t>urna</a:t>
            </a:r>
            <a:r>
              <a:rPr lang="en-US" sz="1050"/>
              <a:t>.</a:t>
            </a:r>
            <a:endParaRPr lang="id-ID" sz="1050"/>
          </a:p>
          <a:p>
            <a:pPr marL="0" indent="0">
              <a:buNone/>
            </a:pPr>
            <a:r>
              <a:rPr lang="en-US" sz="1050"/>
              <a:t>psum dolor sit amet,conse</a:t>
            </a:r>
            <a:endParaRPr lang="id-ID" sz="1050"/>
          </a:p>
          <a:p>
            <a:pPr marL="0" indent="0">
              <a:buNone/>
            </a:pPr>
            <a:r>
              <a:rPr lang="en-US" sz="1050"/>
              <a:t>ctetuer adipiscing</a:t>
            </a:r>
            <a:r>
              <a:rPr lang="id-ID" sz="1050"/>
              <a:t>.</a:t>
            </a:r>
            <a:endParaRPr lang="en-US" sz="1050" dirty="0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4C59900F-1C42-4C50-A61D-5C8EED2CC6D4}"/>
              </a:ext>
            </a:extLst>
          </p:cNvPr>
          <p:cNvGrpSpPr/>
          <p:nvPr/>
        </p:nvGrpSpPr>
        <p:grpSpPr>
          <a:xfrm>
            <a:off x="9449872" y="4131803"/>
            <a:ext cx="1944717" cy="1676096"/>
            <a:chOff x="9299401" y="4090822"/>
            <a:chExt cx="1944717" cy="1676096"/>
          </a:xfrm>
        </p:grpSpPr>
        <p:sp>
          <p:nvSpPr>
            <p:cNvPr id="19" name="Title 1">
              <a:extLst>
                <a:ext uri="{FF2B5EF4-FFF2-40B4-BE49-F238E27FC236}">
                  <a16:creationId xmlns:a16="http://schemas.microsoft.com/office/drawing/2014/main" id="{0519D29A-39A5-4A42-A631-0C2D4E1CDAC9}"/>
                </a:ext>
              </a:extLst>
            </p:cNvPr>
            <p:cNvSpPr txBox="1">
              <a:spLocks/>
            </p:cNvSpPr>
            <p:nvPr/>
          </p:nvSpPr>
          <p:spPr>
            <a:xfrm>
              <a:off x="9299401" y="4090822"/>
              <a:ext cx="1928843" cy="108952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id-ID"/>
              </a:defPPr>
              <a:lvl1pPr>
                <a:lnSpc>
                  <a:spcPct val="90000"/>
                </a:lnSpc>
                <a:defRPr sz="5400">
                  <a:solidFill>
                    <a:schemeClr val="bg1"/>
                  </a:solidFill>
                  <a:latin typeface="+mj-lt"/>
                </a:defRPr>
              </a:lvl1pPr>
            </a:lstStyle>
            <a:p>
              <a:r>
                <a:rPr lang="id-ID" sz="7200">
                  <a:solidFill>
                    <a:schemeClr val="accent1"/>
                  </a:solidFill>
                  <a:latin typeface="+mn-lt"/>
                </a:rPr>
                <a:t>74</a:t>
              </a:r>
              <a:r>
                <a:rPr lang="id-ID" sz="4400">
                  <a:solidFill>
                    <a:schemeClr val="accent1"/>
                  </a:solidFill>
                  <a:latin typeface="+mn-lt"/>
                </a:rPr>
                <a:t>%</a:t>
              </a:r>
              <a:endParaRPr lang="en-US" sz="7200" dirty="0">
                <a:solidFill>
                  <a:schemeClr val="accent1"/>
                </a:solidFill>
                <a:latin typeface="+mn-lt"/>
              </a:endParaRPr>
            </a:p>
          </p:txBody>
        </p:sp>
        <p:sp>
          <p:nvSpPr>
            <p:cNvPr id="20" name="Subtitle 4">
              <a:extLst>
                <a:ext uri="{FF2B5EF4-FFF2-40B4-BE49-F238E27FC236}">
                  <a16:creationId xmlns:a16="http://schemas.microsoft.com/office/drawing/2014/main" id="{5EAD0738-82B1-4656-B4C7-7F31A0A844FA}"/>
                </a:ext>
              </a:extLst>
            </p:cNvPr>
            <p:cNvSpPr txBox="1">
              <a:spLocks/>
            </p:cNvSpPr>
            <p:nvPr/>
          </p:nvSpPr>
          <p:spPr>
            <a:xfrm>
              <a:off x="9377494" y="5064674"/>
              <a:ext cx="1866624" cy="7022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id-ID"/>
              </a:defPPr>
              <a:lvl1pPr marL="171450" indent="-171450">
                <a:lnSpc>
                  <a:spcPct val="130000"/>
                </a:lnSpc>
                <a:buFont typeface="Arial" panose="020B0604020202020204" pitchFamily="34" charset="0"/>
                <a:buChar char="•"/>
                <a:defRPr sz="1100" b="0" i="0" u="none" strike="noStrike" cap="none">
                  <a:ea typeface="Arial"/>
                  <a:cs typeface="Arial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Plus Jakarta Sans" pitchFamily="2" charset="77"/>
                  <a:ea typeface="+mn-ea"/>
                  <a:cs typeface="Plus Jakarta Sans" pitchFamily="2" charset="77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Plus Jakarta Sans" pitchFamily="2" charset="77"/>
                  <a:ea typeface="+mn-ea"/>
                  <a:cs typeface="Plus Jakarta Sans" pitchFamily="2" charset="77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Plus Jakarta Sans" pitchFamily="2" charset="77"/>
                  <a:ea typeface="+mn-ea"/>
                  <a:cs typeface="Plus Jakarta Sans" pitchFamily="2" charset="77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Plus Jakarta Sans" pitchFamily="2" charset="77"/>
                  <a:ea typeface="+mn-ea"/>
                  <a:cs typeface="Plus Jakarta Sans" pitchFamily="2" charset="77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1050"/>
                <a:t>Lorem massaquis </a:t>
              </a:r>
              <a:r>
                <a:rPr lang="en-US" sz="1050" err="1"/>
                <a:t>urna</a:t>
              </a:r>
              <a:r>
                <a:rPr lang="en-US" sz="1050"/>
                <a:t>.</a:t>
              </a:r>
              <a:endParaRPr lang="id-ID" sz="1050"/>
            </a:p>
            <a:p>
              <a:pPr marL="0" indent="0">
                <a:buNone/>
              </a:pPr>
              <a:r>
                <a:rPr lang="en-US" sz="1050"/>
                <a:t>psum dolor sit amet,conse</a:t>
              </a:r>
              <a:endParaRPr lang="id-ID" sz="1050"/>
            </a:p>
            <a:p>
              <a:pPr marL="0" indent="0">
                <a:buNone/>
              </a:pPr>
              <a:r>
                <a:rPr lang="en-US" sz="1050"/>
                <a:t>ctetuer adipiscing</a:t>
              </a:r>
              <a:r>
                <a:rPr lang="id-ID" sz="1050"/>
                <a:t>.</a:t>
              </a:r>
              <a:endParaRPr lang="en-US" sz="1050" dirty="0"/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C2733DE9-7976-4B48-BE5C-63726EC8F7FA}"/>
              </a:ext>
            </a:extLst>
          </p:cNvPr>
          <p:cNvGrpSpPr/>
          <p:nvPr/>
        </p:nvGrpSpPr>
        <p:grpSpPr>
          <a:xfrm>
            <a:off x="4724400" y="3212654"/>
            <a:ext cx="883920" cy="860293"/>
            <a:chOff x="4775341" y="3212654"/>
            <a:chExt cx="975219" cy="949152"/>
          </a:xfrm>
        </p:grpSpPr>
        <p:sp>
          <p:nvSpPr>
            <p:cNvPr id="22" name="Rectangle: Rounded Corners 21">
              <a:extLst>
                <a:ext uri="{FF2B5EF4-FFF2-40B4-BE49-F238E27FC236}">
                  <a16:creationId xmlns:a16="http://schemas.microsoft.com/office/drawing/2014/main" id="{C39FF6AD-F1AF-446D-81F9-7A4A46D6B321}"/>
                </a:ext>
              </a:extLst>
            </p:cNvPr>
            <p:cNvSpPr/>
            <p:nvPr/>
          </p:nvSpPr>
          <p:spPr>
            <a:xfrm>
              <a:off x="4775341" y="3212654"/>
              <a:ext cx="975219" cy="949152"/>
            </a:xfrm>
            <a:prstGeom prst="roundRect">
              <a:avLst>
                <a:gd name="adj" fmla="val 40747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/>
            </a:p>
          </p:txBody>
        </p:sp>
        <p:sp>
          <p:nvSpPr>
            <p:cNvPr id="23" name="Star: 4 Points 22">
              <a:extLst>
                <a:ext uri="{FF2B5EF4-FFF2-40B4-BE49-F238E27FC236}">
                  <a16:creationId xmlns:a16="http://schemas.microsoft.com/office/drawing/2014/main" id="{CED65193-6144-44CD-AF50-78C4BDEE71C7}"/>
                </a:ext>
              </a:extLst>
            </p:cNvPr>
            <p:cNvSpPr/>
            <p:nvPr/>
          </p:nvSpPr>
          <p:spPr>
            <a:xfrm>
              <a:off x="4986158" y="3410438"/>
              <a:ext cx="553584" cy="553584"/>
            </a:xfrm>
            <a:prstGeom prst="star4">
              <a:avLst>
                <a:gd name="adj" fmla="val 20682"/>
              </a:avLst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/>
            </a:p>
          </p:txBody>
        </p:sp>
      </p:grpSp>
      <p:sp>
        <p:nvSpPr>
          <p:cNvPr id="34" name="Picture Placeholder 33">
            <a:extLst>
              <a:ext uri="{FF2B5EF4-FFF2-40B4-BE49-F238E27FC236}">
                <a16:creationId xmlns:a16="http://schemas.microsoft.com/office/drawing/2014/main" id="{EE3B39D2-C42F-4634-8AE8-D68BEC30078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</p:sp>
      <p:sp>
        <p:nvSpPr>
          <p:cNvPr id="36" name="Picture Placeholder 35">
            <a:extLst>
              <a:ext uri="{FF2B5EF4-FFF2-40B4-BE49-F238E27FC236}">
                <a16:creationId xmlns:a16="http://schemas.microsoft.com/office/drawing/2014/main" id="{6E8513EE-D084-4014-A141-1DECC46A9EDD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</p:sp>
    </p:spTree>
    <p:extLst>
      <p:ext uri="{BB962C8B-B14F-4D97-AF65-F5344CB8AC3E}">
        <p14:creationId xmlns:p14="http://schemas.microsoft.com/office/powerpoint/2010/main" val="1715336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75D04A11-0B0F-4389-9938-8A55610C138B}"/>
              </a:ext>
            </a:extLst>
          </p:cNvPr>
          <p:cNvSpPr/>
          <p:nvPr/>
        </p:nvSpPr>
        <p:spPr>
          <a:xfrm>
            <a:off x="0" y="682906"/>
            <a:ext cx="12192000" cy="6175094"/>
          </a:xfrm>
          <a:prstGeom prst="roundRect">
            <a:avLst>
              <a:gd name="adj" fmla="val 16875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63A3F1-978F-4AEB-A1B9-94FF4E7F9B6C}"/>
              </a:ext>
            </a:extLst>
          </p:cNvPr>
          <p:cNvSpPr txBox="1"/>
          <p:nvPr/>
        </p:nvSpPr>
        <p:spPr>
          <a:xfrm>
            <a:off x="609600" y="1331087"/>
            <a:ext cx="4650128" cy="275152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id-ID"/>
            </a:defPPr>
            <a:lvl1pPr>
              <a:lnSpc>
                <a:spcPct val="80000"/>
              </a:lnSpc>
              <a:defRPr sz="7200">
                <a:latin typeface="+mj-lt"/>
              </a:defRPr>
            </a:lvl1pPr>
          </a:lstStyle>
          <a:p>
            <a:r>
              <a:rPr lang="id-ID" sz="6000">
                <a:solidFill>
                  <a:schemeClr val="accent3"/>
                </a:solidFill>
                <a:latin typeface="+mn-lt"/>
              </a:rPr>
              <a:t>2025</a:t>
            </a:r>
            <a:r>
              <a:rPr lang="id-ID">
                <a:solidFill>
                  <a:schemeClr val="accent3"/>
                </a:solidFill>
              </a:rPr>
              <a:t> Campaign </a:t>
            </a:r>
            <a:r>
              <a:rPr lang="id-ID" i="1">
                <a:solidFill>
                  <a:schemeClr val="accent3"/>
                </a:solidFill>
              </a:rPr>
              <a:t>Goals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9269073-148C-469E-BEE3-819F6D010C33}"/>
              </a:ext>
            </a:extLst>
          </p:cNvPr>
          <p:cNvSpPr/>
          <p:nvPr/>
        </p:nvSpPr>
        <p:spPr>
          <a:xfrm>
            <a:off x="4387175" y="4421528"/>
            <a:ext cx="3167975" cy="1864971"/>
          </a:xfrm>
          <a:prstGeom prst="roundRect">
            <a:avLst>
              <a:gd name="adj" fmla="val 35666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2E46D94-5475-4A08-BE1A-750DAA868BFD}"/>
              </a:ext>
            </a:extLst>
          </p:cNvPr>
          <p:cNvSpPr txBox="1"/>
          <p:nvPr/>
        </p:nvSpPr>
        <p:spPr>
          <a:xfrm>
            <a:off x="4868014" y="4835607"/>
            <a:ext cx="2343456" cy="112646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id-ID"/>
            </a:defPPr>
            <a:lvl1pPr>
              <a:lnSpc>
                <a:spcPct val="80000"/>
              </a:lnSpc>
              <a:defRPr sz="7200">
                <a:latin typeface="+mj-lt"/>
              </a:defRPr>
            </a:lvl1pPr>
          </a:lstStyle>
          <a:p>
            <a:r>
              <a:rPr lang="en-US" sz="2800"/>
              <a:t>We Focus On Long-term, Community</a:t>
            </a:r>
            <a:r>
              <a:rPr lang="id-ID" sz="2800"/>
              <a:t>.</a:t>
            </a:r>
          </a:p>
        </p:txBody>
      </p:sp>
      <p:sp>
        <p:nvSpPr>
          <p:cNvPr id="8" name="Subtitle 4">
            <a:extLst>
              <a:ext uri="{FF2B5EF4-FFF2-40B4-BE49-F238E27FC236}">
                <a16:creationId xmlns:a16="http://schemas.microsoft.com/office/drawing/2014/main" id="{A65B3642-22EA-41F4-A82D-8B5BAD3D3ACD}"/>
              </a:ext>
            </a:extLst>
          </p:cNvPr>
          <p:cNvSpPr txBox="1">
            <a:spLocks/>
          </p:cNvSpPr>
          <p:nvPr/>
        </p:nvSpPr>
        <p:spPr>
          <a:xfrm>
            <a:off x="609600" y="5012221"/>
            <a:ext cx="2943828" cy="102938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id-ID"/>
            </a:defPPr>
            <a:lvl1pPr marL="171450" indent="-171450">
              <a:lnSpc>
                <a:spcPct val="130000"/>
              </a:lnSpc>
              <a:buFont typeface="Arial" panose="020B0604020202020204" pitchFamily="34" charset="0"/>
              <a:buChar char="•"/>
              <a:defRPr sz="1100" b="0" i="0" u="none" strike="noStrike" cap="none">
                <a:ea typeface="Arial"/>
                <a:cs typeface="Arial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lus Jakarta Sans" pitchFamily="2" charset="77"/>
                <a:ea typeface="+mn-ea"/>
                <a:cs typeface="Plus Jakarta Sans" pitchFamily="2" charset="77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lus Jakarta Sans" pitchFamily="2" charset="77"/>
                <a:ea typeface="+mn-ea"/>
                <a:cs typeface="Plus Jakarta Sans" pitchFamily="2" charset="77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lus Jakarta Sans" pitchFamily="2" charset="77"/>
                <a:ea typeface="+mn-ea"/>
                <a:cs typeface="Plus Jakarta Sans" pitchFamily="2" charset="77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lus Jakarta Sans" pitchFamily="2" charset="77"/>
                <a:ea typeface="+mn-ea"/>
                <a:cs typeface="Plus Jakarta Sans" pitchFamily="2" charset="77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</a:rPr>
              <a:t>Lorem ipsum dolor sit amet</a:t>
            </a:r>
            <a:r>
              <a:rPr lang="en-US" sz="1200">
                <a:solidFill>
                  <a:schemeClr val="bg1"/>
                </a:solidFill>
              </a:rPr>
              <a:t>, conse</a:t>
            </a:r>
            <a:endParaRPr lang="id-ID" sz="120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200">
                <a:solidFill>
                  <a:schemeClr val="bg1"/>
                </a:solidFill>
              </a:rPr>
              <a:t>ctetuer </a:t>
            </a:r>
            <a:r>
              <a:rPr lang="en-US" sz="1200" dirty="0">
                <a:solidFill>
                  <a:schemeClr val="bg1"/>
                </a:solidFill>
              </a:rPr>
              <a:t>adipiscing elit. </a:t>
            </a:r>
            <a:r>
              <a:rPr lang="en-US" sz="1200">
                <a:solidFill>
                  <a:schemeClr val="bg1"/>
                </a:solidFill>
              </a:rPr>
              <a:t>Maecenas m</a:t>
            </a:r>
            <a:endParaRPr lang="id-ID" sz="120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200">
                <a:solidFill>
                  <a:schemeClr val="bg1"/>
                </a:solidFill>
              </a:rPr>
              <a:t>agna sed pulvinar </a:t>
            </a:r>
            <a:r>
              <a:rPr lang="en-US" sz="1200" dirty="0">
                <a:solidFill>
                  <a:schemeClr val="bg1"/>
                </a:solidFill>
              </a:rPr>
              <a:t>porttitor </a:t>
            </a:r>
            <a:r>
              <a:rPr lang="en-US" sz="1200" dirty="0" err="1">
                <a:solidFill>
                  <a:schemeClr val="bg1"/>
                </a:solidFill>
              </a:rPr>
              <a:t>congue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massaquis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err="1">
                <a:solidFill>
                  <a:schemeClr val="bg1"/>
                </a:solidFill>
              </a:rPr>
              <a:t>urna</a:t>
            </a:r>
            <a:r>
              <a:rPr lang="en-US" sz="1200">
                <a:solidFill>
                  <a:schemeClr val="bg1"/>
                </a:solidFill>
              </a:rPr>
              <a:t>. Lorem</a:t>
            </a:r>
            <a:endParaRPr lang="en-US" sz="1200" dirty="0">
              <a:solidFill>
                <a:schemeClr val="bg1"/>
              </a:solidFill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1BFC8367-984D-4346-81E6-43FF6EDD169C}"/>
              </a:ext>
            </a:extLst>
          </p:cNvPr>
          <p:cNvGrpSpPr/>
          <p:nvPr/>
        </p:nvGrpSpPr>
        <p:grpSpPr>
          <a:xfrm>
            <a:off x="6671230" y="1331087"/>
            <a:ext cx="883920" cy="860293"/>
            <a:chOff x="4775341" y="3212654"/>
            <a:chExt cx="975219" cy="949152"/>
          </a:xfrm>
        </p:grpSpPr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F10327A7-5919-4A78-9A6C-6CCEC03CE593}"/>
                </a:ext>
              </a:extLst>
            </p:cNvPr>
            <p:cNvSpPr/>
            <p:nvPr/>
          </p:nvSpPr>
          <p:spPr>
            <a:xfrm>
              <a:off x="4775341" y="3212654"/>
              <a:ext cx="975219" cy="949152"/>
            </a:xfrm>
            <a:prstGeom prst="roundRect">
              <a:avLst>
                <a:gd name="adj" fmla="val 40747"/>
              </a:avLst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/>
            </a:p>
          </p:txBody>
        </p:sp>
        <p:sp>
          <p:nvSpPr>
            <p:cNvPr id="11" name="Star: 4 Points 10">
              <a:extLst>
                <a:ext uri="{FF2B5EF4-FFF2-40B4-BE49-F238E27FC236}">
                  <a16:creationId xmlns:a16="http://schemas.microsoft.com/office/drawing/2014/main" id="{62A58F30-5967-4524-B5F4-FE8A757C9645}"/>
                </a:ext>
              </a:extLst>
            </p:cNvPr>
            <p:cNvSpPr/>
            <p:nvPr/>
          </p:nvSpPr>
          <p:spPr>
            <a:xfrm>
              <a:off x="4986158" y="3410438"/>
              <a:ext cx="553584" cy="553584"/>
            </a:xfrm>
            <a:prstGeom prst="star4">
              <a:avLst>
                <a:gd name="adj" fmla="val 20682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/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12CAC1DA-C61B-42B9-A53D-8A85887D257E}"/>
              </a:ext>
            </a:extLst>
          </p:cNvPr>
          <p:cNvSpPr txBox="1"/>
          <p:nvPr/>
        </p:nvSpPr>
        <p:spPr>
          <a:xfrm>
            <a:off x="2952952" y="3515944"/>
            <a:ext cx="8814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sz="2000">
                <a:solidFill>
                  <a:schemeClr val="bg1"/>
                </a:solidFill>
              </a:rPr>
              <a:t>100%</a:t>
            </a:r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17214FD2-8233-4156-96BC-7D4440E4262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</p:sp>
    </p:spTree>
    <p:extLst>
      <p:ext uri="{BB962C8B-B14F-4D97-AF65-F5344CB8AC3E}">
        <p14:creationId xmlns:p14="http://schemas.microsoft.com/office/powerpoint/2010/main" val="36072777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9B54CA81-641B-4EC0-A01A-CC8C14DC92B3}"/>
              </a:ext>
            </a:extLst>
          </p:cNvPr>
          <p:cNvSpPr/>
          <p:nvPr/>
        </p:nvSpPr>
        <p:spPr>
          <a:xfrm>
            <a:off x="4668353" y="3517082"/>
            <a:ext cx="3112128" cy="2680518"/>
          </a:xfrm>
          <a:prstGeom prst="roundRect">
            <a:avLst>
              <a:gd name="adj" fmla="val 34155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1D0E90B1-1310-45A3-86D6-70D27ACAB076}"/>
              </a:ext>
            </a:extLst>
          </p:cNvPr>
          <p:cNvSpPr/>
          <p:nvPr/>
        </p:nvSpPr>
        <p:spPr>
          <a:xfrm>
            <a:off x="620664" y="3517082"/>
            <a:ext cx="3112128" cy="2680518"/>
          </a:xfrm>
          <a:prstGeom prst="roundRect">
            <a:avLst>
              <a:gd name="adj" fmla="val 34155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6338B39-F3EC-4285-AE77-B8796F6229D3}"/>
              </a:ext>
            </a:extLst>
          </p:cNvPr>
          <p:cNvSpPr txBox="1"/>
          <p:nvPr/>
        </p:nvSpPr>
        <p:spPr>
          <a:xfrm>
            <a:off x="500606" y="1150441"/>
            <a:ext cx="8400325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id-ID"/>
            </a:defPPr>
            <a:lvl1pPr>
              <a:lnSpc>
                <a:spcPct val="80000"/>
              </a:lnSpc>
              <a:defRPr sz="7200">
                <a:latin typeface="+mj-lt"/>
              </a:defRPr>
            </a:lvl1pPr>
          </a:lstStyle>
          <a:p>
            <a:r>
              <a:rPr lang="id-ID" sz="8000"/>
              <a:t>Project </a:t>
            </a:r>
            <a:r>
              <a:rPr lang="id-ID" sz="8000" i="1">
                <a:solidFill>
                  <a:schemeClr val="accent1"/>
                </a:solidFill>
              </a:rPr>
              <a:t>Roadmap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BB6C6B5-AD92-4381-AF99-3C07656C47C0}"/>
              </a:ext>
            </a:extLst>
          </p:cNvPr>
          <p:cNvSpPr txBox="1"/>
          <p:nvPr/>
        </p:nvSpPr>
        <p:spPr>
          <a:xfrm>
            <a:off x="1090657" y="4909048"/>
            <a:ext cx="2409785" cy="7594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ID" sz="1200" b="0" i="0" u="none" strike="noStrike" cap="none" dirty="0">
                <a:solidFill>
                  <a:schemeClr val="bg1"/>
                </a:solidFill>
                <a:ea typeface="Arial"/>
                <a:cs typeface="Arial"/>
                <a:sym typeface="Arial"/>
              </a:rPr>
              <a:t>Lorem ipsum </a:t>
            </a:r>
            <a:r>
              <a:rPr lang="en-ID" sz="1200" b="0" i="0" u="none" strike="noStrike" cap="none" dirty="0" err="1">
                <a:solidFill>
                  <a:schemeClr val="bg1"/>
                </a:solidFill>
                <a:ea typeface="Arial"/>
                <a:cs typeface="Arial"/>
                <a:sym typeface="Arial"/>
              </a:rPr>
              <a:t>dolor</a:t>
            </a:r>
            <a:r>
              <a:rPr lang="en-ID" sz="1200" b="0" i="0" u="none" strike="noStrike" cap="none" dirty="0">
                <a:solidFill>
                  <a:schemeClr val="bg1"/>
                </a:solidFill>
                <a:ea typeface="Arial"/>
                <a:cs typeface="Arial"/>
                <a:sym typeface="Arial"/>
              </a:rPr>
              <a:t> sit </a:t>
            </a:r>
            <a:r>
              <a:rPr lang="en-ID" sz="1200" b="0" i="0" u="none" strike="noStrike" cap="none" dirty="0" err="1">
                <a:solidFill>
                  <a:schemeClr val="bg1"/>
                </a:solidFill>
                <a:ea typeface="Arial"/>
                <a:cs typeface="Arial"/>
                <a:sym typeface="Arial"/>
              </a:rPr>
              <a:t>amet</a:t>
            </a:r>
            <a:r>
              <a:rPr lang="en-ID" sz="1200" b="0" i="0" u="none" strike="noStrike" cap="none" dirty="0">
                <a:solidFill>
                  <a:schemeClr val="bg1"/>
                </a:solidFill>
                <a:ea typeface="Arial"/>
                <a:cs typeface="Arial"/>
                <a:sym typeface="Arial"/>
              </a:rPr>
              <a:t>, </a:t>
            </a:r>
            <a:r>
              <a:rPr lang="en-ID" sz="1200" b="0" i="0" u="none" strike="noStrike" cap="none" dirty="0" err="1">
                <a:solidFill>
                  <a:schemeClr val="bg1"/>
                </a:solidFill>
                <a:ea typeface="Arial"/>
                <a:cs typeface="Arial"/>
                <a:sym typeface="Arial"/>
              </a:rPr>
              <a:t>consectetur</a:t>
            </a:r>
            <a:r>
              <a:rPr lang="id-ID" sz="1200" b="0" i="0" u="none" strike="noStrike" cap="none" dirty="0">
                <a:solidFill>
                  <a:schemeClr val="bg1"/>
                </a:solidFill>
                <a:ea typeface="Arial"/>
                <a:cs typeface="Arial"/>
                <a:sym typeface="Arial"/>
              </a:rPr>
              <a:t> </a:t>
            </a:r>
            <a:r>
              <a:rPr lang="en-ID" sz="1200" b="0" i="0" u="none" strike="noStrike" cap="none" dirty="0" err="1">
                <a:solidFill>
                  <a:schemeClr val="bg1"/>
                </a:solidFill>
                <a:ea typeface="Arial"/>
                <a:cs typeface="Arial"/>
                <a:sym typeface="Arial"/>
              </a:rPr>
              <a:t>sed</a:t>
            </a:r>
            <a:r>
              <a:rPr lang="en-ID" sz="1200" b="0" i="0" u="none" strike="noStrike" cap="none" dirty="0">
                <a:solidFill>
                  <a:schemeClr val="bg1"/>
                </a:solidFill>
                <a:ea typeface="Arial"/>
                <a:cs typeface="Arial"/>
                <a:sym typeface="Arial"/>
              </a:rPr>
              <a:t> do </a:t>
            </a:r>
            <a:r>
              <a:rPr lang="en-ID" sz="1200" b="0" i="0" u="none" strike="noStrike" cap="none" dirty="0" err="1">
                <a:solidFill>
                  <a:schemeClr val="bg1"/>
                </a:solidFill>
                <a:ea typeface="Arial"/>
                <a:cs typeface="Arial"/>
                <a:sym typeface="Arial"/>
              </a:rPr>
              <a:t>adipiscing</a:t>
            </a:r>
            <a:r>
              <a:rPr lang="en-ID" sz="1200" b="0" i="0" u="none" strike="noStrike" cap="none" dirty="0">
                <a:solidFill>
                  <a:schemeClr val="bg1"/>
                </a:solidFill>
                <a:ea typeface="Arial"/>
                <a:cs typeface="Arial"/>
                <a:sym typeface="Arial"/>
              </a:rPr>
              <a:t> </a:t>
            </a:r>
            <a:r>
              <a:rPr lang="en-ID" sz="1200" b="0" i="0" u="none" strike="noStrike" cap="none" dirty="0" err="1">
                <a:solidFill>
                  <a:schemeClr val="bg1"/>
                </a:solidFill>
                <a:ea typeface="Arial"/>
                <a:cs typeface="Arial"/>
                <a:sym typeface="Arial"/>
              </a:rPr>
              <a:t>elit</a:t>
            </a:r>
            <a:r>
              <a:rPr lang="en-ID" sz="1200" b="0" i="0" u="none" strike="noStrike" cap="none" dirty="0">
                <a:solidFill>
                  <a:schemeClr val="bg1"/>
                </a:solidFill>
                <a:ea typeface="Arial"/>
                <a:cs typeface="Arial"/>
                <a:sym typeface="Arial"/>
              </a:rPr>
              <a:t>, </a:t>
            </a:r>
            <a:r>
              <a:rPr lang="en-ID" sz="1200" b="0" i="0" u="none" strike="noStrike" cap="none" err="1">
                <a:solidFill>
                  <a:schemeClr val="bg1"/>
                </a:solidFill>
                <a:ea typeface="Arial"/>
                <a:cs typeface="Arial"/>
                <a:sym typeface="Arial"/>
              </a:rPr>
              <a:t>sed</a:t>
            </a:r>
            <a:r>
              <a:rPr lang="en-ID" sz="1200" b="0" i="0" u="none" strike="noStrike" cap="none">
                <a:solidFill>
                  <a:schemeClr val="bg1"/>
                </a:solidFill>
                <a:ea typeface="Arial"/>
                <a:cs typeface="Arial"/>
                <a:sym typeface="Arial"/>
              </a:rPr>
              <a:t> do</a:t>
            </a:r>
            <a:endParaRPr lang="id-ID" sz="1200" dirty="0">
              <a:solidFill>
                <a:schemeClr val="bg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6CEE258-6F4F-43C1-989F-E51C1C4B83D9}"/>
              </a:ext>
            </a:extLst>
          </p:cNvPr>
          <p:cNvSpPr txBox="1"/>
          <p:nvPr/>
        </p:nvSpPr>
        <p:spPr>
          <a:xfrm>
            <a:off x="1090657" y="4449645"/>
            <a:ext cx="218009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d-ID" sz="2000" b="0" i="0" u="none" strike="noStrike" cap="none">
                <a:solidFill>
                  <a:schemeClr val="accent3"/>
                </a:solidFill>
                <a:latin typeface="+mj-lt"/>
                <a:ea typeface="Arial"/>
                <a:cs typeface="Arial"/>
                <a:sym typeface="Arial"/>
              </a:rPr>
              <a:t>Your Text Here</a:t>
            </a:r>
            <a:endParaRPr lang="id-ID" sz="2000" dirty="0">
              <a:solidFill>
                <a:schemeClr val="accent3"/>
              </a:solidFill>
              <a:latin typeface="+mj-lt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09CA32C-4CFB-4A99-9395-A8CAC82F1986}"/>
              </a:ext>
            </a:extLst>
          </p:cNvPr>
          <p:cNvSpPr txBox="1"/>
          <p:nvPr/>
        </p:nvSpPr>
        <p:spPr>
          <a:xfrm>
            <a:off x="1090657" y="3982753"/>
            <a:ext cx="1679171" cy="3481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d-ID" sz="1600">
                <a:solidFill>
                  <a:schemeClr val="bg1"/>
                </a:solidFill>
              </a:rPr>
              <a:t>Step 1</a:t>
            </a:r>
            <a:endParaRPr lang="id-ID" sz="1600" dirty="0">
              <a:solidFill>
                <a:schemeClr val="bg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E664F0-03A8-402A-B568-080DB389B684}"/>
              </a:ext>
            </a:extLst>
          </p:cNvPr>
          <p:cNvSpPr txBox="1"/>
          <p:nvPr/>
        </p:nvSpPr>
        <p:spPr>
          <a:xfrm>
            <a:off x="5134368" y="4909048"/>
            <a:ext cx="2385302" cy="738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ID" sz="1200" b="0" i="0" u="none" strike="noStrike" cap="none" dirty="0">
                <a:ea typeface="Arial"/>
                <a:cs typeface="Arial"/>
                <a:sym typeface="Arial"/>
              </a:rPr>
              <a:t>Lorem ipsum </a:t>
            </a:r>
            <a:r>
              <a:rPr lang="en-ID" sz="1200" b="0" i="0" u="none" strike="noStrike" cap="none" dirty="0" err="1">
                <a:ea typeface="Arial"/>
                <a:cs typeface="Arial"/>
                <a:sym typeface="Arial"/>
              </a:rPr>
              <a:t>dolor</a:t>
            </a:r>
            <a:r>
              <a:rPr lang="en-ID" sz="1200" b="0" i="0" u="none" strike="noStrike" cap="none" dirty="0">
                <a:ea typeface="Arial"/>
                <a:cs typeface="Arial"/>
                <a:sym typeface="Arial"/>
              </a:rPr>
              <a:t> sit </a:t>
            </a:r>
            <a:r>
              <a:rPr lang="en-ID" sz="1200" b="0" i="0" u="none" strike="noStrike" cap="none" dirty="0" err="1">
                <a:ea typeface="Arial"/>
                <a:cs typeface="Arial"/>
                <a:sym typeface="Arial"/>
              </a:rPr>
              <a:t>amet</a:t>
            </a:r>
            <a:r>
              <a:rPr lang="en-ID" sz="1200" b="0" i="0" u="none" strike="noStrike" cap="none" dirty="0">
                <a:ea typeface="Arial"/>
                <a:cs typeface="Arial"/>
                <a:sym typeface="Arial"/>
              </a:rPr>
              <a:t>, </a:t>
            </a:r>
            <a:r>
              <a:rPr lang="en-ID" sz="1200" b="0" i="0" u="none" strike="noStrike" cap="none" dirty="0" err="1">
                <a:ea typeface="Arial"/>
                <a:cs typeface="Arial"/>
                <a:sym typeface="Arial"/>
              </a:rPr>
              <a:t>consectetur</a:t>
            </a:r>
            <a:r>
              <a:rPr lang="id-ID" sz="1200" b="0" i="0" u="none" strike="noStrike" cap="none" dirty="0">
                <a:ea typeface="Arial"/>
                <a:cs typeface="Arial"/>
                <a:sym typeface="Arial"/>
              </a:rPr>
              <a:t> </a:t>
            </a:r>
            <a:r>
              <a:rPr lang="en-ID" sz="1200" b="0" i="0" u="none" strike="noStrike" cap="none" dirty="0" err="1">
                <a:ea typeface="Arial"/>
                <a:cs typeface="Arial"/>
                <a:sym typeface="Arial"/>
              </a:rPr>
              <a:t>sed</a:t>
            </a:r>
            <a:r>
              <a:rPr lang="en-ID" sz="1200" b="0" i="0" u="none" strike="noStrike" cap="none" dirty="0">
                <a:ea typeface="Arial"/>
                <a:cs typeface="Arial"/>
                <a:sym typeface="Arial"/>
              </a:rPr>
              <a:t> do </a:t>
            </a:r>
            <a:r>
              <a:rPr lang="en-ID" sz="1200" b="0" i="0" u="none" strike="noStrike" cap="none" dirty="0" err="1">
                <a:ea typeface="Arial"/>
                <a:cs typeface="Arial"/>
                <a:sym typeface="Arial"/>
              </a:rPr>
              <a:t>adipiscing</a:t>
            </a:r>
            <a:r>
              <a:rPr lang="en-ID" sz="1200" b="0" i="0" u="none" strike="noStrike" cap="none" dirty="0">
                <a:ea typeface="Arial"/>
                <a:cs typeface="Arial"/>
                <a:sym typeface="Arial"/>
              </a:rPr>
              <a:t> </a:t>
            </a:r>
            <a:r>
              <a:rPr lang="en-ID" sz="1200" b="0" i="0" u="none" strike="noStrike" cap="none" dirty="0" err="1">
                <a:ea typeface="Arial"/>
                <a:cs typeface="Arial"/>
                <a:sym typeface="Arial"/>
              </a:rPr>
              <a:t>elit</a:t>
            </a:r>
            <a:r>
              <a:rPr lang="en-ID" sz="1200" b="0" i="0" u="none" strike="noStrike" cap="none" dirty="0">
                <a:ea typeface="Arial"/>
                <a:cs typeface="Arial"/>
                <a:sym typeface="Arial"/>
              </a:rPr>
              <a:t>, </a:t>
            </a:r>
            <a:r>
              <a:rPr lang="en-ID" sz="1200" b="0" i="0" u="none" strike="noStrike" cap="none" dirty="0" err="1">
                <a:ea typeface="Arial"/>
                <a:cs typeface="Arial"/>
                <a:sym typeface="Arial"/>
              </a:rPr>
              <a:t>sed</a:t>
            </a:r>
            <a:r>
              <a:rPr lang="en-ID" sz="1200" b="0" i="0" u="none" strike="noStrike" cap="none" dirty="0">
                <a:ea typeface="Arial"/>
                <a:cs typeface="Arial"/>
                <a:sym typeface="Arial"/>
              </a:rPr>
              <a:t> </a:t>
            </a:r>
            <a:r>
              <a:rPr lang="en-ID" sz="1200" b="0" i="0" u="none" strike="noStrike" cap="none">
                <a:ea typeface="Arial"/>
                <a:cs typeface="Arial"/>
                <a:sym typeface="Arial"/>
              </a:rPr>
              <a:t>do eiusmod</a:t>
            </a:r>
            <a:endParaRPr lang="id-ID" sz="12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567CC8C-D10C-4F84-B1ED-C9D133EE98AE}"/>
              </a:ext>
            </a:extLst>
          </p:cNvPr>
          <p:cNvSpPr txBox="1"/>
          <p:nvPr/>
        </p:nvSpPr>
        <p:spPr>
          <a:xfrm>
            <a:off x="5134368" y="4449645"/>
            <a:ext cx="218009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d-ID" sz="2000" b="0" i="0" u="none" strike="noStrike" cap="none">
                <a:latin typeface="+mj-lt"/>
                <a:ea typeface="Arial"/>
                <a:cs typeface="Arial"/>
                <a:sym typeface="Arial"/>
              </a:rPr>
              <a:t>Your Text Here</a:t>
            </a:r>
            <a:endParaRPr lang="id-ID" sz="2000" dirty="0">
              <a:latin typeface="+mj-lt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356A9BF-9526-4D46-9F3C-9D81ADFEA00C}"/>
              </a:ext>
            </a:extLst>
          </p:cNvPr>
          <p:cNvSpPr txBox="1"/>
          <p:nvPr/>
        </p:nvSpPr>
        <p:spPr>
          <a:xfrm>
            <a:off x="5134368" y="3977921"/>
            <a:ext cx="1679171" cy="3481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d-ID" sz="1600"/>
              <a:t>Step 2</a:t>
            </a:r>
            <a:endParaRPr lang="id-ID" sz="16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F48ECF7-7269-4B51-B2BA-73E0223921A4}"/>
              </a:ext>
            </a:extLst>
          </p:cNvPr>
          <p:cNvSpPr txBox="1"/>
          <p:nvPr/>
        </p:nvSpPr>
        <p:spPr>
          <a:xfrm>
            <a:off x="8716042" y="4909048"/>
            <a:ext cx="2385301" cy="738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ID" sz="1200" b="0" i="0" u="none" strike="noStrike" cap="none" dirty="0">
                <a:ea typeface="Arial"/>
                <a:cs typeface="Arial"/>
                <a:sym typeface="Arial"/>
              </a:rPr>
              <a:t>Lorem ipsum </a:t>
            </a:r>
            <a:r>
              <a:rPr lang="en-ID" sz="1200" b="0" i="0" u="none" strike="noStrike" cap="none" dirty="0" err="1">
                <a:ea typeface="Arial"/>
                <a:cs typeface="Arial"/>
                <a:sym typeface="Arial"/>
              </a:rPr>
              <a:t>dolor</a:t>
            </a:r>
            <a:r>
              <a:rPr lang="en-ID" sz="1200" b="0" i="0" u="none" strike="noStrike" cap="none" dirty="0">
                <a:ea typeface="Arial"/>
                <a:cs typeface="Arial"/>
                <a:sym typeface="Arial"/>
              </a:rPr>
              <a:t> sit </a:t>
            </a:r>
            <a:r>
              <a:rPr lang="en-ID" sz="1200" b="0" i="0" u="none" strike="noStrike" cap="none" dirty="0" err="1">
                <a:ea typeface="Arial"/>
                <a:cs typeface="Arial"/>
                <a:sym typeface="Arial"/>
              </a:rPr>
              <a:t>amet</a:t>
            </a:r>
            <a:r>
              <a:rPr lang="en-ID" sz="1200" b="0" i="0" u="none" strike="noStrike" cap="none" dirty="0">
                <a:ea typeface="Arial"/>
                <a:cs typeface="Arial"/>
                <a:sym typeface="Arial"/>
              </a:rPr>
              <a:t>, </a:t>
            </a:r>
            <a:r>
              <a:rPr lang="en-ID" sz="1200" b="0" i="0" u="none" strike="noStrike" cap="none" dirty="0" err="1">
                <a:ea typeface="Arial"/>
                <a:cs typeface="Arial"/>
                <a:sym typeface="Arial"/>
              </a:rPr>
              <a:t>consectetur</a:t>
            </a:r>
            <a:r>
              <a:rPr lang="id-ID" sz="1200" b="0" i="0" u="none" strike="noStrike" cap="none" dirty="0">
                <a:ea typeface="Arial"/>
                <a:cs typeface="Arial"/>
                <a:sym typeface="Arial"/>
              </a:rPr>
              <a:t> </a:t>
            </a:r>
            <a:r>
              <a:rPr lang="en-ID" sz="1200" b="0" i="0" u="none" strike="noStrike" cap="none" dirty="0" err="1">
                <a:ea typeface="Arial"/>
                <a:cs typeface="Arial"/>
                <a:sym typeface="Arial"/>
              </a:rPr>
              <a:t>sed</a:t>
            </a:r>
            <a:r>
              <a:rPr lang="en-ID" sz="1200" b="0" i="0" u="none" strike="noStrike" cap="none" dirty="0">
                <a:ea typeface="Arial"/>
                <a:cs typeface="Arial"/>
                <a:sym typeface="Arial"/>
              </a:rPr>
              <a:t> do </a:t>
            </a:r>
            <a:r>
              <a:rPr lang="en-ID" sz="1200" b="0" i="0" u="none" strike="noStrike" cap="none" dirty="0" err="1">
                <a:ea typeface="Arial"/>
                <a:cs typeface="Arial"/>
                <a:sym typeface="Arial"/>
              </a:rPr>
              <a:t>adipiscing</a:t>
            </a:r>
            <a:r>
              <a:rPr lang="en-ID" sz="1200" b="0" i="0" u="none" strike="noStrike" cap="none" dirty="0">
                <a:ea typeface="Arial"/>
                <a:cs typeface="Arial"/>
                <a:sym typeface="Arial"/>
              </a:rPr>
              <a:t> </a:t>
            </a:r>
            <a:r>
              <a:rPr lang="en-ID" sz="1200" b="0" i="0" u="none" strike="noStrike" cap="none" dirty="0" err="1">
                <a:ea typeface="Arial"/>
                <a:cs typeface="Arial"/>
                <a:sym typeface="Arial"/>
              </a:rPr>
              <a:t>elit</a:t>
            </a:r>
            <a:r>
              <a:rPr lang="en-ID" sz="1200" b="0" i="0" u="none" strike="noStrike" cap="none" dirty="0">
                <a:ea typeface="Arial"/>
                <a:cs typeface="Arial"/>
                <a:sym typeface="Arial"/>
              </a:rPr>
              <a:t>, </a:t>
            </a:r>
            <a:r>
              <a:rPr lang="en-ID" sz="1200" b="0" i="0" u="none" strike="noStrike" cap="none" dirty="0" err="1">
                <a:ea typeface="Arial"/>
                <a:cs typeface="Arial"/>
                <a:sym typeface="Arial"/>
              </a:rPr>
              <a:t>sed</a:t>
            </a:r>
            <a:r>
              <a:rPr lang="en-ID" sz="1200" b="0" i="0" u="none" strike="noStrike" cap="none" dirty="0">
                <a:ea typeface="Arial"/>
                <a:cs typeface="Arial"/>
                <a:sym typeface="Arial"/>
              </a:rPr>
              <a:t> </a:t>
            </a:r>
            <a:r>
              <a:rPr lang="en-ID" sz="1200" b="0" i="0" u="none" strike="noStrike" cap="none">
                <a:ea typeface="Arial"/>
                <a:cs typeface="Arial"/>
                <a:sym typeface="Arial"/>
              </a:rPr>
              <a:t>do eiusmod</a:t>
            </a:r>
            <a:r>
              <a:rPr lang="id-ID" sz="1200" b="0" i="0" u="none" strike="noStrike" cap="none">
                <a:ea typeface="Arial"/>
                <a:cs typeface="Arial"/>
                <a:sym typeface="Arial"/>
              </a:rPr>
              <a:t>.</a:t>
            </a:r>
            <a:endParaRPr lang="id-ID" sz="12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F5A9EF5-EAE2-4E2D-8201-0082442F6626}"/>
              </a:ext>
            </a:extLst>
          </p:cNvPr>
          <p:cNvSpPr txBox="1"/>
          <p:nvPr/>
        </p:nvSpPr>
        <p:spPr>
          <a:xfrm>
            <a:off x="8716042" y="4449645"/>
            <a:ext cx="218009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d-ID" sz="2000" b="0" i="0" u="none" strike="noStrike" cap="none">
                <a:latin typeface="+mj-lt"/>
                <a:ea typeface="Arial"/>
                <a:cs typeface="Arial"/>
                <a:sym typeface="Arial"/>
              </a:rPr>
              <a:t>Your Text Here</a:t>
            </a:r>
            <a:endParaRPr lang="id-ID" sz="2000" dirty="0">
              <a:latin typeface="+mj-lt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D5298F8-A9C4-4D6B-ACBE-B7F81AB7A6CB}"/>
              </a:ext>
            </a:extLst>
          </p:cNvPr>
          <p:cNvSpPr txBox="1"/>
          <p:nvPr/>
        </p:nvSpPr>
        <p:spPr>
          <a:xfrm>
            <a:off x="8684016" y="3977921"/>
            <a:ext cx="1679171" cy="3481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d-ID" sz="1600"/>
              <a:t>Step 3</a:t>
            </a:r>
            <a:endParaRPr lang="id-ID" sz="1600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E10A1684-B12A-441D-87CB-6E9839EA6F88}"/>
              </a:ext>
            </a:extLst>
          </p:cNvPr>
          <p:cNvCxnSpPr>
            <a:cxnSpLocks/>
          </p:cNvCxnSpPr>
          <p:nvPr/>
        </p:nvCxnSpPr>
        <p:spPr>
          <a:xfrm>
            <a:off x="609600" y="2963119"/>
            <a:ext cx="10972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AF8C148B-286C-4F91-BFD9-8BF13169F248}"/>
              </a:ext>
            </a:extLst>
          </p:cNvPr>
          <p:cNvSpPr/>
          <p:nvPr/>
        </p:nvSpPr>
        <p:spPr>
          <a:xfrm>
            <a:off x="2025147" y="2815590"/>
            <a:ext cx="303162" cy="29505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45521634-9DAA-406E-BE3E-1559C0025DE8}"/>
              </a:ext>
            </a:extLst>
          </p:cNvPr>
          <p:cNvSpPr/>
          <p:nvPr/>
        </p:nvSpPr>
        <p:spPr>
          <a:xfrm>
            <a:off x="6072836" y="2815590"/>
            <a:ext cx="303162" cy="295058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54E04C10-E1C6-4E18-AD82-CB9EEA7A8576}"/>
              </a:ext>
            </a:extLst>
          </p:cNvPr>
          <p:cNvSpPr/>
          <p:nvPr/>
        </p:nvSpPr>
        <p:spPr>
          <a:xfrm>
            <a:off x="9654510" y="2815590"/>
            <a:ext cx="303162" cy="29505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4BDCC8B-15EF-402F-B15D-DCCA93E758E8}"/>
              </a:ext>
            </a:extLst>
          </p:cNvPr>
          <p:cNvSpPr txBox="1"/>
          <p:nvPr/>
        </p:nvSpPr>
        <p:spPr>
          <a:xfrm>
            <a:off x="8267009" y="1790100"/>
            <a:ext cx="8980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d-ID" sz="2000"/>
              <a:t>2025</a:t>
            </a:r>
          </a:p>
        </p:txBody>
      </p:sp>
    </p:spTree>
    <p:extLst>
      <p:ext uri="{BB962C8B-B14F-4D97-AF65-F5344CB8AC3E}">
        <p14:creationId xmlns:p14="http://schemas.microsoft.com/office/powerpoint/2010/main" val="378676897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F4D41A3-9ACA-4050-A238-3E5B113C1C02}"/>
              </a:ext>
            </a:extLst>
          </p:cNvPr>
          <p:cNvSpPr txBox="1"/>
          <p:nvPr/>
        </p:nvSpPr>
        <p:spPr>
          <a:xfrm>
            <a:off x="6014977" y="995566"/>
            <a:ext cx="5744901" cy="186512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id-ID"/>
            </a:defPPr>
            <a:lvl1pPr>
              <a:lnSpc>
                <a:spcPct val="80000"/>
              </a:lnSpc>
              <a:defRPr sz="7200">
                <a:latin typeface="+mj-lt"/>
              </a:defRPr>
            </a:lvl1pPr>
          </a:lstStyle>
          <a:p>
            <a:r>
              <a:rPr lang="id-ID"/>
              <a:t>Partners </a:t>
            </a:r>
          </a:p>
          <a:p>
            <a:r>
              <a:rPr lang="id-ID"/>
              <a:t>And </a:t>
            </a:r>
            <a:r>
              <a:rPr lang="id-ID" i="1">
                <a:solidFill>
                  <a:schemeClr val="accent1"/>
                </a:solidFill>
              </a:rPr>
              <a:t>Sponsors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6C239129-7F7F-4746-BC18-B2B4294A71A6}"/>
              </a:ext>
            </a:extLst>
          </p:cNvPr>
          <p:cNvSpPr/>
          <p:nvPr/>
        </p:nvSpPr>
        <p:spPr>
          <a:xfrm>
            <a:off x="612111" y="3831220"/>
            <a:ext cx="2420906" cy="2361235"/>
          </a:xfrm>
          <a:prstGeom prst="roundRect">
            <a:avLst>
              <a:gd name="adj" fmla="val 34155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6" name="Subtitle 4">
            <a:extLst>
              <a:ext uri="{FF2B5EF4-FFF2-40B4-BE49-F238E27FC236}">
                <a16:creationId xmlns:a16="http://schemas.microsoft.com/office/drawing/2014/main" id="{DFC1B221-0F17-4A98-8473-33E39BF1A345}"/>
              </a:ext>
            </a:extLst>
          </p:cNvPr>
          <p:cNvSpPr txBox="1">
            <a:spLocks/>
          </p:cNvSpPr>
          <p:nvPr/>
        </p:nvSpPr>
        <p:spPr>
          <a:xfrm>
            <a:off x="8170794" y="4762881"/>
            <a:ext cx="3417650" cy="78931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id-ID"/>
            </a:defPPr>
            <a:lvl1pPr marL="171450" indent="-171450">
              <a:lnSpc>
                <a:spcPct val="130000"/>
              </a:lnSpc>
              <a:buFont typeface="Arial" panose="020B0604020202020204" pitchFamily="34" charset="0"/>
              <a:buChar char="•"/>
              <a:defRPr sz="1100" b="0" i="0" u="none" strike="noStrike" cap="none">
                <a:ea typeface="Arial"/>
                <a:cs typeface="Arial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lus Jakarta Sans" pitchFamily="2" charset="77"/>
                <a:ea typeface="+mn-ea"/>
                <a:cs typeface="Plus Jakarta Sans" pitchFamily="2" charset="77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lus Jakarta Sans" pitchFamily="2" charset="77"/>
                <a:ea typeface="+mn-ea"/>
                <a:cs typeface="Plus Jakarta Sans" pitchFamily="2" charset="77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lus Jakarta Sans" pitchFamily="2" charset="77"/>
                <a:ea typeface="+mn-ea"/>
                <a:cs typeface="Plus Jakarta Sans" pitchFamily="2" charset="77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lus Jakarta Sans" pitchFamily="2" charset="77"/>
                <a:ea typeface="+mn-ea"/>
                <a:cs typeface="Plus Jakarta Sans" pitchFamily="2" charset="77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dirty="0"/>
              <a:t>Lorem ipsum dolor sit amet, consectetuer adipiscing elit. Maecenas magna </a:t>
            </a:r>
            <a:r>
              <a:rPr lang="en-US" sz="1200"/>
              <a:t>sed pulvi</a:t>
            </a:r>
            <a:endParaRPr lang="id-ID" sz="1200"/>
          </a:p>
          <a:p>
            <a:pPr marL="0" indent="0">
              <a:buNone/>
            </a:pPr>
            <a:r>
              <a:rPr lang="en-US" sz="1200"/>
              <a:t>nar </a:t>
            </a:r>
            <a:r>
              <a:rPr lang="en-US" sz="1200" dirty="0"/>
              <a:t>porttitor </a:t>
            </a:r>
            <a:r>
              <a:rPr lang="en-US" sz="1200" err="1"/>
              <a:t>congue</a:t>
            </a:r>
            <a:r>
              <a:rPr lang="en-US" sz="1200"/>
              <a:t> massaquis</a:t>
            </a:r>
            <a:endParaRPr lang="en-US" sz="1200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5BFFA562-5662-4CED-B169-DEF002EA115A}"/>
              </a:ext>
            </a:extLst>
          </p:cNvPr>
          <p:cNvSpPr/>
          <p:nvPr/>
        </p:nvSpPr>
        <p:spPr>
          <a:xfrm>
            <a:off x="8254613" y="5759802"/>
            <a:ext cx="1457894" cy="432653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  <a:effectLst>
            <a:outerShdw blurRad="609600" dist="50800" dir="2700000" sx="95000" sy="95000" algn="tl" rotWithShape="0">
              <a:schemeClr val="accent2">
                <a:alpha val="21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d-ID" sz="1400">
                <a:solidFill>
                  <a:schemeClr val="bg1"/>
                </a:solidFill>
                <a:latin typeface="+mj-lt"/>
              </a:rPr>
              <a:t>Learn More</a:t>
            </a:r>
            <a:endParaRPr lang="id-ID" sz="14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DDED2D8-CC00-4CD6-BA73-DE00BFC0A5C8}"/>
              </a:ext>
            </a:extLst>
          </p:cNvPr>
          <p:cNvSpPr txBox="1"/>
          <p:nvPr/>
        </p:nvSpPr>
        <p:spPr>
          <a:xfrm>
            <a:off x="5027322" y="977278"/>
            <a:ext cx="8980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d-ID" sz="2000"/>
              <a:t>2025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C49B2F7C-A697-4A99-8AD3-5C1C0D86BC1C}"/>
              </a:ext>
            </a:extLst>
          </p:cNvPr>
          <p:cNvSpPr/>
          <p:nvPr/>
        </p:nvSpPr>
        <p:spPr>
          <a:xfrm>
            <a:off x="612111" y="995566"/>
            <a:ext cx="2420906" cy="2361234"/>
          </a:xfrm>
          <a:prstGeom prst="roundRect">
            <a:avLst>
              <a:gd name="adj" fmla="val 34155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91CFB31-510E-4F6B-861B-642357E791C0}"/>
              </a:ext>
            </a:extLst>
          </p:cNvPr>
          <p:cNvSpPr txBox="1"/>
          <p:nvPr/>
        </p:nvSpPr>
        <p:spPr>
          <a:xfrm>
            <a:off x="1124296" y="1377388"/>
            <a:ext cx="1570876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d-ID" sz="2800">
                <a:solidFill>
                  <a:schemeClr val="accent3"/>
                </a:solidFill>
                <a:latin typeface="+mj-lt"/>
              </a:rPr>
              <a:t>Local Govern-ments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6CEF82F-E31E-4706-9139-1E135F6BE593}"/>
              </a:ext>
            </a:extLst>
          </p:cNvPr>
          <p:cNvSpPr txBox="1"/>
          <p:nvPr/>
        </p:nvSpPr>
        <p:spPr>
          <a:xfrm>
            <a:off x="1124296" y="4348364"/>
            <a:ext cx="1456344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d-ID" sz="2800">
                <a:solidFill>
                  <a:schemeClr val="accent3"/>
                </a:solidFill>
                <a:latin typeface="+mj-lt"/>
              </a:rPr>
              <a:t>Intern-ational donors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5F50D10-CB42-4956-A028-0A9FAC2ECCBB}"/>
              </a:ext>
            </a:extLst>
          </p:cNvPr>
          <p:cNvGrpSpPr/>
          <p:nvPr/>
        </p:nvGrpSpPr>
        <p:grpSpPr>
          <a:xfrm rot="20209192">
            <a:off x="8254613" y="3381640"/>
            <a:ext cx="883920" cy="860293"/>
            <a:chOff x="4775341" y="3212654"/>
            <a:chExt cx="975219" cy="949152"/>
          </a:xfrm>
        </p:grpSpPr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63514F93-DFE9-4A7C-A084-F2469EC29664}"/>
                </a:ext>
              </a:extLst>
            </p:cNvPr>
            <p:cNvSpPr/>
            <p:nvPr/>
          </p:nvSpPr>
          <p:spPr>
            <a:xfrm>
              <a:off x="4775341" y="3212654"/>
              <a:ext cx="975219" cy="949152"/>
            </a:xfrm>
            <a:prstGeom prst="roundRect">
              <a:avLst>
                <a:gd name="adj" fmla="val 40747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/>
            </a:p>
          </p:txBody>
        </p:sp>
        <p:sp>
          <p:nvSpPr>
            <p:cNvPr id="16" name="Star: 4 Points 15">
              <a:extLst>
                <a:ext uri="{FF2B5EF4-FFF2-40B4-BE49-F238E27FC236}">
                  <a16:creationId xmlns:a16="http://schemas.microsoft.com/office/drawing/2014/main" id="{4F2F98EF-70C1-4174-8A93-3AA2197F3180}"/>
                </a:ext>
              </a:extLst>
            </p:cNvPr>
            <p:cNvSpPr/>
            <p:nvPr/>
          </p:nvSpPr>
          <p:spPr>
            <a:xfrm>
              <a:off x="4986158" y="3410438"/>
              <a:ext cx="553584" cy="553584"/>
            </a:xfrm>
            <a:prstGeom prst="star4">
              <a:avLst>
                <a:gd name="adj" fmla="val 20682"/>
              </a:avLst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/>
            </a:p>
          </p:txBody>
        </p:sp>
      </p:grpSp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F0B4FF1F-31D3-4839-BD0E-DA19DB80813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</p:sp>
    </p:spTree>
    <p:extLst>
      <p:ext uri="{BB962C8B-B14F-4D97-AF65-F5344CB8AC3E}">
        <p14:creationId xmlns:p14="http://schemas.microsoft.com/office/powerpoint/2010/main" val="394763132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D5052FC-CF68-434F-9F1F-0EBA5791689D}"/>
              </a:ext>
            </a:extLst>
          </p:cNvPr>
          <p:cNvSpPr txBox="1"/>
          <p:nvPr/>
        </p:nvSpPr>
        <p:spPr>
          <a:xfrm>
            <a:off x="508000" y="1354135"/>
            <a:ext cx="9828192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id-ID"/>
            </a:defPPr>
            <a:lvl1pPr>
              <a:lnSpc>
                <a:spcPct val="80000"/>
              </a:lnSpc>
              <a:defRPr sz="7200">
                <a:latin typeface="+mj-lt"/>
              </a:defRPr>
            </a:lvl1pPr>
          </a:lstStyle>
          <a:p>
            <a:pPr>
              <a:lnSpc>
                <a:spcPct val="90000"/>
              </a:lnSpc>
            </a:pPr>
            <a:r>
              <a:rPr lang="en-US" sz="6000"/>
              <a:t>No One Can Do Everything, But Everyone Can Do Something — </a:t>
            </a:r>
            <a:r>
              <a:rPr lang="en-US" sz="6000" i="1">
                <a:solidFill>
                  <a:schemeClr val="accent1"/>
                </a:solidFill>
              </a:rPr>
              <a:t>And Together, We Can Do Anything</a:t>
            </a:r>
            <a:endParaRPr lang="id-ID" sz="6000" i="1">
              <a:solidFill>
                <a:schemeClr val="accent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D0F51B1-E52A-4F82-8BEC-98B2223ABA78}"/>
              </a:ext>
            </a:extLst>
          </p:cNvPr>
          <p:cNvSpPr txBox="1"/>
          <p:nvPr/>
        </p:nvSpPr>
        <p:spPr>
          <a:xfrm>
            <a:off x="609600" y="5517602"/>
            <a:ext cx="22631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d-ID">
                <a:latin typeface="+mj-lt"/>
              </a:rPr>
              <a:t>— </a:t>
            </a:r>
            <a:r>
              <a:rPr lang="id-ID" i="1">
                <a:latin typeface="+mj-lt"/>
              </a:rPr>
              <a:t>Anonymous</a:t>
            </a:r>
            <a:endParaRPr lang="id-ID">
              <a:latin typeface="+mj-lt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274BB9A-23BA-48BE-8167-A19DC097590B}"/>
              </a:ext>
            </a:extLst>
          </p:cNvPr>
          <p:cNvSpPr txBox="1"/>
          <p:nvPr/>
        </p:nvSpPr>
        <p:spPr>
          <a:xfrm>
            <a:off x="3040668" y="5517602"/>
            <a:ext cx="3878292" cy="516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ID" sz="1200" b="0" i="0" u="none" strike="noStrike" cap="none" dirty="0">
                <a:ea typeface="Arial"/>
                <a:cs typeface="Arial"/>
                <a:sym typeface="Arial"/>
              </a:rPr>
              <a:t>Lorem ipsum </a:t>
            </a:r>
            <a:r>
              <a:rPr lang="en-ID" sz="1200" b="0" i="0" u="none" strike="noStrike" cap="none" dirty="0" err="1">
                <a:ea typeface="Arial"/>
                <a:cs typeface="Arial"/>
                <a:sym typeface="Arial"/>
              </a:rPr>
              <a:t>dolor</a:t>
            </a:r>
            <a:r>
              <a:rPr lang="en-ID" sz="1200" b="0" i="0" u="none" strike="noStrike" cap="none" dirty="0">
                <a:ea typeface="Arial"/>
                <a:cs typeface="Arial"/>
                <a:sym typeface="Arial"/>
              </a:rPr>
              <a:t> sit </a:t>
            </a:r>
            <a:r>
              <a:rPr lang="en-ID" sz="1200" b="0" i="0" u="none" strike="noStrike" cap="none" dirty="0" err="1">
                <a:ea typeface="Arial"/>
                <a:cs typeface="Arial"/>
                <a:sym typeface="Arial"/>
              </a:rPr>
              <a:t>amet</a:t>
            </a:r>
            <a:r>
              <a:rPr lang="en-ID" sz="1200" b="0" i="0" u="none" strike="noStrike" cap="none" dirty="0">
                <a:ea typeface="Arial"/>
                <a:cs typeface="Arial"/>
                <a:sym typeface="Arial"/>
              </a:rPr>
              <a:t>, </a:t>
            </a:r>
            <a:r>
              <a:rPr lang="en-ID" sz="1200" b="0" i="0" u="none" strike="noStrike" cap="none" dirty="0" err="1">
                <a:ea typeface="Arial"/>
                <a:cs typeface="Arial"/>
                <a:sym typeface="Arial"/>
              </a:rPr>
              <a:t>consectetur</a:t>
            </a:r>
            <a:r>
              <a:rPr lang="id-ID" sz="1200" b="0" i="0" u="none" strike="noStrike" cap="none" dirty="0">
                <a:ea typeface="Arial"/>
                <a:cs typeface="Arial"/>
                <a:sym typeface="Arial"/>
              </a:rPr>
              <a:t> </a:t>
            </a:r>
            <a:r>
              <a:rPr lang="en-ID" sz="1200" b="0" i="0" u="none" strike="noStrike" cap="none" dirty="0" err="1">
                <a:ea typeface="Arial"/>
                <a:cs typeface="Arial"/>
                <a:sym typeface="Arial"/>
              </a:rPr>
              <a:t>sed</a:t>
            </a:r>
            <a:r>
              <a:rPr lang="en-ID" sz="1200" b="0" i="0" u="none" strike="noStrike" cap="none" dirty="0">
                <a:ea typeface="Arial"/>
                <a:cs typeface="Arial"/>
                <a:sym typeface="Arial"/>
              </a:rPr>
              <a:t> do </a:t>
            </a:r>
            <a:r>
              <a:rPr lang="en-ID" sz="1200" b="0" i="0" u="none" strike="noStrike" cap="none" dirty="0" err="1">
                <a:ea typeface="Arial"/>
                <a:cs typeface="Arial"/>
                <a:sym typeface="Arial"/>
              </a:rPr>
              <a:t>adipiscing</a:t>
            </a:r>
            <a:r>
              <a:rPr lang="en-ID" sz="1200" b="0" i="0" u="none" strike="noStrike" cap="none" dirty="0">
                <a:ea typeface="Arial"/>
                <a:cs typeface="Arial"/>
                <a:sym typeface="Arial"/>
              </a:rPr>
              <a:t> </a:t>
            </a:r>
            <a:r>
              <a:rPr lang="en-ID" sz="1200" b="0" i="0" u="none" strike="noStrike" cap="none" dirty="0" err="1">
                <a:ea typeface="Arial"/>
                <a:cs typeface="Arial"/>
                <a:sym typeface="Arial"/>
              </a:rPr>
              <a:t>elit</a:t>
            </a:r>
            <a:r>
              <a:rPr lang="en-ID" sz="1200" b="0" i="0" u="none" strike="noStrike" cap="none" dirty="0">
                <a:ea typeface="Arial"/>
                <a:cs typeface="Arial"/>
                <a:sym typeface="Arial"/>
              </a:rPr>
              <a:t>, </a:t>
            </a:r>
            <a:r>
              <a:rPr lang="en-ID" sz="1200" b="0" i="0" u="none" strike="noStrike" cap="none" dirty="0" err="1">
                <a:ea typeface="Arial"/>
                <a:cs typeface="Arial"/>
                <a:sym typeface="Arial"/>
              </a:rPr>
              <a:t>sed</a:t>
            </a:r>
            <a:r>
              <a:rPr lang="en-ID" sz="1200" b="0" i="0" u="none" strike="noStrike" cap="none" dirty="0">
                <a:ea typeface="Arial"/>
                <a:cs typeface="Arial"/>
                <a:sym typeface="Arial"/>
              </a:rPr>
              <a:t> </a:t>
            </a:r>
            <a:r>
              <a:rPr lang="en-ID" sz="1200" b="0" i="0" u="none" strike="noStrike" cap="none">
                <a:ea typeface="Arial"/>
                <a:cs typeface="Arial"/>
                <a:sym typeface="Arial"/>
              </a:rPr>
              <a:t>do eiusmod</a:t>
            </a:r>
            <a:r>
              <a:rPr lang="id-ID" sz="1200" b="0" i="0" u="none" strike="noStrike" cap="none">
                <a:ea typeface="Arial"/>
                <a:cs typeface="Arial"/>
                <a:sym typeface="Arial"/>
              </a:rPr>
              <a:t>.</a:t>
            </a:r>
            <a:endParaRPr lang="id-ID" sz="1200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36654AB5-89B4-459C-95A3-C0B214930BE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</p:sp>
    </p:spTree>
    <p:extLst>
      <p:ext uri="{BB962C8B-B14F-4D97-AF65-F5344CB8AC3E}">
        <p14:creationId xmlns:p14="http://schemas.microsoft.com/office/powerpoint/2010/main" val="266633945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: Top Corners Rounded 13">
            <a:extLst>
              <a:ext uri="{FF2B5EF4-FFF2-40B4-BE49-F238E27FC236}">
                <a16:creationId xmlns:a16="http://schemas.microsoft.com/office/drawing/2014/main" id="{88CD88AD-57AF-46CC-A5CA-DF8A6AF5AC97}"/>
              </a:ext>
            </a:extLst>
          </p:cNvPr>
          <p:cNvSpPr/>
          <p:nvPr/>
        </p:nvSpPr>
        <p:spPr>
          <a:xfrm rot="16200000">
            <a:off x="6945939" y="-351481"/>
            <a:ext cx="1865125" cy="8626997"/>
          </a:xfrm>
          <a:prstGeom prst="round2SameRect">
            <a:avLst>
              <a:gd name="adj1" fmla="val 36968"/>
              <a:gd name="adj2" fmla="val 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E5FDEF4-5C82-422C-BA43-53701FD9781C}"/>
              </a:ext>
            </a:extLst>
          </p:cNvPr>
          <p:cNvSpPr txBox="1"/>
          <p:nvPr/>
        </p:nvSpPr>
        <p:spPr>
          <a:xfrm>
            <a:off x="500219" y="997838"/>
            <a:ext cx="3427456" cy="186512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id-ID"/>
            </a:defPPr>
            <a:lvl1pPr>
              <a:lnSpc>
                <a:spcPct val="80000"/>
              </a:lnSpc>
              <a:defRPr sz="7200">
                <a:latin typeface="+mj-lt"/>
              </a:defRPr>
            </a:lvl1pPr>
          </a:lstStyle>
          <a:p>
            <a:r>
              <a:rPr lang="id-ID"/>
              <a:t>Our </a:t>
            </a:r>
          </a:p>
          <a:p>
            <a:r>
              <a:rPr lang="id-ID" i="1">
                <a:solidFill>
                  <a:schemeClr val="accent1"/>
                </a:solidFill>
              </a:rPr>
              <a:t>Gallery</a:t>
            </a:r>
          </a:p>
        </p:txBody>
      </p:sp>
      <p:sp>
        <p:nvSpPr>
          <p:cNvPr id="7" name="Subtitle 4">
            <a:extLst>
              <a:ext uri="{FF2B5EF4-FFF2-40B4-BE49-F238E27FC236}">
                <a16:creationId xmlns:a16="http://schemas.microsoft.com/office/drawing/2014/main" id="{22982ADF-F8C4-464A-B212-24DEBEF51648}"/>
              </a:ext>
            </a:extLst>
          </p:cNvPr>
          <p:cNvSpPr txBox="1">
            <a:spLocks/>
          </p:cNvSpPr>
          <p:nvPr/>
        </p:nvSpPr>
        <p:spPr>
          <a:xfrm>
            <a:off x="534944" y="4642853"/>
            <a:ext cx="2900325" cy="78931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id-ID"/>
            </a:defPPr>
            <a:lvl1pPr marL="171450" indent="-171450">
              <a:lnSpc>
                <a:spcPct val="130000"/>
              </a:lnSpc>
              <a:buFont typeface="Arial" panose="020B0604020202020204" pitchFamily="34" charset="0"/>
              <a:buChar char="•"/>
              <a:defRPr sz="1100" b="0" i="0" u="none" strike="noStrike" cap="none">
                <a:ea typeface="Arial"/>
                <a:cs typeface="Arial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lus Jakarta Sans" pitchFamily="2" charset="77"/>
                <a:ea typeface="+mn-ea"/>
                <a:cs typeface="Plus Jakarta Sans" pitchFamily="2" charset="77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lus Jakarta Sans" pitchFamily="2" charset="77"/>
                <a:ea typeface="+mn-ea"/>
                <a:cs typeface="Plus Jakarta Sans" pitchFamily="2" charset="77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lus Jakarta Sans" pitchFamily="2" charset="77"/>
                <a:ea typeface="+mn-ea"/>
                <a:cs typeface="Plus Jakarta Sans" pitchFamily="2" charset="77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lus Jakarta Sans" pitchFamily="2" charset="77"/>
                <a:ea typeface="+mn-ea"/>
                <a:cs typeface="Plus Jakarta Sans" pitchFamily="2" charset="77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dirty="0"/>
              <a:t>Lorem ipsum dolor sit amet</a:t>
            </a:r>
            <a:r>
              <a:rPr lang="en-US" sz="1200"/>
              <a:t>, conse</a:t>
            </a:r>
            <a:endParaRPr lang="id-ID" sz="1200"/>
          </a:p>
          <a:p>
            <a:pPr marL="0" indent="0">
              <a:buNone/>
            </a:pPr>
            <a:r>
              <a:rPr lang="en-US" sz="1200"/>
              <a:t>ctetuer </a:t>
            </a:r>
            <a:r>
              <a:rPr lang="en-US" sz="1200" dirty="0"/>
              <a:t>adipiscing elit. </a:t>
            </a:r>
            <a:r>
              <a:rPr lang="en-US" sz="1200"/>
              <a:t>Maecenas m</a:t>
            </a:r>
            <a:endParaRPr lang="id-ID" sz="1200"/>
          </a:p>
          <a:p>
            <a:pPr marL="0" indent="0">
              <a:buNone/>
            </a:pPr>
            <a:r>
              <a:rPr lang="en-US" sz="1200"/>
              <a:t>agna sed pulvinar</a:t>
            </a:r>
            <a:r>
              <a:rPr lang="id-ID" sz="1200"/>
              <a:t>.</a:t>
            </a:r>
            <a:endParaRPr lang="en-US" sz="1200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BA276F1F-D830-48B2-B288-417EBFACD61D}"/>
              </a:ext>
            </a:extLst>
          </p:cNvPr>
          <p:cNvSpPr/>
          <p:nvPr/>
        </p:nvSpPr>
        <p:spPr>
          <a:xfrm>
            <a:off x="609600" y="5599519"/>
            <a:ext cx="1457894" cy="432653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  <a:effectLst>
            <a:outerShdw blurRad="609600" dist="50800" dir="2700000" sx="95000" sy="95000" algn="tl" rotWithShape="0">
              <a:schemeClr val="accent2">
                <a:alpha val="21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d-ID" sz="1400">
                <a:solidFill>
                  <a:schemeClr val="bg1"/>
                </a:solidFill>
                <a:latin typeface="+mj-lt"/>
              </a:rPr>
              <a:t>Learn More</a:t>
            </a:r>
            <a:endParaRPr lang="id-ID" sz="14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5B9E9A84-92B4-46D1-ACD0-751E3F33475D}"/>
              </a:ext>
            </a:extLst>
          </p:cNvPr>
          <p:cNvSpPr txBox="1">
            <a:spLocks/>
          </p:cNvSpPr>
          <p:nvPr/>
        </p:nvSpPr>
        <p:spPr>
          <a:xfrm>
            <a:off x="4170621" y="1180527"/>
            <a:ext cx="646773" cy="48013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id-ID"/>
            </a:defPPr>
            <a:lvl1pPr>
              <a:lnSpc>
                <a:spcPct val="90000"/>
              </a:lnSpc>
              <a:defRPr sz="54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id-ID" sz="2800">
                <a:solidFill>
                  <a:schemeClr val="tx1"/>
                </a:solidFill>
                <a:latin typeface="+mn-lt"/>
              </a:rPr>
              <a:t>01</a:t>
            </a:r>
            <a:endParaRPr lang="en-US" sz="280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8BEAFB60-6820-41DA-81CD-46F87B4935AC}"/>
              </a:ext>
            </a:extLst>
          </p:cNvPr>
          <p:cNvSpPr txBox="1">
            <a:spLocks/>
          </p:cNvSpPr>
          <p:nvPr/>
        </p:nvSpPr>
        <p:spPr>
          <a:xfrm>
            <a:off x="6676715" y="1180527"/>
            <a:ext cx="646773" cy="48013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id-ID"/>
            </a:defPPr>
            <a:lvl1pPr>
              <a:lnSpc>
                <a:spcPct val="90000"/>
              </a:lnSpc>
              <a:defRPr sz="54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id-ID" sz="2800">
                <a:solidFill>
                  <a:schemeClr val="tx1"/>
                </a:solidFill>
                <a:latin typeface="+mn-lt"/>
              </a:rPr>
              <a:t>02</a:t>
            </a:r>
            <a:endParaRPr lang="en-US" sz="280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058A94BB-3198-4310-A179-A446FEC1D79A}"/>
              </a:ext>
            </a:extLst>
          </p:cNvPr>
          <p:cNvSpPr txBox="1">
            <a:spLocks/>
          </p:cNvSpPr>
          <p:nvPr/>
        </p:nvSpPr>
        <p:spPr>
          <a:xfrm>
            <a:off x="9333843" y="1180527"/>
            <a:ext cx="646773" cy="48013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id-ID"/>
            </a:defPPr>
            <a:lvl1pPr>
              <a:lnSpc>
                <a:spcPct val="90000"/>
              </a:lnSpc>
              <a:defRPr sz="54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id-ID" sz="2800">
                <a:solidFill>
                  <a:schemeClr val="tx1"/>
                </a:solidFill>
                <a:latin typeface="+mn-lt"/>
              </a:rPr>
              <a:t>03</a:t>
            </a:r>
            <a:endParaRPr lang="en-US" sz="280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4A341B1-6541-4511-AF86-8CBB0881CBCD}"/>
              </a:ext>
            </a:extLst>
          </p:cNvPr>
          <p:cNvSpPr txBox="1"/>
          <p:nvPr/>
        </p:nvSpPr>
        <p:spPr>
          <a:xfrm>
            <a:off x="440481" y="2746154"/>
            <a:ext cx="8980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d-ID" sz="2000"/>
              <a:t>2025</a:t>
            </a:r>
          </a:p>
        </p:txBody>
      </p:sp>
      <p:sp>
        <p:nvSpPr>
          <p:cNvPr id="26" name="Picture Placeholder 25">
            <a:extLst>
              <a:ext uri="{FF2B5EF4-FFF2-40B4-BE49-F238E27FC236}">
                <a16:creationId xmlns:a16="http://schemas.microsoft.com/office/drawing/2014/main" id="{84EEC6F7-02F8-488E-8BA8-124A5D57A94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</p:sp>
      <p:sp>
        <p:nvSpPr>
          <p:cNvPr id="28" name="Picture Placeholder 27">
            <a:extLst>
              <a:ext uri="{FF2B5EF4-FFF2-40B4-BE49-F238E27FC236}">
                <a16:creationId xmlns:a16="http://schemas.microsoft.com/office/drawing/2014/main" id="{65581751-D1F1-4E31-8FEB-C6A8C727BFC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</p:sp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1304D5C5-4B01-4D54-9C4A-986CB27FA335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/>
      </p:sp>
    </p:spTree>
    <p:extLst>
      <p:ext uri="{BB962C8B-B14F-4D97-AF65-F5344CB8AC3E}">
        <p14:creationId xmlns:p14="http://schemas.microsoft.com/office/powerpoint/2010/main" val="242128977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65F7C1B-9D10-4E19-87AE-50081C1CF5D8}"/>
              </a:ext>
            </a:extLst>
          </p:cNvPr>
          <p:cNvSpPr txBox="1"/>
          <p:nvPr/>
        </p:nvSpPr>
        <p:spPr>
          <a:xfrm>
            <a:off x="469900" y="3574347"/>
            <a:ext cx="4610100" cy="2529923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id-ID"/>
            </a:defPPr>
            <a:lvl1pPr>
              <a:lnSpc>
                <a:spcPct val="80000"/>
              </a:lnSpc>
              <a:defRPr sz="7200">
                <a:latin typeface="+mj-lt"/>
              </a:defRPr>
            </a:lvl1pPr>
          </a:lstStyle>
          <a:p>
            <a:r>
              <a:rPr lang="id-ID" sz="6600"/>
              <a:t>Shaping The Future </a:t>
            </a:r>
            <a:r>
              <a:rPr lang="id-ID" sz="6600" i="1">
                <a:solidFill>
                  <a:schemeClr val="accent1"/>
                </a:solidFill>
              </a:rPr>
              <a:t>Together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83D1A9F-31A2-4201-903C-9F506F4F3BC5}"/>
              </a:ext>
            </a:extLst>
          </p:cNvPr>
          <p:cNvSpPr txBox="1"/>
          <p:nvPr/>
        </p:nvSpPr>
        <p:spPr>
          <a:xfrm>
            <a:off x="10320505" y="3899667"/>
            <a:ext cx="1784200" cy="4252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>
                <a:latin typeface="+mj-lt"/>
              </a:rPr>
              <a:t>Phone</a:t>
            </a:r>
            <a:endParaRPr lang="en-US" dirty="0">
              <a:latin typeface="+mj-lt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22E00DD-EEEB-4835-931E-835465660547}"/>
              </a:ext>
            </a:extLst>
          </p:cNvPr>
          <p:cNvSpPr txBox="1"/>
          <p:nvPr/>
        </p:nvSpPr>
        <p:spPr>
          <a:xfrm>
            <a:off x="6765502" y="3868987"/>
            <a:ext cx="1073425" cy="4252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>
                <a:latin typeface="+mj-lt"/>
              </a:rPr>
              <a:t>Email</a:t>
            </a:r>
            <a:endParaRPr lang="en-US" dirty="0">
              <a:latin typeface="+mj-lt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4083438-1B71-4544-8CE1-1AAD1BE1931E}"/>
              </a:ext>
            </a:extLst>
          </p:cNvPr>
          <p:cNvSpPr txBox="1"/>
          <p:nvPr/>
        </p:nvSpPr>
        <p:spPr>
          <a:xfrm>
            <a:off x="10279523" y="4347943"/>
            <a:ext cx="1581543" cy="3798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sz="1200"/>
              <a:t>+1234567890</a:t>
            </a:r>
            <a:endParaRPr lang="en-US" sz="12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2DE043B-D034-49F8-BDB4-26AC48A329FC}"/>
              </a:ext>
            </a:extLst>
          </p:cNvPr>
          <p:cNvSpPr txBox="1"/>
          <p:nvPr/>
        </p:nvSpPr>
        <p:spPr>
          <a:xfrm>
            <a:off x="6765502" y="4347943"/>
            <a:ext cx="1581543" cy="3798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sz="1200"/>
              <a:t>mail@mail.com</a:t>
            </a:r>
            <a:endParaRPr lang="en-US" sz="12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B8B331D-18AB-4EBC-8F0C-FD0BCCEF262B}"/>
              </a:ext>
            </a:extLst>
          </p:cNvPr>
          <p:cNvSpPr txBox="1"/>
          <p:nvPr/>
        </p:nvSpPr>
        <p:spPr>
          <a:xfrm>
            <a:off x="8597647" y="3868987"/>
            <a:ext cx="1639963" cy="4252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id-ID">
                <a:latin typeface="+mj-lt"/>
              </a:rPr>
              <a:t>Suport</a:t>
            </a:r>
            <a:endParaRPr lang="en-US" dirty="0">
              <a:latin typeface="+mj-lt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B833752-1B58-4E72-851E-640F3B261D58}"/>
              </a:ext>
            </a:extLst>
          </p:cNvPr>
          <p:cNvSpPr txBox="1"/>
          <p:nvPr/>
        </p:nvSpPr>
        <p:spPr>
          <a:xfrm>
            <a:off x="8597648" y="4347943"/>
            <a:ext cx="1708351" cy="3091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id-ID" sz="1200"/>
              <a:t>hello@morph.io</a:t>
            </a:r>
            <a:endParaRPr lang="en-US" sz="1200" dirty="0"/>
          </a:p>
        </p:txBody>
      </p:sp>
      <p:sp>
        <p:nvSpPr>
          <p:cNvPr id="12" name="Subtitle 4">
            <a:extLst>
              <a:ext uri="{FF2B5EF4-FFF2-40B4-BE49-F238E27FC236}">
                <a16:creationId xmlns:a16="http://schemas.microsoft.com/office/drawing/2014/main" id="{A48FA778-7CC7-41D4-B294-1A8D21DA5446}"/>
              </a:ext>
            </a:extLst>
          </p:cNvPr>
          <p:cNvSpPr txBox="1">
            <a:spLocks/>
          </p:cNvSpPr>
          <p:nvPr/>
        </p:nvSpPr>
        <p:spPr>
          <a:xfrm>
            <a:off x="6765501" y="5102078"/>
            <a:ext cx="5007399" cy="78931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id-ID"/>
            </a:defPPr>
            <a:lvl1pPr marL="171450" indent="-171450">
              <a:lnSpc>
                <a:spcPct val="130000"/>
              </a:lnSpc>
              <a:buFont typeface="Arial" panose="020B0604020202020204" pitchFamily="34" charset="0"/>
              <a:buChar char="•"/>
              <a:defRPr sz="1100" b="0" i="0" u="none" strike="noStrike" cap="none">
                <a:ea typeface="Arial"/>
                <a:cs typeface="Arial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lus Jakarta Sans" pitchFamily="2" charset="77"/>
                <a:ea typeface="+mn-ea"/>
                <a:cs typeface="Plus Jakarta Sans" pitchFamily="2" charset="77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lus Jakarta Sans" pitchFamily="2" charset="77"/>
                <a:ea typeface="+mn-ea"/>
                <a:cs typeface="Plus Jakarta Sans" pitchFamily="2" charset="77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lus Jakarta Sans" pitchFamily="2" charset="77"/>
                <a:ea typeface="+mn-ea"/>
                <a:cs typeface="Plus Jakarta Sans" pitchFamily="2" charset="77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lus Jakarta Sans" pitchFamily="2" charset="77"/>
                <a:ea typeface="+mn-ea"/>
                <a:cs typeface="Plus Jakarta Sans" pitchFamily="2" charset="77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dirty="0"/>
              <a:t>Lorem ipsum dolor sit amet, consectetuer adipiscing elit</a:t>
            </a:r>
            <a:r>
              <a:rPr lang="en-US" sz="1200"/>
              <a:t>. Maece</a:t>
            </a:r>
            <a:endParaRPr lang="id-ID" sz="1200"/>
          </a:p>
          <a:p>
            <a:pPr marL="0" indent="0">
              <a:buNone/>
            </a:pPr>
            <a:r>
              <a:rPr lang="en-US" sz="1200"/>
              <a:t>nas </a:t>
            </a:r>
            <a:r>
              <a:rPr lang="en-US" sz="1200" dirty="0"/>
              <a:t>magna </a:t>
            </a:r>
            <a:r>
              <a:rPr lang="en-US" sz="1200"/>
              <a:t>sed pulvinar </a:t>
            </a:r>
            <a:r>
              <a:rPr lang="en-US" sz="1200" dirty="0"/>
              <a:t>porttitor </a:t>
            </a:r>
            <a:r>
              <a:rPr lang="en-US" sz="1200" dirty="0" err="1"/>
              <a:t>congue</a:t>
            </a:r>
            <a:r>
              <a:rPr lang="en-US" sz="1200" dirty="0"/>
              <a:t> </a:t>
            </a:r>
            <a:r>
              <a:rPr lang="en-US" sz="1200" dirty="0" err="1"/>
              <a:t>massaquis</a:t>
            </a:r>
            <a:r>
              <a:rPr lang="en-US" sz="1200" dirty="0"/>
              <a:t> </a:t>
            </a:r>
            <a:r>
              <a:rPr lang="en-US" sz="1200" err="1"/>
              <a:t>urna</a:t>
            </a:r>
            <a:r>
              <a:rPr lang="en-US" sz="1200"/>
              <a:t>. Lorem ipsum dolor sit amet, consectetuer</a:t>
            </a:r>
            <a:endParaRPr lang="en-US" sz="12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BECB3B5-61D2-4F91-A129-CDF919B0A48E}"/>
              </a:ext>
            </a:extLst>
          </p:cNvPr>
          <p:cNvSpPr txBox="1"/>
          <p:nvPr/>
        </p:nvSpPr>
        <p:spPr>
          <a:xfrm>
            <a:off x="3845161" y="5563273"/>
            <a:ext cx="8980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d-ID" sz="2000"/>
              <a:t>2025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6B7A9DA8-94B1-497C-8FD4-FC23CA5FB871}"/>
              </a:ext>
            </a:extLst>
          </p:cNvPr>
          <p:cNvGrpSpPr/>
          <p:nvPr/>
        </p:nvGrpSpPr>
        <p:grpSpPr>
          <a:xfrm rot="20209192">
            <a:off x="10628334" y="2524465"/>
            <a:ext cx="883920" cy="860293"/>
            <a:chOff x="4775341" y="3212654"/>
            <a:chExt cx="975219" cy="949152"/>
          </a:xfrm>
        </p:grpSpPr>
        <p:sp>
          <p:nvSpPr>
            <p:cNvPr id="16" name="Rectangle: Rounded Corners 15">
              <a:extLst>
                <a:ext uri="{FF2B5EF4-FFF2-40B4-BE49-F238E27FC236}">
                  <a16:creationId xmlns:a16="http://schemas.microsoft.com/office/drawing/2014/main" id="{224EB8D8-CB74-45E9-9FF9-A32CA33A63C2}"/>
                </a:ext>
              </a:extLst>
            </p:cNvPr>
            <p:cNvSpPr/>
            <p:nvPr/>
          </p:nvSpPr>
          <p:spPr>
            <a:xfrm>
              <a:off x="4775341" y="3212654"/>
              <a:ext cx="975219" cy="949152"/>
            </a:xfrm>
            <a:prstGeom prst="roundRect">
              <a:avLst>
                <a:gd name="adj" fmla="val 40747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/>
            </a:p>
          </p:txBody>
        </p:sp>
        <p:sp>
          <p:nvSpPr>
            <p:cNvPr id="17" name="Star: 4 Points 16">
              <a:extLst>
                <a:ext uri="{FF2B5EF4-FFF2-40B4-BE49-F238E27FC236}">
                  <a16:creationId xmlns:a16="http://schemas.microsoft.com/office/drawing/2014/main" id="{9A91DBFC-5311-4E06-BAA8-EB5003136794}"/>
                </a:ext>
              </a:extLst>
            </p:cNvPr>
            <p:cNvSpPr/>
            <p:nvPr/>
          </p:nvSpPr>
          <p:spPr>
            <a:xfrm>
              <a:off x="4986158" y="3410438"/>
              <a:ext cx="553584" cy="553584"/>
            </a:xfrm>
            <a:prstGeom prst="star4">
              <a:avLst>
                <a:gd name="adj" fmla="val 20682"/>
              </a:avLst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/>
            </a:p>
          </p:txBody>
        </p:sp>
      </p:grp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77A26B2F-C2D1-44E2-9B18-C08E6408322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</p:sp>
    </p:spTree>
    <p:extLst>
      <p:ext uri="{BB962C8B-B14F-4D97-AF65-F5344CB8AC3E}">
        <p14:creationId xmlns:p14="http://schemas.microsoft.com/office/powerpoint/2010/main" val="25159496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A31AE3B-6F8D-4449-9A43-EDBAC0648C05}"/>
              </a:ext>
            </a:extLst>
          </p:cNvPr>
          <p:cNvSpPr txBox="1"/>
          <p:nvPr/>
        </p:nvSpPr>
        <p:spPr>
          <a:xfrm>
            <a:off x="2210765" y="2110918"/>
            <a:ext cx="7770470" cy="24560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80000"/>
              </a:lnSpc>
            </a:pPr>
            <a:r>
              <a:rPr lang="id-ID" sz="9600">
                <a:latin typeface="+mj-lt"/>
              </a:rPr>
              <a:t>Thank You For </a:t>
            </a:r>
            <a:r>
              <a:rPr lang="id-ID" sz="9600" i="1">
                <a:solidFill>
                  <a:schemeClr val="accent1"/>
                </a:solidFill>
                <a:latin typeface="+mj-lt"/>
              </a:rPr>
              <a:t>Watching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33C0235-156B-4197-BE26-B1017A22A2D4}"/>
              </a:ext>
            </a:extLst>
          </p:cNvPr>
          <p:cNvSpPr txBox="1"/>
          <p:nvPr/>
        </p:nvSpPr>
        <p:spPr>
          <a:xfrm>
            <a:off x="9621729" y="3912383"/>
            <a:ext cx="106011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d-ID" sz="2000"/>
              <a:t>2025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FA9CE898-F7EF-4CA3-A3CA-9B3C7AF6FEC5}"/>
              </a:ext>
            </a:extLst>
          </p:cNvPr>
          <p:cNvGrpSpPr/>
          <p:nvPr/>
        </p:nvGrpSpPr>
        <p:grpSpPr>
          <a:xfrm rot="20209192">
            <a:off x="4058533" y="1326911"/>
            <a:ext cx="883920" cy="860293"/>
            <a:chOff x="4775341" y="3212654"/>
            <a:chExt cx="975219" cy="949152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CB4022E4-A86A-47D4-9240-363EE29DFA67}"/>
                </a:ext>
              </a:extLst>
            </p:cNvPr>
            <p:cNvSpPr/>
            <p:nvPr/>
          </p:nvSpPr>
          <p:spPr>
            <a:xfrm>
              <a:off x="4775341" y="3212654"/>
              <a:ext cx="975219" cy="949152"/>
            </a:xfrm>
            <a:prstGeom prst="roundRect">
              <a:avLst>
                <a:gd name="adj" fmla="val 40747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/>
            </a:p>
          </p:txBody>
        </p:sp>
        <p:sp>
          <p:nvSpPr>
            <p:cNvPr id="13" name="Star: 4 Points 12">
              <a:extLst>
                <a:ext uri="{FF2B5EF4-FFF2-40B4-BE49-F238E27FC236}">
                  <a16:creationId xmlns:a16="http://schemas.microsoft.com/office/drawing/2014/main" id="{45464113-30B2-49A6-B753-DC36520E63DA}"/>
                </a:ext>
              </a:extLst>
            </p:cNvPr>
            <p:cNvSpPr/>
            <p:nvPr/>
          </p:nvSpPr>
          <p:spPr>
            <a:xfrm>
              <a:off x="4986158" y="3410438"/>
              <a:ext cx="553584" cy="553584"/>
            </a:xfrm>
            <a:prstGeom prst="star4">
              <a:avLst>
                <a:gd name="adj" fmla="val 20682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/>
            </a:p>
          </p:txBody>
        </p:sp>
      </p:grpSp>
      <p:sp>
        <p:nvSpPr>
          <p:cNvPr id="14" name="Subtitle 4">
            <a:extLst>
              <a:ext uri="{FF2B5EF4-FFF2-40B4-BE49-F238E27FC236}">
                <a16:creationId xmlns:a16="http://schemas.microsoft.com/office/drawing/2014/main" id="{A1F09B3E-D0A7-424D-B8A5-488F77C3818D}"/>
              </a:ext>
            </a:extLst>
          </p:cNvPr>
          <p:cNvSpPr txBox="1">
            <a:spLocks/>
          </p:cNvSpPr>
          <p:nvPr/>
        </p:nvSpPr>
        <p:spPr>
          <a:xfrm>
            <a:off x="3728720" y="4662888"/>
            <a:ext cx="4734560" cy="549253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id-ID"/>
            </a:defPPr>
            <a:lvl1pPr marL="171450" indent="-171450">
              <a:lnSpc>
                <a:spcPct val="130000"/>
              </a:lnSpc>
              <a:buFont typeface="Arial" panose="020B0604020202020204" pitchFamily="34" charset="0"/>
              <a:buChar char="•"/>
              <a:defRPr sz="1100" b="0" i="0" u="none" strike="noStrike" cap="none">
                <a:ea typeface="Arial"/>
                <a:cs typeface="Arial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lus Jakarta Sans" pitchFamily="2" charset="77"/>
                <a:ea typeface="+mn-ea"/>
                <a:cs typeface="Plus Jakarta Sans" pitchFamily="2" charset="77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lus Jakarta Sans" pitchFamily="2" charset="77"/>
                <a:ea typeface="+mn-ea"/>
                <a:cs typeface="Plus Jakarta Sans" pitchFamily="2" charset="77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lus Jakarta Sans" pitchFamily="2" charset="77"/>
                <a:ea typeface="+mn-ea"/>
                <a:cs typeface="Plus Jakarta Sans" pitchFamily="2" charset="77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lus Jakarta Sans" pitchFamily="2" charset="77"/>
                <a:ea typeface="+mn-ea"/>
                <a:cs typeface="Plus Jakarta Sans" pitchFamily="2" charset="77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200" dirty="0"/>
              <a:t>Lorem ipsum dolor sit amet, consectetuer adipiscing elit. Maecenas magna </a:t>
            </a:r>
            <a:r>
              <a:rPr lang="en-US" sz="1200"/>
              <a:t>sed pulvinar porttitor</a:t>
            </a:r>
            <a:endParaRPr lang="en-US" sz="1200" dirty="0"/>
          </a:p>
        </p:txBody>
      </p:sp>
      <p:sp>
        <p:nvSpPr>
          <p:cNvPr id="15" name="Subtitle 4">
            <a:extLst>
              <a:ext uri="{FF2B5EF4-FFF2-40B4-BE49-F238E27FC236}">
                <a16:creationId xmlns:a16="http://schemas.microsoft.com/office/drawing/2014/main" id="{02CE5C1F-FBF4-4779-8BC1-AE7610981D91}"/>
              </a:ext>
            </a:extLst>
          </p:cNvPr>
          <p:cNvSpPr txBox="1">
            <a:spLocks/>
          </p:cNvSpPr>
          <p:nvPr/>
        </p:nvSpPr>
        <p:spPr>
          <a:xfrm>
            <a:off x="525781" y="878427"/>
            <a:ext cx="1684984" cy="549253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id-ID"/>
            </a:defPPr>
            <a:lvl1pPr marL="171450" indent="-171450">
              <a:lnSpc>
                <a:spcPct val="130000"/>
              </a:lnSpc>
              <a:buFont typeface="Arial" panose="020B0604020202020204" pitchFamily="34" charset="0"/>
              <a:buChar char="•"/>
              <a:defRPr sz="1100" b="0" i="0" u="none" strike="noStrike" cap="none">
                <a:ea typeface="Arial"/>
                <a:cs typeface="Arial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lus Jakarta Sans" pitchFamily="2" charset="77"/>
                <a:ea typeface="+mn-ea"/>
                <a:cs typeface="Plus Jakarta Sans" pitchFamily="2" charset="77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lus Jakarta Sans" pitchFamily="2" charset="77"/>
                <a:ea typeface="+mn-ea"/>
                <a:cs typeface="Plus Jakarta Sans" pitchFamily="2" charset="77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lus Jakarta Sans" pitchFamily="2" charset="77"/>
                <a:ea typeface="+mn-ea"/>
                <a:cs typeface="Plus Jakarta Sans" pitchFamily="2" charset="77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lus Jakarta Sans" pitchFamily="2" charset="77"/>
                <a:ea typeface="+mn-ea"/>
                <a:cs typeface="Plus Jakarta Sans" pitchFamily="2" charset="77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dirty="0"/>
              <a:t>Lorem </a:t>
            </a:r>
            <a:r>
              <a:rPr lang="en-US" sz="1200"/>
              <a:t>ipsum dolor </a:t>
            </a:r>
            <a:r>
              <a:rPr lang="en-US" sz="1200" dirty="0"/>
              <a:t>sit amet</a:t>
            </a:r>
            <a:r>
              <a:rPr lang="en-US" sz="1200"/>
              <a:t>, </a:t>
            </a:r>
            <a:endParaRPr lang="en-US" sz="1200" dirty="0"/>
          </a:p>
        </p:txBody>
      </p:sp>
      <p:sp>
        <p:nvSpPr>
          <p:cNvPr id="16" name="Subtitle 4">
            <a:extLst>
              <a:ext uri="{FF2B5EF4-FFF2-40B4-BE49-F238E27FC236}">
                <a16:creationId xmlns:a16="http://schemas.microsoft.com/office/drawing/2014/main" id="{BF8BB47C-EB8F-46CA-9C9E-54896B51DD8F}"/>
              </a:ext>
            </a:extLst>
          </p:cNvPr>
          <p:cNvSpPr txBox="1">
            <a:spLocks/>
          </p:cNvSpPr>
          <p:nvPr/>
        </p:nvSpPr>
        <p:spPr>
          <a:xfrm>
            <a:off x="9981235" y="5452047"/>
            <a:ext cx="1684984" cy="549253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id-ID"/>
            </a:defPPr>
            <a:lvl1pPr marL="171450" indent="-171450">
              <a:lnSpc>
                <a:spcPct val="130000"/>
              </a:lnSpc>
              <a:buFont typeface="Arial" panose="020B0604020202020204" pitchFamily="34" charset="0"/>
              <a:buChar char="•"/>
              <a:defRPr sz="1100" b="0" i="0" u="none" strike="noStrike" cap="none">
                <a:ea typeface="Arial"/>
                <a:cs typeface="Arial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lus Jakarta Sans" pitchFamily="2" charset="77"/>
                <a:ea typeface="+mn-ea"/>
                <a:cs typeface="Plus Jakarta Sans" pitchFamily="2" charset="77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lus Jakarta Sans" pitchFamily="2" charset="77"/>
                <a:ea typeface="+mn-ea"/>
                <a:cs typeface="Plus Jakarta Sans" pitchFamily="2" charset="77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lus Jakarta Sans" pitchFamily="2" charset="77"/>
                <a:ea typeface="+mn-ea"/>
                <a:cs typeface="Plus Jakarta Sans" pitchFamily="2" charset="77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lus Jakarta Sans" pitchFamily="2" charset="77"/>
                <a:ea typeface="+mn-ea"/>
                <a:cs typeface="Plus Jakarta Sans" pitchFamily="2" charset="77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sz="1200" dirty="0"/>
              <a:t>Lorem </a:t>
            </a:r>
            <a:r>
              <a:rPr lang="en-US" sz="1200"/>
              <a:t>ipsum dolor </a:t>
            </a:r>
            <a:r>
              <a:rPr lang="en-US" sz="1200" dirty="0"/>
              <a:t>sit amet</a:t>
            </a:r>
            <a:r>
              <a:rPr lang="en-US" sz="1200"/>
              <a:t>, </a:t>
            </a:r>
            <a:endParaRPr lang="en-US" sz="1200" dirty="0"/>
          </a:p>
        </p:txBody>
      </p:sp>
      <p:sp>
        <p:nvSpPr>
          <p:cNvPr id="28" name="Picture Placeholder 27">
            <a:extLst>
              <a:ext uri="{FF2B5EF4-FFF2-40B4-BE49-F238E27FC236}">
                <a16:creationId xmlns:a16="http://schemas.microsoft.com/office/drawing/2014/main" id="{1CBAE8D3-05AB-4BF7-99D0-A19DB836DB1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</p:sp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BF6A4232-B95E-4F59-9D6D-29E11CE1E4F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</p:sp>
    </p:spTree>
    <p:extLst>
      <p:ext uri="{BB962C8B-B14F-4D97-AF65-F5344CB8AC3E}">
        <p14:creationId xmlns:p14="http://schemas.microsoft.com/office/powerpoint/2010/main" val="1890934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585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F2D2D"/>
      </a:accent1>
      <a:accent2>
        <a:srgbClr val="F6F5F1"/>
      </a:accent2>
      <a:accent3>
        <a:srgbClr val="91DCB3"/>
      </a:accent3>
      <a:accent4>
        <a:srgbClr val="262626"/>
      </a:accent4>
      <a:accent5>
        <a:srgbClr val="3F3F3F"/>
      </a:accent5>
      <a:accent6>
        <a:srgbClr val="3F3F3F"/>
      </a:accent6>
      <a:hlink>
        <a:srgbClr val="0563C1"/>
      </a:hlink>
      <a:folHlink>
        <a:srgbClr val="954F72"/>
      </a:folHlink>
    </a:clrScheme>
    <a:fontScheme name="Custom 128">
      <a:majorFont>
        <a:latin typeface="Playfair Display"/>
        <a:ea typeface=""/>
        <a:cs typeface=""/>
      </a:majorFont>
      <a:minorFont>
        <a:latin typeface="Inte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6596</TotalTime>
  <Words>1039</Words>
  <Application>Microsoft Office PowerPoint</Application>
  <PresentationFormat>Widescreen</PresentationFormat>
  <Paragraphs>176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Arial</vt:lpstr>
      <vt:lpstr>Inter</vt:lpstr>
      <vt:lpstr>Playfair Display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taufiq kamil</dc:creator>
  <cp:lastModifiedBy>taufiq kamil</cp:lastModifiedBy>
  <cp:revision>173</cp:revision>
  <dcterms:created xsi:type="dcterms:W3CDTF">2024-11-05T08:51:54Z</dcterms:created>
  <dcterms:modified xsi:type="dcterms:W3CDTF">2025-11-14T06:13:05Z</dcterms:modified>
</cp:coreProperties>
</file>