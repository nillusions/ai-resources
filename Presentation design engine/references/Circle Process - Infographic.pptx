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9" r:id="rId1"/>
  </p:sldMasterIdLst>
  <p:notesMasterIdLst>
    <p:notesMasterId r:id="rId39"/>
  </p:notesMasterIdLst>
  <p:sldIdLst>
    <p:sldId id="848" r:id="rId2"/>
    <p:sldId id="709" r:id="rId3"/>
    <p:sldId id="512" r:id="rId4"/>
    <p:sldId id="550" r:id="rId5"/>
    <p:sldId id="513" r:id="rId6"/>
    <p:sldId id="514" r:id="rId7"/>
    <p:sldId id="293" r:id="rId8"/>
    <p:sldId id="424" r:id="rId9"/>
    <p:sldId id="270" r:id="rId10"/>
    <p:sldId id="1024" r:id="rId11"/>
    <p:sldId id="1026" r:id="rId12"/>
    <p:sldId id="1012" r:id="rId13"/>
    <p:sldId id="1018" r:id="rId14"/>
    <p:sldId id="1019" r:id="rId15"/>
    <p:sldId id="1020" r:id="rId16"/>
    <p:sldId id="1022" r:id="rId17"/>
    <p:sldId id="1048" r:id="rId18"/>
    <p:sldId id="1053" r:id="rId19"/>
    <p:sldId id="1064" r:id="rId20"/>
    <p:sldId id="1065" r:id="rId21"/>
    <p:sldId id="1066" r:id="rId22"/>
    <p:sldId id="1067" r:id="rId23"/>
    <p:sldId id="1068" r:id="rId24"/>
    <p:sldId id="1031" r:id="rId25"/>
    <p:sldId id="1033" r:id="rId26"/>
    <p:sldId id="1035" r:id="rId27"/>
    <p:sldId id="1036" r:id="rId28"/>
    <p:sldId id="1072" r:id="rId29"/>
    <p:sldId id="1075" r:id="rId30"/>
    <p:sldId id="1076" r:id="rId31"/>
    <p:sldId id="1077" r:id="rId32"/>
    <p:sldId id="1083" r:id="rId33"/>
    <p:sldId id="1085" r:id="rId34"/>
    <p:sldId id="1086" r:id="rId35"/>
    <p:sldId id="1087" r:id="rId36"/>
    <p:sldId id="1088" r:id="rId37"/>
    <p:sldId id="1089" r:id="rId38"/>
  </p:sldIdLst>
  <p:sldSz cx="24120475" cy="13679488"/>
  <p:notesSz cx="6858000" cy="9144000"/>
  <p:embeddedFontLs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alibri Light" panose="020F0302020204030204" pitchFamily="34" charset="0"/>
      <p:regular r:id="rId44"/>
      <p:italic r:id="rId45"/>
    </p:embeddedFont>
    <p:embeddedFont>
      <p:font typeface="Open Sans" panose="020B0606030504020204" pitchFamily="34" charset="0"/>
      <p:regular r:id="rId46"/>
      <p:bold r:id="rId47"/>
      <p:italic r:id="rId48"/>
      <p:boldItalic r:id="rId49"/>
    </p:embeddedFont>
    <p:embeddedFont>
      <p:font typeface="Poppins" panose="00000500000000000000" pitchFamily="2" charset="0"/>
      <p:regular r:id="rId50"/>
      <p:bold r:id="rId51"/>
      <p:italic r:id="rId52"/>
      <p:boldItalic r:id="rId53"/>
    </p:embeddedFont>
    <p:embeddedFont>
      <p:font typeface="Roboto Black" panose="02000000000000000000" pitchFamily="2" charset="0"/>
      <p:bold r:id="rId54"/>
      <p:boldItalic r:id="rId55"/>
    </p:embeddedFont>
    <p:embeddedFont>
      <p:font typeface="Source Sans Pro" panose="020B0503030403020204" pitchFamily="34" charset="0"/>
      <p:regular r:id="rId56"/>
      <p:bold r:id="rId57"/>
      <p:italic r:id="rId58"/>
      <p:boldItalic r:id="rId5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205" autoAdjust="0"/>
    <p:restoredTop sz="94660"/>
  </p:normalViewPr>
  <p:slideViewPr>
    <p:cSldViewPr snapToGrid="0">
      <p:cViewPr varScale="1">
        <p:scale>
          <a:sx n="41" d="100"/>
          <a:sy n="41" d="100"/>
        </p:scale>
        <p:origin x="4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85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font" Target="fonts/font2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65E21-C80E-4F52-858F-088183EEC9E7}" type="datetimeFigureOut">
              <a:rPr lang="en-ID" smtClean="0"/>
              <a:t>20/06/2023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08025" y="1143000"/>
            <a:ext cx="5441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CFB847-E7DE-48EC-908D-5F5E7C55732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20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D1DA0-BDB5-4912-8006-1CBDB6CADC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66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D1DA0-BDB5-4912-8006-1CBDB6CADC8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67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8025" y="1143000"/>
            <a:ext cx="54419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D1DA0-BDB5-4912-8006-1CBDB6CADC8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6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5060" y="2238751"/>
            <a:ext cx="18090356" cy="4762488"/>
          </a:xfrm>
        </p:spPr>
        <p:txBody>
          <a:bodyPr anchor="b"/>
          <a:lstStyle>
            <a:lvl1pPr algn="ctr">
              <a:defRPr sz="118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15060" y="7184899"/>
            <a:ext cx="18090356" cy="3302709"/>
          </a:xfrm>
        </p:spPr>
        <p:txBody>
          <a:bodyPr/>
          <a:lstStyle>
            <a:lvl1pPr marL="0" indent="0" algn="ctr">
              <a:buNone/>
              <a:defRPr sz="4748"/>
            </a:lvl1pPr>
            <a:lvl2pPr marL="904524" indent="0" algn="ctr">
              <a:buNone/>
              <a:defRPr sz="3957"/>
            </a:lvl2pPr>
            <a:lvl3pPr marL="1809049" indent="0" algn="ctr">
              <a:buNone/>
              <a:defRPr sz="3561"/>
            </a:lvl3pPr>
            <a:lvl4pPr marL="2713573" indent="0" algn="ctr">
              <a:buNone/>
              <a:defRPr sz="3165"/>
            </a:lvl4pPr>
            <a:lvl5pPr marL="3618098" indent="0" algn="ctr">
              <a:buNone/>
              <a:defRPr sz="3165"/>
            </a:lvl5pPr>
            <a:lvl6pPr marL="4522622" indent="0" algn="ctr">
              <a:buNone/>
              <a:defRPr sz="3165"/>
            </a:lvl6pPr>
            <a:lvl7pPr marL="5427147" indent="0" algn="ctr">
              <a:buNone/>
              <a:defRPr sz="3165"/>
            </a:lvl7pPr>
            <a:lvl8pPr marL="6331671" indent="0" algn="ctr">
              <a:buNone/>
              <a:defRPr sz="3165"/>
            </a:lvl8pPr>
            <a:lvl9pPr marL="7236196" indent="0" algn="ctr">
              <a:buNone/>
              <a:defRPr sz="316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66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7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20" y="3410374"/>
            <a:ext cx="20803910" cy="5690286"/>
          </a:xfrm>
        </p:spPr>
        <p:txBody>
          <a:bodyPr anchor="b"/>
          <a:lstStyle>
            <a:lvl1pPr>
              <a:defRPr sz="1187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20" y="9154493"/>
            <a:ext cx="20803910" cy="2992387"/>
          </a:xfrm>
        </p:spPr>
        <p:txBody>
          <a:bodyPr/>
          <a:lstStyle>
            <a:lvl1pPr marL="0" indent="0">
              <a:buNone/>
              <a:defRPr sz="4748">
                <a:solidFill>
                  <a:schemeClr val="tx1">
                    <a:tint val="75000"/>
                  </a:schemeClr>
                </a:solidFill>
              </a:defRPr>
            </a:lvl1pPr>
            <a:lvl2pPr marL="904524" indent="0">
              <a:buNone/>
              <a:defRPr sz="3957">
                <a:solidFill>
                  <a:schemeClr val="tx1">
                    <a:tint val="75000"/>
                  </a:schemeClr>
                </a:solidFill>
              </a:defRPr>
            </a:lvl2pPr>
            <a:lvl3pPr marL="1809049" indent="0">
              <a:buNone/>
              <a:defRPr sz="3561">
                <a:solidFill>
                  <a:schemeClr val="tx1">
                    <a:tint val="75000"/>
                  </a:schemeClr>
                </a:solidFill>
              </a:defRPr>
            </a:lvl3pPr>
            <a:lvl4pPr marL="2713573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4pPr>
            <a:lvl5pPr marL="3618098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5pPr>
            <a:lvl6pPr marL="4522622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6pPr>
            <a:lvl7pPr marL="5427147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7pPr>
            <a:lvl8pPr marL="6331671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8pPr>
            <a:lvl9pPr marL="7236196" indent="0">
              <a:buNone/>
              <a:defRPr sz="31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66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8283" y="3641531"/>
            <a:ext cx="10251202" cy="8679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10990" y="3641531"/>
            <a:ext cx="10251202" cy="86795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2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4" y="728307"/>
            <a:ext cx="20803910" cy="26440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1425" y="3353376"/>
            <a:ext cx="10204091" cy="1643437"/>
          </a:xfr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1425" y="4996813"/>
            <a:ext cx="10204091" cy="7349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210990" y="3353376"/>
            <a:ext cx="10254344" cy="1643437"/>
          </a:xfrm>
        </p:spPr>
        <p:txBody>
          <a:bodyPr anchor="b"/>
          <a:lstStyle>
            <a:lvl1pPr marL="0" indent="0">
              <a:buNone/>
              <a:defRPr sz="4748" b="1"/>
            </a:lvl1pPr>
            <a:lvl2pPr marL="904524" indent="0">
              <a:buNone/>
              <a:defRPr sz="3957" b="1"/>
            </a:lvl2pPr>
            <a:lvl3pPr marL="1809049" indent="0">
              <a:buNone/>
              <a:defRPr sz="3561" b="1"/>
            </a:lvl3pPr>
            <a:lvl4pPr marL="2713573" indent="0">
              <a:buNone/>
              <a:defRPr sz="3165" b="1"/>
            </a:lvl4pPr>
            <a:lvl5pPr marL="3618098" indent="0">
              <a:buNone/>
              <a:defRPr sz="3165" b="1"/>
            </a:lvl5pPr>
            <a:lvl6pPr marL="4522622" indent="0">
              <a:buNone/>
              <a:defRPr sz="3165" b="1"/>
            </a:lvl6pPr>
            <a:lvl7pPr marL="5427147" indent="0">
              <a:buNone/>
              <a:defRPr sz="3165" b="1"/>
            </a:lvl7pPr>
            <a:lvl8pPr marL="6331671" indent="0">
              <a:buNone/>
              <a:defRPr sz="3165" b="1"/>
            </a:lvl8pPr>
            <a:lvl9pPr marL="7236196" indent="0">
              <a:buNone/>
              <a:defRPr sz="31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210990" y="4996813"/>
            <a:ext cx="10254344" cy="7349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5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08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</p:spPr>
        <p:txBody>
          <a:bodyPr anchor="b"/>
          <a:lstStyle>
            <a:lvl1pPr>
              <a:defRPr sz="63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4344" y="1969594"/>
            <a:ext cx="12210990" cy="9721303"/>
          </a:xfrm>
        </p:spPr>
        <p:txBody>
          <a:bodyPr/>
          <a:lstStyle>
            <a:lvl1pPr>
              <a:defRPr sz="6331"/>
            </a:lvl1pPr>
            <a:lvl2pPr>
              <a:defRPr sz="5540"/>
            </a:lvl2pPr>
            <a:lvl3pPr>
              <a:defRPr sz="4748"/>
            </a:lvl3pPr>
            <a:lvl4pPr>
              <a:defRPr sz="3957"/>
            </a:lvl4pPr>
            <a:lvl5pPr>
              <a:defRPr sz="3957"/>
            </a:lvl5pPr>
            <a:lvl6pPr>
              <a:defRPr sz="3957"/>
            </a:lvl6pPr>
            <a:lvl7pPr>
              <a:defRPr sz="3957"/>
            </a:lvl7pPr>
            <a:lvl8pPr>
              <a:defRPr sz="3957"/>
            </a:lvl8pPr>
            <a:lvl9pPr>
              <a:defRPr sz="39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9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425" y="911966"/>
            <a:ext cx="7779480" cy="3191881"/>
          </a:xfrm>
        </p:spPr>
        <p:txBody>
          <a:bodyPr anchor="b"/>
          <a:lstStyle>
            <a:lvl1pPr>
              <a:defRPr sz="63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54344" y="1969594"/>
            <a:ext cx="12210990" cy="9721303"/>
          </a:xfrm>
        </p:spPr>
        <p:txBody>
          <a:bodyPr anchor="t"/>
          <a:lstStyle>
            <a:lvl1pPr marL="0" indent="0">
              <a:buNone/>
              <a:defRPr sz="6331"/>
            </a:lvl1pPr>
            <a:lvl2pPr marL="904524" indent="0">
              <a:buNone/>
              <a:defRPr sz="5540"/>
            </a:lvl2pPr>
            <a:lvl3pPr marL="1809049" indent="0">
              <a:buNone/>
              <a:defRPr sz="4748"/>
            </a:lvl3pPr>
            <a:lvl4pPr marL="2713573" indent="0">
              <a:buNone/>
              <a:defRPr sz="3957"/>
            </a:lvl4pPr>
            <a:lvl5pPr marL="3618098" indent="0">
              <a:buNone/>
              <a:defRPr sz="3957"/>
            </a:lvl5pPr>
            <a:lvl6pPr marL="4522622" indent="0">
              <a:buNone/>
              <a:defRPr sz="3957"/>
            </a:lvl6pPr>
            <a:lvl7pPr marL="5427147" indent="0">
              <a:buNone/>
              <a:defRPr sz="3957"/>
            </a:lvl7pPr>
            <a:lvl8pPr marL="6331671" indent="0">
              <a:buNone/>
              <a:defRPr sz="3957"/>
            </a:lvl8pPr>
            <a:lvl9pPr marL="7236196" indent="0">
              <a:buNone/>
              <a:defRPr sz="395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425" y="4103846"/>
            <a:ext cx="7779480" cy="7602883"/>
          </a:xfrm>
        </p:spPr>
        <p:txBody>
          <a:bodyPr/>
          <a:lstStyle>
            <a:lvl1pPr marL="0" indent="0">
              <a:buNone/>
              <a:defRPr sz="3165"/>
            </a:lvl1pPr>
            <a:lvl2pPr marL="904524" indent="0">
              <a:buNone/>
              <a:defRPr sz="2770"/>
            </a:lvl2pPr>
            <a:lvl3pPr marL="1809049" indent="0">
              <a:buNone/>
              <a:defRPr sz="2374"/>
            </a:lvl3pPr>
            <a:lvl4pPr marL="2713573" indent="0">
              <a:buNone/>
              <a:defRPr sz="1978"/>
            </a:lvl4pPr>
            <a:lvl5pPr marL="3618098" indent="0">
              <a:buNone/>
              <a:defRPr sz="1978"/>
            </a:lvl5pPr>
            <a:lvl6pPr marL="4522622" indent="0">
              <a:buNone/>
              <a:defRPr sz="1978"/>
            </a:lvl6pPr>
            <a:lvl7pPr marL="5427147" indent="0">
              <a:buNone/>
              <a:defRPr sz="1978"/>
            </a:lvl7pPr>
            <a:lvl8pPr marL="6331671" indent="0">
              <a:buNone/>
              <a:defRPr sz="1978"/>
            </a:lvl8pPr>
            <a:lvl9pPr marL="7236196" indent="0">
              <a:buNone/>
              <a:defRPr sz="19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21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261215" y="728306"/>
            <a:ext cx="5200977" cy="115927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58283" y="728306"/>
            <a:ext cx="15301426" cy="115927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109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247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8A9485B-03A7-6F05-127D-F6B63862B3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9871" y="929562"/>
            <a:ext cx="18502993" cy="126214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1828434" rtl="0" eaLnBrk="1" latinLnBrk="0" hangingPunct="1">
              <a:lnSpc>
                <a:spcPts val="9400"/>
              </a:lnSpc>
              <a:buNone/>
              <a:defRPr lang="en-US" sz="7400" b="1" kern="1200" spc="-290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1C9D457-3956-2C7D-158F-C5FE8ECB87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1620" y="2171574"/>
            <a:ext cx="17594167" cy="591066"/>
          </a:xfrm>
          <a:prstGeom prst="rect">
            <a:avLst/>
          </a:prstGeom>
        </p:spPr>
        <p:txBody>
          <a:bodyPr/>
          <a:lstStyle>
            <a:lvl1pPr marL="0" indent="0" algn="l" defTabSz="1828434" rtl="0" eaLnBrk="1" latinLnBrk="0" hangingPunct="1">
              <a:lnSpc>
                <a:spcPts val="4200"/>
              </a:lnSpc>
              <a:buNone/>
              <a:defRPr lang="en-US" sz="3000" kern="1200" spc="-120" dirty="0">
                <a:solidFill>
                  <a:schemeClr val="tx2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516791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261E446-F14E-5923-5F50-B2BA57E6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9871" y="929564"/>
            <a:ext cx="18502992" cy="12849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1813390" rtl="0" eaLnBrk="1" latinLnBrk="0" hangingPunct="1">
              <a:lnSpc>
                <a:spcPts val="9322"/>
              </a:lnSpc>
              <a:buNone/>
              <a:defRPr lang="en-US" sz="7400" b="1" kern="1200" spc="-287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BC54A3-9FAA-F4D2-D2E8-6BF987623A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1621" y="2171574"/>
            <a:ext cx="17594167" cy="591066"/>
          </a:xfrm>
          <a:prstGeom prst="rect">
            <a:avLst/>
          </a:prstGeom>
        </p:spPr>
        <p:txBody>
          <a:bodyPr/>
          <a:lstStyle>
            <a:lvl1pPr marL="0" indent="0" algn="l" defTabSz="1813390" rtl="0" eaLnBrk="1" latinLnBrk="0" hangingPunct="1">
              <a:lnSpc>
                <a:spcPts val="4165"/>
              </a:lnSpc>
              <a:buNone/>
              <a:defRPr lang="en-US" sz="2976" kern="1200" spc="-119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007661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261E446-F14E-5923-5F50-B2BA57E6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9871" y="929564"/>
            <a:ext cx="18502992" cy="12849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1813390" rtl="0" eaLnBrk="1" latinLnBrk="0" hangingPunct="1">
              <a:lnSpc>
                <a:spcPts val="9322"/>
              </a:lnSpc>
              <a:buNone/>
              <a:defRPr lang="en-US" sz="7400" b="1" kern="1200" spc="-287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BC54A3-9FAA-F4D2-D2E8-6BF987623A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1621" y="2171574"/>
            <a:ext cx="17594167" cy="591066"/>
          </a:xfrm>
          <a:prstGeom prst="rect">
            <a:avLst/>
          </a:prstGeom>
        </p:spPr>
        <p:txBody>
          <a:bodyPr/>
          <a:lstStyle>
            <a:lvl1pPr marL="0" indent="0" algn="l" defTabSz="1813390" rtl="0" eaLnBrk="1" latinLnBrk="0" hangingPunct="1">
              <a:lnSpc>
                <a:spcPts val="4165"/>
              </a:lnSpc>
              <a:buNone/>
              <a:defRPr lang="en-US" sz="2976" kern="1200" spc="-119" dirty="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262239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261E446-F14E-5923-5F50-B2BA57E6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9871" y="929564"/>
            <a:ext cx="18502992" cy="12849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1813390" rtl="0" eaLnBrk="1" latinLnBrk="0" hangingPunct="1">
              <a:lnSpc>
                <a:spcPts val="9322"/>
              </a:lnSpc>
              <a:buNone/>
              <a:defRPr lang="en-US" sz="7400" b="1" kern="1200" spc="-287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BC54A3-9FAA-F4D2-D2E8-6BF987623A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1621" y="2171574"/>
            <a:ext cx="17594167" cy="591066"/>
          </a:xfrm>
          <a:prstGeom prst="rect">
            <a:avLst/>
          </a:prstGeom>
        </p:spPr>
        <p:txBody>
          <a:bodyPr/>
          <a:lstStyle>
            <a:lvl1pPr marL="0" indent="0" algn="l" defTabSz="1813390" rtl="0" eaLnBrk="1" latinLnBrk="0" hangingPunct="1">
              <a:lnSpc>
                <a:spcPts val="4165"/>
              </a:lnSpc>
              <a:buNone/>
              <a:defRPr lang="en-US" sz="2976" kern="1200" spc="-119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3137981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261E446-F14E-5923-5F50-B2BA57E6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89871" y="929564"/>
            <a:ext cx="18502992" cy="128496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1813390" rtl="0" eaLnBrk="1" latinLnBrk="0" hangingPunct="1">
              <a:lnSpc>
                <a:spcPts val="9322"/>
              </a:lnSpc>
              <a:buNone/>
              <a:defRPr lang="en-US" sz="7400" b="1" kern="1200" spc="-287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BC54A3-9FAA-F4D2-D2E8-6BF987623A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21621" y="2171574"/>
            <a:ext cx="17594167" cy="591066"/>
          </a:xfrm>
          <a:prstGeom prst="rect">
            <a:avLst/>
          </a:prstGeom>
        </p:spPr>
        <p:txBody>
          <a:bodyPr/>
          <a:lstStyle>
            <a:lvl1pPr marL="0" indent="0" algn="l" defTabSz="1813390" rtl="0" eaLnBrk="1" latinLnBrk="0" hangingPunct="1">
              <a:lnSpc>
                <a:spcPts val="4165"/>
              </a:lnSpc>
              <a:buNone/>
              <a:defRPr lang="en-US" sz="2976" kern="1200" spc="-119" dirty="0">
                <a:solidFill>
                  <a:schemeClr val="bg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68840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58283" y="728307"/>
            <a:ext cx="20803910" cy="26440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8283" y="3641531"/>
            <a:ext cx="20803910" cy="8679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58283" y="12678860"/>
            <a:ext cx="5427107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6/20/2023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89908" y="12678860"/>
            <a:ext cx="8140660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035085" y="12678860"/>
            <a:ext cx="5427107" cy="728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88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665" r:id="rId15"/>
    <p:sldLayoutId id="2147483666" r:id="rId16"/>
    <p:sldLayoutId id="2147483667" r:id="rId17"/>
  </p:sldLayoutIdLst>
  <p:txStyles>
    <p:titleStyle>
      <a:lvl1pPr algn="l" defTabSz="1809049" rtl="0" eaLnBrk="1" latinLnBrk="0" hangingPunct="1">
        <a:lnSpc>
          <a:spcPct val="90000"/>
        </a:lnSpc>
        <a:spcBef>
          <a:spcPct val="0"/>
        </a:spcBef>
        <a:buNone/>
        <a:defRPr sz="8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2262" indent="-452262" algn="l" defTabSz="1809049" rtl="0" eaLnBrk="1" latinLnBrk="0" hangingPunct="1">
        <a:lnSpc>
          <a:spcPct val="90000"/>
        </a:lnSpc>
        <a:spcBef>
          <a:spcPts val="1978"/>
        </a:spcBef>
        <a:buFont typeface="Arial" panose="020B0604020202020204" pitchFamily="34" charset="0"/>
        <a:buChar char="•"/>
        <a:defRPr sz="5540" kern="1200">
          <a:solidFill>
            <a:schemeClr val="tx1"/>
          </a:solidFill>
          <a:latin typeface="+mn-lt"/>
          <a:ea typeface="+mn-ea"/>
          <a:cs typeface="+mn-cs"/>
        </a:defRPr>
      </a:lvl1pPr>
      <a:lvl2pPr marL="1356787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4748" kern="1200">
          <a:solidFill>
            <a:schemeClr val="tx1"/>
          </a:solidFill>
          <a:latin typeface="+mn-lt"/>
          <a:ea typeface="+mn-ea"/>
          <a:cs typeface="+mn-cs"/>
        </a:defRPr>
      </a:lvl2pPr>
      <a:lvl3pPr marL="2261311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957" kern="1200">
          <a:solidFill>
            <a:schemeClr val="tx1"/>
          </a:solidFill>
          <a:latin typeface="+mn-lt"/>
          <a:ea typeface="+mn-ea"/>
          <a:cs typeface="+mn-cs"/>
        </a:defRPr>
      </a:lvl3pPr>
      <a:lvl4pPr marL="3165836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4070360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974885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879409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783934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688458" indent="-452262" algn="l" defTabSz="1809049" rtl="0" eaLnBrk="1" latinLnBrk="0" hangingPunct="1">
        <a:lnSpc>
          <a:spcPct val="90000"/>
        </a:lnSpc>
        <a:spcBef>
          <a:spcPts val="989"/>
        </a:spcBef>
        <a:buFont typeface="Arial" panose="020B0604020202020204" pitchFamily="34" charset="0"/>
        <a:buChar char="•"/>
        <a:defRPr sz="35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1pPr>
      <a:lvl2pPr marL="904524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2pPr>
      <a:lvl3pPr marL="1809049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3pPr>
      <a:lvl4pPr marL="2713573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4pPr>
      <a:lvl5pPr marL="3618098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5pPr>
      <a:lvl6pPr marL="4522622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6pPr>
      <a:lvl7pPr marL="5427147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7pPr>
      <a:lvl8pPr marL="6331671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8pPr>
      <a:lvl9pPr marL="7236196" algn="l" defTabSz="1809049" rtl="0" eaLnBrk="1" latinLnBrk="0" hangingPunct="1">
        <a:defRPr sz="3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23AF03EB-463A-44B9-ACB1-3FF46A8BACA3}"/>
              </a:ext>
            </a:extLst>
          </p:cNvPr>
          <p:cNvGrpSpPr/>
          <p:nvPr/>
        </p:nvGrpSpPr>
        <p:grpSpPr>
          <a:xfrm>
            <a:off x="12782979" y="-15873"/>
            <a:ext cx="11337496" cy="8585227"/>
            <a:chOff x="12782979" y="-15873"/>
            <a:chExt cx="11337496" cy="858522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0F20C62-E02F-0748-87F8-785B6994D81F}"/>
                </a:ext>
              </a:extLst>
            </p:cNvPr>
            <p:cNvSpPr/>
            <p:nvPr/>
          </p:nvSpPr>
          <p:spPr>
            <a:xfrm>
              <a:off x="15631888" y="-15871"/>
              <a:ext cx="2847736" cy="14354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3CD1280-F96B-989E-67EB-DBA2128CA570}"/>
                </a:ext>
              </a:extLst>
            </p:cNvPr>
            <p:cNvSpPr/>
            <p:nvPr/>
          </p:nvSpPr>
          <p:spPr>
            <a:xfrm>
              <a:off x="15631888" y="1418408"/>
              <a:ext cx="2847736" cy="143546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7DC8800-8238-2CD7-AB0E-C84A455FC31C}"/>
                </a:ext>
              </a:extLst>
            </p:cNvPr>
            <p:cNvSpPr/>
            <p:nvPr/>
          </p:nvSpPr>
          <p:spPr>
            <a:xfrm>
              <a:off x="15631887" y="2853871"/>
              <a:ext cx="2847737" cy="2845280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10D3FEA-D446-B3D7-1DEE-2D96726DB3A6}"/>
                </a:ext>
              </a:extLst>
            </p:cNvPr>
            <p:cNvSpPr/>
            <p:nvPr/>
          </p:nvSpPr>
          <p:spPr>
            <a:xfrm>
              <a:off x="12812488" y="38100"/>
              <a:ext cx="2815771" cy="2815771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A2C2AC-B28A-CADB-C3EB-519E67BCAD05}"/>
                </a:ext>
              </a:extLst>
            </p:cNvPr>
            <p:cNvSpPr/>
            <p:nvPr/>
          </p:nvSpPr>
          <p:spPr>
            <a:xfrm flipV="1">
              <a:off x="15631887" y="4250051"/>
              <a:ext cx="2812840" cy="1435462"/>
            </a:xfrm>
            <a:custGeom>
              <a:avLst/>
              <a:gdLst>
                <a:gd name="connsiteX0" fmla="*/ 1406420 w 2812840"/>
                <a:gd name="connsiteY0" fmla="*/ 0 h 1378858"/>
                <a:gd name="connsiteX1" fmla="*/ 2807038 w 2812840"/>
                <a:gd name="connsiteY1" fmla="*/ 1263938 h 1378858"/>
                <a:gd name="connsiteX2" fmla="*/ 2812840 w 2812840"/>
                <a:gd name="connsiteY2" fmla="*/ 1378858 h 1378858"/>
                <a:gd name="connsiteX3" fmla="*/ 0 w 2812840"/>
                <a:gd name="connsiteY3" fmla="*/ 1378858 h 1378858"/>
                <a:gd name="connsiteX4" fmla="*/ 5803 w 2812840"/>
                <a:gd name="connsiteY4" fmla="*/ 1263938 h 1378858"/>
                <a:gd name="connsiteX5" fmla="*/ 1406420 w 2812840"/>
                <a:gd name="connsiteY5" fmla="*/ 0 h 1378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2840" h="1378858">
                  <a:moveTo>
                    <a:pt x="1406420" y="0"/>
                  </a:moveTo>
                  <a:cubicBezTo>
                    <a:pt x="2135376" y="0"/>
                    <a:pt x="2734940" y="554003"/>
                    <a:pt x="2807038" y="1263938"/>
                  </a:cubicBezTo>
                  <a:lnTo>
                    <a:pt x="2812840" y="1378858"/>
                  </a:lnTo>
                  <a:lnTo>
                    <a:pt x="0" y="1378858"/>
                  </a:lnTo>
                  <a:lnTo>
                    <a:pt x="5803" y="1263938"/>
                  </a:lnTo>
                  <a:cubicBezTo>
                    <a:pt x="77901" y="554003"/>
                    <a:pt x="677463" y="0"/>
                    <a:pt x="1406420" y="0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68AB2F3-7936-EA7C-5D2F-A88DA64C56D7}"/>
                </a:ext>
              </a:extLst>
            </p:cNvPr>
            <p:cNvSpPr/>
            <p:nvPr/>
          </p:nvSpPr>
          <p:spPr>
            <a:xfrm>
              <a:off x="12782979" y="2869741"/>
              <a:ext cx="2845280" cy="2815772"/>
            </a:xfrm>
            <a:custGeom>
              <a:avLst/>
              <a:gdLst>
                <a:gd name="connsiteX0" fmla="*/ 0 w 2845280"/>
                <a:gd name="connsiteY0" fmla="*/ 0 h 2869742"/>
                <a:gd name="connsiteX1" fmla="*/ 2845280 w 2845280"/>
                <a:gd name="connsiteY1" fmla="*/ 0 h 2869742"/>
                <a:gd name="connsiteX2" fmla="*/ 2845280 w 2845280"/>
                <a:gd name="connsiteY2" fmla="*/ 2869742 h 2869742"/>
                <a:gd name="connsiteX3" fmla="*/ 2784007 w 2845280"/>
                <a:gd name="connsiteY3" fmla="*/ 2868193 h 2869742"/>
                <a:gd name="connsiteX4" fmla="*/ 2184 w 2845280"/>
                <a:gd name="connsiteY4" fmla="*/ 86370 h 2869742"/>
                <a:gd name="connsiteX5" fmla="*/ 0 w 2845280"/>
                <a:gd name="connsiteY5" fmla="*/ 0 h 286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5280" h="2869742">
                  <a:moveTo>
                    <a:pt x="0" y="0"/>
                  </a:moveTo>
                  <a:lnTo>
                    <a:pt x="2845280" y="0"/>
                  </a:lnTo>
                  <a:lnTo>
                    <a:pt x="2845280" y="2869742"/>
                  </a:lnTo>
                  <a:lnTo>
                    <a:pt x="2784007" y="2868193"/>
                  </a:lnTo>
                  <a:cubicBezTo>
                    <a:pt x="1282362" y="2792074"/>
                    <a:pt x="78303" y="1588016"/>
                    <a:pt x="2184" y="8637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5E3B466-03D6-1833-E0CC-DE43D49BF939}"/>
                </a:ext>
              </a:extLst>
            </p:cNvPr>
            <p:cNvSpPr/>
            <p:nvPr/>
          </p:nvSpPr>
          <p:spPr>
            <a:xfrm>
              <a:off x="21304704" y="5699612"/>
              <a:ext cx="2815771" cy="2815771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6E87A32-1358-2946-6791-4601E82CF5E4}"/>
                </a:ext>
              </a:extLst>
            </p:cNvPr>
            <p:cNvSpPr/>
            <p:nvPr/>
          </p:nvSpPr>
          <p:spPr>
            <a:xfrm rot="5400000">
              <a:off x="21246594" y="2811632"/>
              <a:ext cx="2845280" cy="2902481"/>
            </a:xfrm>
            <a:custGeom>
              <a:avLst/>
              <a:gdLst>
                <a:gd name="connsiteX0" fmla="*/ 0 w 2845280"/>
                <a:gd name="connsiteY0" fmla="*/ 0 h 2869742"/>
                <a:gd name="connsiteX1" fmla="*/ 2845280 w 2845280"/>
                <a:gd name="connsiteY1" fmla="*/ 0 h 2869742"/>
                <a:gd name="connsiteX2" fmla="*/ 2845280 w 2845280"/>
                <a:gd name="connsiteY2" fmla="*/ 2869742 h 2869742"/>
                <a:gd name="connsiteX3" fmla="*/ 2784007 w 2845280"/>
                <a:gd name="connsiteY3" fmla="*/ 2868193 h 2869742"/>
                <a:gd name="connsiteX4" fmla="*/ 2184 w 2845280"/>
                <a:gd name="connsiteY4" fmla="*/ 86370 h 2869742"/>
                <a:gd name="connsiteX5" fmla="*/ 0 w 2845280"/>
                <a:gd name="connsiteY5" fmla="*/ 0 h 286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5280" h="2869742">
                  <a:moveTo>
                    <a:pt x="0" y="0"/>
                  </a:moveTo>
                  <a:lnTo>
                    <a:pt x="2845280" y="0"/>
                  </a:lnTo>
                  <a:lnTo>
                    <a:pt x="2845280" y="2869742"/>
                  </a:lnTo>
                  <a:lnTo>
                    <a:pt x="2784007" y="2868193"/>
                  </a:lnTo>
                  <a:cubicBezTo>
                    <a:pt x="1282362" y="2792074"/>
                    <a:pt x="78303" y="1588016"/>
                    <a:pt x="2184" y="8637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3AA70FC-2CD0-36D0-49F1-FC9FF9A568D0}"/>
                </a:ext>
              </a:extLst>
            </p:cNvPr>
            <p:cNvSpPr/>
            <p:nvPr/>
          </p:nvSpPr>
          <p:spPr>
            <a:xfrm>
              <a:off x="18439027" y="-15871"/>
              <a:ext cx="2845280" cy="2869742"/>
            </a:xfrm>
            <a:custGeom>
              <a:avLst/>
              <a:gdLst>
                <a:gd name="connsiteX0" fmla="*/ 0 w 2845280"/>
                <a:gd name="connsiteY0" fmla="*/ 0 h 2869742"/>
                <a:gd name="connsiteX1" fmla="*/ 2845280 w 2845280"/>
                <a:gd name="connsiteY1" fmla="*/ 0 h 2869742"/>
                <a:gd name="connsiteX2" fmla="*/ 2845280 w 2845280"/>
                <a:gd name="connsiteY2" fmla="*/ 2869742 h 2869742"/>
                <a:gd name="connsiteX3" fmla="*/ 2784007 w 2845280"/>
                <a:gd name="connsiteY3" fmla="*/ 2868193 h 2869742"/>
                <a:gd name="connsiteX4" fmla="*/ 2184 w 2845280"/>
                <a:gd name="connsiteY4" fmla="*/ 86370 h 2869742"/>
                <a:gd name="connsiteX5" fmla="*/ 0 w 2845280"/>
                <a:gd name="connsiteY5" fmla="*/ 0 h 286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5280" h="2869742">
                  <a:moveTo>
                    <a:pt x="0" y="0"/>
                  </a:moveTo>
                  <a:lnTo>
                    <a:pt x="2845280" y="0"/>
                  </a:lnTo>
                  <a:lnTo>
                    <a:pt x="2845280" y="2869742"/>
                  </a:lnTo>
                  <a:lnTo>
                    <a:pt x="2784007" y="2868193"/>
                  </a:lnTo>
                  <a:cubicBezTo>
                    <a:pt x="1282362" y="2792074"/>
                    <a:pt x="78303" y="1588016"/>
                    <a:pt x="2184" y="8637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Right Triangle 24">
              <a:extLst>
                <a:ext uri="{FF2B5EF4-FFF2-40B4-BE49-F238E27FC236}">
                  <a16:creationId xmlns:a16="http://schemas.microsoft.com/office/drawing/2014/main" id="{BC1E7659-EA6C-8978-FE86-AC55EEC6FA46}"/>
                </a:ext>
              </a:extLst>
            </p:cNvPr>
            <p:cNvSpPr/>
            <p:nvPr/>
          </p:nvSpPr>
          <p:spPr>
            <a:xfrm rot="10800000">
              <a:off x="18488933" y="2869742"/>
              <a:ext cx="2815771" cy="2815771"/>
            </a:xfrm>
            <a:prstGeom prst="rtTriangl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0154EC50-668E-D4A9-524F-35A8A8FAD0B1}"/>
                </a:ext>
              </a:extLst>
            </p:cNvPr>
            <p:cNvSpPr/>
            <p:nvPr/>
          </p:nvSpPr>
          <p:spPr>
            <a:xfrm rot="16200000">
              <a:off x="21273268" y="25762"/>
              <a:ext cx="2856104" cy="2772834"/>
            </a:xfrm>
            <a:prstGeom prst="rtTriangl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47B808B-BCAE-D461-031B-FAFB3731C56E}"/>
                </a:ext>
              </a:extLst>
            </p:cNvPr>
            <p:cNvSpPr/>
            <p:nvPr/>
          </p:nvSpPr>
          <p:spPr>
            <a:xfrm>
              <a:off x="18469622" y="5699612"/>
              <a:ext cx="2845280" cy="2869742"/>
            </a:xfrm>
            <a:custGeom>
              <a:avLst/>
              <a:gdLst>
                <a:gd name="connsiteX0" fmla="*/ 0 w 2845280"/>
                <a:gd name="connsiteY0" fmla="*/ 0 h 2869742"/>
                <a:gd name="connsiteX1" fmla="*/ 2845280 w 2845280"/>
                <a:gd name="connsiteY1" fmla="*/ 0 h 2869742"/>
                <a:gd name="connsiteX2" fmla="*/ 2845280 w 2845280"/>
                <a:gd name="connsiteY2" fmla="*/ 2869742 h 2869742"/>
                <a:gd name="connsiteX3" fmla="*/ 2784007 w 2845280"/>
                <a:gd name="connsiteY3" fmla="*/ 2868193 h 2869742"/>
                <a:gd name="connsiteX4" fmla="*/ 2184 w 2845280"/>
                <a:gd name="connsiteY4" fmla="*/ 86370 h 2869742"/>
                <a:gd name="connsiteX5" fmla="*/ 0 w 2845280"/>
                <a:gd name="connsiteY5" fmla="*/ 0 h 2869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5280" h="2869742">
                  <a:moveTo>
                    <a:pt x="0" y="0"/>
                  </a:moveTo>
                  <a:lnTo>
                    <a:pt x="2845280" y="0"/>
                  </a:lnTo>
                  <a:lnTo>
                    <a:pt x="2845280" y="2869742"/>
                  </a:lnTo>
                  <a:lnTo>
                    <a:pt x="2784007" y="2868193"/>
                  </a:lnTo>
                  <a:cubicBezTo>
                    <a:pt x="1282362" y="2792074"/>
                    <a:pt x="78303" y="1588016"/>
                    <a:pt x="2184" y="8637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624FBDF8-6074-0576-B3C3-C30E8E9689FF}"/>
                </a:ext>
              </a:extLst>
            </p:cNvPr>
            <p:cNvSpPr/>
            <p:nvPr/>
          </p:nvSpPr>
          <p:spPr>
            <a:xfrm rot="5400000">
              <a:off x="12812488" y="5699612"/>
              <a:ext cx="2815771" cy="2815771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24" name="Text Placeholder 41">
            <a:extLst>
              <a:ext uri="{FF2B5EF4-FFF2-40B4-BE49-F238E27FC236}">
                <a16:creationId xmlns:a16="http://schemas.microsoft.com/office/drawing/2014/main" id="{13BE787B-0A86-67F5-40CB-0E39DA17E92D}"/>
              </a:ext>
            </a:extLst>
          </p:cNvPr>
          <p:cNvSpPr txBox="1">
            <a:spLocks/>
          </p:cNvSpPr>
          <p:nvPr/>
        </p:nvSpPr>
        <p:spPr>
          <a:xfrm>
            <a:off x="1418997" y="5360572"/>
            <a:ext cx="15584804" cy="57428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57" b="1" spc="118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CIRCLE PROCESS</a:t>
            </a:r>
          </a:p>
          <a:p>
            <a:pPr marL="0" indent="0">
              <a:buNone/>
            </a:pPr>
            <a:r>
              <a:rPr lang="en-US" sz="13057" b="1" spc="118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INFOGRAPHIC</a:t>
            </a:r>
          </a:p>
        </p:txBody>
      </p:sp>
      <p:sp>
        <p:nvSpPr>
          <p:cNvPr id="1025" name="Text Placeholder 41">
            <a:extLst>
              <a:ext uri="{FF2B5EF4-FFF2-40B4-BE49-F238E27FC236}">
                <a16:creationId xmlns:a16="http://schemas.microsoft.com/office/drawing/2014/main" id="{24D241B8-F4F8-E86C-1266-78B0AF9FF121}"/>
              </a:ext>
            </a:extLst>
          </p:cNvPr>
          <p:cNvSpPr txBox="1">
            <a:spLocks/>
          </p:cNvSpPr>
          <p:nvPr/>
        </p:nvSpPr>
        <p:spPr>
          <a:xfrm>
            <a:off x="1453503" y="11160022"/>
            <a:ext cx="15188840" cy="5784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957" spc="1187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EDITABLE </a:t>
            </a:r>
            <a:r>
              <a:rPr lang="en-US" sz="3957" spc="1187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 TEMPLATE</a:t>
            </a:r>
            <a:endParaRPr lang="en-US" sz="3957" spc="1187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26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A9F041-C9A8-4E29-82CF-31B0CC58B2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3BC4C-9966-467A-9278-B9A947882D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8" name="Shape 430">
            <a:extLst>
              <a:ext uri="{FF2B5EF4-FFF2-40B4-BE49-F238E27FC236}">
                <a16:creationId xmlns:a16="http://schemas.microsoft.com/office/drawing/2014/main" id="{0BDCD279-5290-4274-BD75-E68CDB978264}"/>
              </a:ext>
            </a:extLst>
          </p:cNvPr>
          <p:cNvSpPr/>
          <p:nvPr/>
        </p:nvSpPr>
        <p:spPr>
          <a:xfrm>
            <a:off x="12233999" y="7809712"/>
            <a:ext cx="4317662" cy="3005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649"/>
                </a:lnTo>
                <a:lnTo>
                  <a:pt x="16589" y="2649"/>
                </a:lnTo>
                <a:cubicBezTo>
                  <a:pt x="18336" y="2649"/>
                  <a:pt x="19756" y="4689"/>
                  <a:pt x="19756" y="7199"/>
                </a:cubicBezTo>
                <a:cubicBezTo>
                  <a:pt x="19756" y="9708"/>
                  <a:pt x="18336" y="11752"/>
                  <a:pt x="16589" y="11752"/>
                </a:cubicBezTo>
                <a:lnTo>
                  <a:pt x="14783" y="11752"/>
                </a:lnTo>
                <a:cubicBezTo>
                  <a:pt x="14368" y="11752"/>
                  <a:pt x="14004" y="11355"/>
                  <a:pt x="13894" y="10781"/>
                </a:cubicBezTo>
                <a:cubicBezTo>
                  <a:pt x="13624" y="9382"/>
                  <a:pt x="13106" y="8102"/>
                  <a:pt x="12373" y="7048"/>
                </a:cubicBezTo>
                <a:cubicBezTo>
                  <a:pt x="11252" y="5438"/>
                  <a:pt x="9762" y="4550"/>
                  <a:pt x="8178" y="4550"/>
                </a:cubicBezTo>
                <a:cubicBezTo>
                  <a:pt x="6593" y="4550"/>
                  <a:pt x="5103" y="5438"/>
                  <a:pt x="3983" y="7048"/>
                </a:cubicBezTo>
                <a:cubicBezTo>
                  <a:pt x="3249" y="8102"/>
                  <a:pt x="2731" y="9382"/>
                  <a:pt x="2461" y="10781"/>
                </a:cubicBezTo>
                <a:cubicBezTo>
                  <a:pt x="2351" y="11354"/>
                  <a:pt x="1989" y="11752"/>
                  <a:pt x="1575" y="11752"/>
                </a:cubicBezTo>
                <a:lnTo>
                  <a:pt x="0" y="11752"/>
                </a:lnTo>
                <a:cubicBezTo>
                  <a:pt x="0" y="11752"/>
                  <a:pt x="0" y="14401"/>
                  <a:pt x="0" y="14401"/>
                </a:cubicBezTo>
                <a:lnTo>
                  <a:pt x="1577" y="14401"/>
                </a:lnTo>
                <a:cubicBezTo>
                  <a:pt x="1990" y="14401"/>
                  <a:pt x="2353" y="14797"/>
                  <a:pt x="2464" y="15369"/>
                </a:cubicBezTo>
                <a:cubicBezTo>
                  <a:pt x="3162" y="18959"/>
                  <a:pt x="5459" y="21600"/>
                  <a:pt x="8178" y="21600"/>
                </a:cubicBezTo>
                <a:cubicBezTo>
                  <a:pt x="9762" y="21600"/>
                  <a:pt x="11252" y="20712"/>
                  <a:pt x="12373" y="19102"/>
                </a:cubicBezTo>
                <a:cubicBezTo>
                  <a:pt x="13106" y="18048"/>
                  <a:pt x="13624" y="16768"/>
                  <a:pt x="13894" y="15369"/>
                </a:cubicBezTo>
                <a:cubicBezTo>
                  <a:pt x="14004" y="14797"/>
                  <a:pt x="14369" y="14401"/>
                  <a:pt x="14783" y="14401"/>
                </a:cubicBezTo>
                <a:lnTo>
                  <a:pt x="16589" y="14401"/>
                </a:lnTo>
                <a:cubicBezTo>
                  <a:pt x="19353" y="14401"/>
                  <a:pt x="21600" y="11169"/>
                  <a:pt x="21600" y="7199"/>
                </a:cubicBezTo>
                <a:cubicBezTo>
                  <a:pt x="21600" y="3229"/>
                  <a:pt x="19353" y="0"/>
                  <a:pt x="1658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75376" tIns="75376" rIns="75376" bIns="75376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6331"/>
          </a:p>
        </p:txBody>
      </p:sp>
      <p:sp>
        <p:nvSpPr>
          <p:cNvPr id="9" name="Shape 436">
            <a:extLst>
              <a:ext uri="{FF2B5EF4-FFF2-40B4-BE49-F238E27FC236}">
                <a16:creationId xmlns:a16="http://schemas.microsoft.com/office/drawing/2014/main" id="{8889D75D-9FB0-44ED-8F16-3EE5DAC8FCBD}"/>
              </a:ext>
            </a:extLst>
          </p:cNvPr>
          <p:cNvSpPr/>
          <p:nvPr/>
        </p:nvSpPr>
        <p:spPr>
          <a:xfrm>
            <a:off x="7603468" y="5170601"/>
            <a:ext cx="4318151" cy="30051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21" y="0"/>
                </a:moveTo>
                <a:cubicBezTo>
                  <a:pt x="10703" y="0"/>
                  <a:pt x="8406" y="2640"/>
                  <a:pt x="7708" y="6231"/>
                </a:cubicBezTo>
                <a:cubicBezTo>
                  <a:pt x="7596" y="6803"/>
                  <a:pt x="7233" y="7199"/>
                  <a:pt x="6819" y="7199"/>
                </a:cubicBezTo>
                <a:lnTo>
                  <a:pt x="5010" y="7199"/>
                </a:lnTo>
                <a:cubicBezTo>
                  <a:pt x="2247" y="7199"/>
                  <a:pt x="0" y="10428"/>
                  <a:pt x="0" y="14398"/>
                </a:cubicBezTo>
                <a:cubicBezTo>
                  <a:pt x="0" y="18368"/>
                  <a:pt x="2247" y="21600"/>
                  <a:pt x="5010" y="21600"/>
                </a:cubicBezTo>
                <a:lnTo>
                  <a:pt x="21600" y="21600"/>
                </a:lnTo>
                <a:lnTo>
                  <a:pt x="21600" y="18951"/>
                </a:lnTo>
                <a:lnTo>
                  <a:pt x="5010" y="18951"/>
                </a:lnTo>
                <a:cubicBezTo>
                  <a:pt x="3263" y="18951"/>
                  <a:pt x="1843" y="16908"/>
                  <a:pt x="1843" y="14398"/>
                </a:cubicBezTo>
                <a:cubicBezTo>
                  <a:pt x="1843" y="11888"/>
                  <a:pt x="3263" y="9848"/>
                  <a:pt x="5010" y="9848"/>
                </a:cubicBezTo>
                <a:lnTo>
                  <a:pt x="6819" y="9848"/>
                </a:lnTo>
                <a:cubicBezTo>
                  <a:pt x="7232" y="9848"/>
                  <a:pt x="7597" y="10244"/>
                  <a:pt x="7708" y="10816"/>
                </a:cubicBezTo>
                <a:cubicBezTo>
                  <a:pt x="8406" y="14405"/>
                  <a:pt x="10701" y="17044"/>
                  <a:pt x="13419" y="17046"/>
                </a:cubicBezTo>
                <a:cubicBezTo>
                  <a:pt x="16139" y="17046"/>
                  <a:pt x="18435" y="14406"/>
                  <a:pt x="19134" y="10816"/>
                </a:cubicBezTo>
                <a:cubicBezTo>
                  <a:pt x="19245" y="10243"/>
                  <a:pt x="19609" y="9848"/>
                  <a:pt x="20023" y="9848"/>
                </a:cubicBezTo>
                <a:lnTo>
                  <a:pt x="21600" y="9848"/>
                </a:lnTo>
                <a:cubicBezTo>
                  <a:pt x="21600" y="9848"/>
                  <a:pt x="21600" y="7199"/>
                  <a:pt x="21600" y="7199"/>
                </a:cubicBezTo>
                <a:lnTo>
                  <a:pt x="20025" y="7199"/>
                </a:lnTo>
                <a:cubicBezTo>
                  <a:pt x="19611" y="7199"/>
                  <a:pt x="19247" y="6804"/>
                  <a:pt x="19137" y="6231"/>
                </a:cubicBezTo>
                <a:cubicBezTo>
                  <a:pt x="18867" y="4834"/>
                  <a:pt x="18351" y="3552"/>
                  <a:pt x="17618" y="2498"/>
                </a:cubicBezTo>
                <a:cubicBezTo>
                  <a:pt x="16498" y="887"/>
                  <a:pt x="15009" y="1"/>
                  <a:pt x="13421" y="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75376" tIns="75376" rIns="75376" bIns="75376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6331"/>
          </a:p>
        </p:txBody>
      </p:sp>
      <p:sp>
        <p:nvSpPr>
          <p:cNvPr id="11" name="Freeform 19">
            <a:extLst>
              <a:ext uri="{FF2B5EF4-FFF2-40B4-BE49-F238E27FC236}">
                <a16:creationId xmlns:a16="http://schemas.microsoft.com/office/drawing/2014/main" id="{87A581BC-938A-4AA3-9DBC-DA70C34686EB}"/>
              </a:ext>
            </a:extLst>
          </p:cNvPr>
          <p:cNvSpPr/>
          <p:nvPr/>
        </p:nvSpPr>
        <p:spPr>
          <a:xfrm>
            <a:off x="12233998" y="5170602"/>
            <a:ext cx="4806468" cy="2371639"/>
          </a:xfrm>
          <a:custGeom>
            <a:avLst/>
            <a:gdLst>
              <a:gd name="connsiteX0" fmla="*/ 214 w 427"/>
              <a:gd name="connsiteY0" fmla="*/ 214 w 427"/>
              <a:gd name="connsiteX1" fmla="*/ 214 w 427"/>
              <a:gd name="connsiteY1" fmla="*/ 214 w 427"/>
              <a:gd name="connsiteX2" fmla="*/ 214 w 427"/>
              <a:gd name="connsiteY2" fmla="*/ 214 w 427"/>
              <a:gd name="connsiteX3" fmla="*/ 214 w 427"/>
              <a:gd name="connsiteY3" fmla="*/ 214 w 427"/>
              <a:gd name="connsiteX4" fmla="*/ 214 w 427"/>
              <a:gd name="connsiteY4" fmla="*/ 214 w 427"/>
              <a:gd name="connsiteX5" fmla="*/ 214 w 427"/>
              <a:gd name="connsiteY5" fmla="*/ 214 w 427"/>
              <a:gd name="connsiteX6" fmla="*/ 214 w 427"/>
              <a:gd name="connsiteY6" fmla="*/ 214 w 427"/>
              <a:gd name="connsiteX7" fmla="*/ 214 w 427"/>
              <a:gd name="connsiteY7" fmla="*/ 214 w 427"/>
              <a:gd name="connsiteX8" fmla="*/ 214 w 427"/>
              <a:gd name="connsiteY8" fmla="*/ 214 w 427"/>
              <a:gd name="connsiteX9" fmla="*/ 214 w 427"/>
              <a:gd name="connsiteY9" fmla="*/ 214 w 427"/>
              <a:gd name="connsiteX10" fmla="*/ 214 w 427"/>
              <a:gd name="connsiteY10" fmla="*/ 214 w 427"/>
              <a:gd name="connsiteX11" fmla="*/ 214 w 427"/>
              <a:gd name="connsiteY11" fmla="*/ 214 w 427"/>
              <a:gd name="connsiteX12" fmla="*/ 214 w 427"/>
              <a:gd name="connsiteY12" fmla="*/ 214 w 427"/>
              <a:gd name="connsiteX13" fmla="*/ 214 w 427"/>
              <a:gd name="connsiteY13" fmla="*/ 214 w 427"/>
              <a:gd name="connsiteX14" fmla="*/ 214 w 427"/>
              <a:gd name="connsiteY14" fmla="*/ 214 w 427"/>
              <a:gd name="connsiteX15" fmla="*/ 214 w 427"/>
              <a:gd name="connsiteY15" fmla="*/ 214 w 427"/>
              <a:gd name="connsiteX16" fmla="*/ 214 w 427"/>
              <a:gd name="connsiteY16" fmla="*/ 214 w 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29490" h="1198775">
                <a:moveTo>
                  <a:pt x="826288" y="0"/>
                </a:moveTo>
                <a:cubicBezTo>
                  <a:pt x="986398" y="0"/>
                  <a:pt x="1137196" y="62381"/>
                  <a:pt x="1250360" y="175654"/>
                </a:cubicBezTo>
                <a:cubicBezTo>
                  <a:pt x="1324466" y="249745"/>
                  <a:pt x="1376586" y="339875"/>
                  <a:pt x="1403745" y="438164"/>
                </a:cubicBezTo>
                <a:cubicBezTo>
                  <a:pt x="1414997" y="478511"/>
                  <a:pt x="1451726" y="506261"/>
                  <a:pt x="1493629" y="506261"/>
                </a:cubicBezTo>
                <a:lnTo>
                  <a:pt x="2429490" y="506261"/>
                </a:lnTo>
                <a:lnTo>
                  <a:pt x="2429490" y="692515"/>
                </a:lnTo>
                <a:lnTo>
                  <a:pt x="2382146" y="692515"/>
                </a:lnTo>
                <a:cubicBezTo>
                  <a:pt x="2001242" y="692515"/>
                  <a:pt x="1493370" y="692515"/>
                  <a:pt x="1493370" y="692515"/>
                </a:cubicBezTo>
                <a:cubicBezTo>
                  <a:pt x="1451597" y="692515"/>
                  <a:pt x="1414997" y="720431"/>
                  <a:pt x="1403745" y="760612"/>
                </a:cubicBezTo>
                <a:cubicBezTo>
                  <a:pt x="1333260" y="1013132"/>
                  <a:pt x="1100984" y="1198775"/>
                  <a:pt x="826288" y="1198775"/>
                </a:cubicBezTo>
                <a:cubicBezTo>
                  <a:pt x="551591" y="1198720"/>
                  <a:pt x="319574" y="1013021"/>
                  <a:pt x="248960" y="760612"/>
                </a:cubicBezTo>
                <a:cubicBezTo>
                  <a:pt x="237708" y="720375"/>
                  <a:pt x="201108" y="692515"/>
                  <a:pt x="159334" y="692515"/>
                </a:cubicBezTo>
                <a:lnTo>
                  <a:pt x="0" y="692515"/>
                </a:lnTo>
                <a:lnTo>
                  <a:pt x="0" y="506261"/>
                </a:lnTo>
                <a:lnTo>
                  <a:pt x="159334" y="506261"/>
                </a:lnTo>
                <a:cubicBezTo>
                  <a:pt x="201237" y="506261"/>
                  <a:pt x="237708" y="478456"/>
                  <a:pt x="248960" y="438164"/>
                </a:cubicBezTo>
                <a:cubicBezTo>
                  <a:pt x="319574" y="185699"/>
                  <a:pt x="551591" y="0"/>
                  <a:pt x="826288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75376" tIns="75376" rIns="75376" bIns="75376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6331"/>
          </a:p>
        </p:txBody>
      </p:sp>
      <p:sp>
        <p:nvSpPr>
          <p:cNvPr id="12" name="Pentagon 17">
            <a:extLst>
              <a:ext uri="{FF2B5EF4-FFF2-40B4-BE49-F238E27FC236}">
                <a16:creationId xmlns:a16="http://schemas.microsoft.com/office/drawing/2014/main" id="{00702097-F22A-472D-AFB0-D117CDCCB0D7}"/>
              </a:ext>
            </a:extLst>
          </p:cNvPr>
          <p:cNvSpPr/>
          <p:nvPr/>
        </p:nvSpPr>
        <p:spPr>
          <a:xfrm>
            <a:off x="17130918" y="6172181"/>
            <a:ext cx="4414047" cy="368482"/>
          </a:xfrm>
          <a:prstGeom prst="homePlat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75376" tIns="75376" rIns="75376" bIns="75376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6331"/>
          </a:p>
        </p:txBody>
      </p:sp>
      <p:sp>
        <p:nvSpPr>
          <p:cNvPr id="14" name="Freeform 23">
            <a:extLst>
              <a:ext uri="{FF2B5EF4-FFF2-40B4-BE49-F238E27FC236}">
                <a16:creationId xmlns:a16="http://schemas.microsoft.com/office/drawing/2014/main" id="{E62D7925-87AB-441C-BA7D-5B5B65444E9C}"/>
              </a:ext>
            </a:extLst>
          </p:cNvPr>
          <p:cNvSpPr/>
          <p:nvPr/>
        </p:nvSpPr>
        <p:spPr>
          <a:xfrm>
            <a:off x="7071700" y="8434960"/>
            <a:ext cx="4854796" cy="2371639"/>
          </a:xfrm>
          <a:custGeom>
            <a:avLst/>
            <a:gdLst>
              <a:gd name="connsiteX0" fmla="*/ 214 w 427"/>
              <a:gd name="connsiteY0" fmla="*/ 214 w 427"/>
              <a:gd name="connsiteX1" fmla="*/ 214 w 427"/>
              <a:gd name="connsiteY1" fmla="*/ 214 w 427"/>
              <a:gd name="connsiteX2" fmla="*/ 214 w 427"/>
              <a:gd name="connsiteY2" fmla="*/ 214 w 427"/>
              <a:gd name="connsiteX3" fmla="*/ 214 w 427"/>
              <a:gd name="connsiteY3" fmla="*/ 214 w 427"/>
              <a:gd name="connsiteX4" fmla="*/ 214 w 427"/>
              <a:gd name="connsiteY4" fmla="*/ 214 w 427"/>
              <a:gd name="connsiteX5" fmla="*/ 214 w 427"/>
              <a:gd name="connsiteY5" fmla="*/ 214 w 427"/>
              <a:gd name="connsiteX6" fmla="*/ 214 w 427"/>
              <a:gd name="connsiteY6" fmla="*/ 214 w 427"/>
              <a:gd name="connsiteX7" fmla="*/ 214 w 427"/>
              <a:gd name="connsiteY7" fmla="*/ 214 w 427"/>
              <a:gd name="connsiteX8" fmla="*/ 214 w 427"/>
              <a:gd name="connsiteY8" fmla="*/ 214 w 427"/>
              <a:gd name="connsiteX9" fmla="*/ 214 w 427"/>
              <a:gd name="connsiteY9" fmla="*/ 214 w 427"/>
              <a:gd name="connsiteX10" fmla="*/ 214 w 427"/>
              <a:gd name="connsiteY10" fmla="*/ 214 w 427"/>
              <a:gd name="connsiteX11" fmla="*/ 214 w 427"/>
              <a:gd name="connsiteY11" fmla="*/ 214 w 427"/>
              <a:gd name="connsiteX12" fmla="*/ 214 w 427"/>
              <a:gd name="connsiteY12" fmla="*/ 214 w 427"/>
              <a:gd name="connsiteX13" fmla="*/ 214 w 427"/>
              <a:gd name="connsiteY13" fmla="*/ 214 w 427"/>
              <a:gd name="connsiteX14" fmla="*/ 214 w 427"/>
              <a:gd name="connsiteY14" fmla="*/ 214 w 427"/>
              <a:gd name="connsiteX15" fmla="*/ 214 w 427"/>
              <a:gd name="connsiteY15" fmla="*/ 214 w 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53918" h="1198775">
                <a:moveTo>
                  <a:pt x="1627372" y="0"/>
                </a:moveTo>
                <a:cubicBezTo>
                  <a:pt x="1787611" y="0"/>
                  <a:pt x="1938281" y="62381"/>
                  <a:pt x="2051573" y="175654"/>
                </a:cubicBezTo>
                <a:cubicBezTo>
                  <a:pt x="2125679" y="249745"/>
                  <a:pt x="2177799" y="339875"/>
                  <a:pt x="2204958" y="438164"/>
                </a:cubicBezTo>
                <a:cubicBezTo>
                  <a:pt x="2216210" y="478511"/>
                  <a:pt x="2252940" y="506261"/>
                  <a:pt x="2294843" y="506261"/>
                </a:cubicBezTo>
                <a:lnTo>
                  <a:pt x="2453918" y="506261"/>
                </a:lnTo>
                <a:lnTo>
                  <a:pt x="2453918" y="692515"/>
                </a:lnTo>
                <a:lnTo>
                  <a:pt x="2294584" y="692515"/>
                </a:lnTo>
                <a:cubicBezTo>
                  <a:pt x="2252681" y="692515"/>
                  <a:pt x="2216210" y="720320"/>
                  <a:pt x="2204958" y="760612"/>
                </a:cubicBezTo>
                <a:cubicBezTo>
                  <a:pt x="2134344" y="1013132"/>
                  <a:pt x="1902198" y="1198775"/>
                  <a:pt x="1627372" y="1198775"/>
                </a:cubicBezTo>
                <a:cubicBezTo>
                  <a:pt x="1352676" y="1198720"/>
                  <a:pt x="1120658" y="1013076"/>
                  <a:pt x="1050173" y="760612"/>
                </a:cubicBezTo>
                <a:cubicBezTo>
                  <a:pt x="1038792" y="720320"/>
                  <a:pt x="1002321" y="692515"/>
                  <a:pt x="960548" y="692515"/>
                </a:cubicBezTo>
                <a:lnTo>
                  <a:pt x="0" y="692515"/>
                </a:lnTo>
                <a:lnTo>
                  <a:pt x="0" y="506261"/>
                </a:lnTo>
                <a:lnTo>
                  <a:pt x="960548" y="506261"/>
                </a:lnTo>
                <a:cubicBezTo>
                  <a:pt x="1002321" y="506261"/>
                  <a:pt x="1038922" y="478345"/>
                  <a:pt x="1050173" y="438164"/>
                </a:cubicBezTo>
                <a:cubicBezTo>
                  <a:pt x="1120658" y="185644"/>
                  <a:pt x="1352676" y="0"/>
                  <a:pt x="1627372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5" name="Pentagon 27">
            <a:extLst>
              <a:ext uri="{FF2B5EF4-FFF2-40B4-BE49-F238E27FC236}">
                <a16:creationId xmlns:a16="http://schemas.microsoft.com/office/drawing/2014/main" id="{74DDEE14-C4CE-4C75-AF2D-2409E5B25D1F}"/>
              </a:ext>
            </a:extLst>
          </p:cNvPr>
          <p:cNvSpPr/>
          <p:nvPr/>
        </p:nvSpPr>
        <p:spPr>
          <a:xfrm flipH="1">
            <a:off x="2575510" y="9436538"/>
            <a:ext cx="4405744" cy="368482"/>
          </a:xfrm>
          <a:prstGeom prst="homePlat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75376" tIns="75376" rIns="75376" bIns="75376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Light"/>
              </a:defRPr>
            </a:pPr>
            <a:endParaRPr sz="6331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C65E7D-35E0-2E57-FC49-61FD211D2DB9}"/>
              </a:ext>
            </a:extLst>
          </p:cNvPr>
          <p:cNvGrpSpPr/>
          <p:nvPr/>
        </p:nvGrpSpPr>
        <p:grpSpPr>
          <a:xfrm>
            <a:off x="5393094" y="4165523"/>
            <a:ext cx="3216240" cy="1533346"/>
            <a:chOff x="1771257" y="1937548"/>
            <a:chExt cx="2226939" cy="775049"/>
          </a:xfrm>
        </p:grpSpPr>
        <p:sp>
          <p:nvSpPr>
            <p:cNvPr id="6" name="Inhaltsplatzhalter 4">
              <a:extLst>
                <a:ext uri="{FF2B5EF4-FFF2-40B4-BE49-F238E27FC236}">
                  <a16:creationId xmlns:a16="http://schemas.microsoft.com/office/drawing/2014/main" id="{B8E0CBB4-B432-4F13-B260-132DC041BB1C}"/>
                </a:ext>
              </a:extLst>
            </p:cNvPr>
            <p:cNvSpPr txBox="1">
              <a:spLocks/>
            </p:cNvSpPr>
            <p:nvPr/>
          </p:nvSpPr>
          <p:spPr>
            <a:xfrm>
              <a:off x="1771257" y="1937548"/>
              <a:ext cx="2226939" cy="26220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defTabSz="453437">
                <a:lnSpc>
                  <a:spcPct val="100000"/>
                </a:lnSpc>
                <a:spcAft>
                  <a:spcPts val="2374"/>
                </a:spcAft>
                <a:buNone/>
              </a:pPr>
              <a:r>
                <a:rPr lang="en-US" sz="3371" b="1" spc="-30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</a:p>
          </p:txBody>
        </p:sp>
        <p:sp>
          <p:nvSpPr>
            <p:cNvPr id="10" name="Inhaltsplatzhalter 4">
              <a:extLst>
                <a:ext uri="{FF2B5EF4-FFF2-40B4-BE49-F238E27FC236}">
                  <a16:creationId xmlns:a16="http://schemas.microsoft.com/office/drawing/2014/main" id="{72F5A974-4D4C-16F3-CFDD-DF63BE647370}"/>
                </a:ext>
              </a:extLst>
            </p:cNvPr>
            <p:cNvSpPr txBox="1">
              <a:spLocks/>
            </p:cNvSpPr>
            <p:nvPr/>
          </p:nvSpPr>
          <p:spPr>
            <a:xfrm>
              <a:off x="1771257" y="2245888"/>
              <a:ext cx="2226939" cy="4667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defTabSz="457200">
                <a:lnSpc>
                  <a:spcPts val="3600"/>
                </a:lnSpc>
                <a:spcAft>
                  <a:spcPts val="2374"/>
                </a:spcAft>
                <a:buNone/>
              </a:pPr>
              <a:r>
                <a:rPr lang="en-US" sz="2400" spc="-2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05EEA0E-EBF7-674C-F985-3E34FA56EB2B}"/>
              </a:ext>
            </a:extLst>
          </p:cNvPr>
          <p:cNvGrpSpPr/>
          <p:nvPr/>
        </p:nvGrpSpPr>
        <p:grpSpPr>
          <a:xfrm>
            <a:off x="15572510" y="4101570"/>
            <a:ext cx="3216240" cy="1523719"/>
            <a:chOff x="7517822" y="1905222"/>
            <a:chExt cx="2226940" cy="770183"/>
          </a:xfrm>
        </p:grpSpPr>
        <p:sp>
          <p:nvSpPr>
            <p:cNvPr id="4" name="Inhaltsplatzhalter 4">
              <a:extLst>
                <a:ext uri="{FF2B5EF4-FFF2-40B4-BE49-F238E27FC236}">
                  <a16:creationId xmlns:a16="http://schemas.microsoft.com/office/drawing/2014/main" id="{9E9F82FD-E055-4312-990E-3A9A4812DF39}"/>
                </a:ext>
              </a:extLst>
            </p:cNvPr>
            <p:cNvSpPr txBox="1">
              <a:spLocks/>
            </p:cNvSpPr>
            <p:nvPr/>
          </p:nvSpPr>
          <p:spPr>
            <a:xfrm>
              <a:off x="7517823" y="1905222"/>
              <a:ext cx="2226939" cy="26220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3437">
                <a:lnSpc>
                  <a:spcPct val="100000"/>
                </a:lnSpc>
                <a:spcAft>
                  <a:spcPts val="2374"/>
                </a:spcAft>
                <a:buNone/>
              </a:pPr>
              <a:r>
                <a:rPr lang="en-US" sz="3371" b="1" spc="-30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</a:p>
          </p:txBody>
        </p:sp>
        <p:sp>
          <p:nvSpPr>
            <p:cNvPr id="16" name="Inhaltsplatzhalter 4">
              <a:extLst>
                <a:ext uri="{FF2B5EF4-FFF2-40B4-BE49-F238E27FC236}">
                  <a16:creationId xmlns:a16="http://schemas.microsoft.com/office/drawing/2014/main" id="{AB161018-BAA8-B86F-2090-A555F5569990}"/>
                </a:ext>
              </a:extLst>
            </p:cNvPr>
            <p:cNvSpPr txBox="1">
              <a:spLocks/>
            </p:cNvSpPr>
            <p:nvPr/>
          </p:nvSpPr>
          <p:spPr>
            <a:xfrm>
              <a:off x="7517822" y="2208696"/>
              <a:ext cx="2226939" cy="4667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3437">
                <a:lnSpc>
                  <a:spcPts val="3571"/>
                </a:lnSpc>
                <a:spcAft>
                  <a:spcPts val="2374"/>
                </a:spcAft>
                <a:buNone/>
              </a:pPr>
              <a:r>
                <a:rPr lang="en-US" sz="2380" spc="-20" dirty="0">
                  <a:solidFill>
                    <a:srgbClr val="747A9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302986-59CF-307F-EEE9-00AD02492238}"/>
              </a:ext>
            </a:extLst>
          </p:cNvPr>
          <p:cNvGrpSpPr/>
          <p:nvPr/>
        </p:nvGrpSpPr>
        <p:grpSpPr>
          <a:xfrm>
            <a:off x="5393094" y="10316606"/>
            <a:ext cx="3216240" cy="1533346"/>
            <a:chOff x="1771257" y="1937548"/>
            <a:chExt cx="2226939" cy="775049"/>
          </a:xfrm>
        </p:grpSpPr>
        <p:sp>
          <p:nvSpPr>
            <p:cNvPr id="20" name="Inhaltsplatzhalter 4">
              <a:extLst>
                <a:ext uri="{FF2B5EF4-FFF2-40B4-BE49-F238E27FC236}">
                  <a16:creationId xmlns:a16="http://schemas.microsoft.com/office/drawing/2014/main" id="{8131FD60-2500-1531-F00B-D99B833EE1A6}"/>
                </a:ext>
              </a:extLst>
            </p:cNvPr>
            <p:cNvSpPr txBox="1">
              <a:spLocks/>
            </p:cNvSpPr>
            <p:nvPr/>
          </p:nvSpPr>
          <p:spPr>
            <a:xfrm>
              <a:off x="1771257" y="1937548"/>
              <a:ext cx="2226939" cy="26220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defTabSz="453437">
                <a:lnSpc>
                  <a:spcPct val="100000"/>
                </a:lnSpc>
                <a:spcAft>
                  <a:spcPts val="2374"/>
                </a:spcAft>
                <a:buNone/>
              </a:pPr>
              <a:r>
                <a:rPr lang="en-US" sz="3371" b="1" spc="-30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</a:p>
          </p:txBody>
        </p:sp>
        <p:sp>
          <p:nvSpPr>
            <p:cNvPr id="21" name="Inhaltsplatzhalter 4">
              <a:extLst>
                <a:ext uri="{FF2B5EF4-FFF2-40B4-BE49-F238E27FC236}">
                  <a16:creationId xmlns:a16="http://schemas.microsoft.com/office/drawing/2014/main" id="{990614D0-AD7F-53CD-850E-528501390F06}"/>
                </a:ext>
              </a:extLst>
            </p:cNvPr>
            <p:cNvSpPr txBox="1">
              <a:spLocks/>
            </p:cNvSpPr>
            <p:nvPr/>
          </p:nvSpPr>
          <p:spPr>
            <a:xfrm>
              <a:off x="1771257" y="2245888"/>
              <a:ext cx="2226939" cy="4667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 defTabSz="453437">
                <a:lnSpc>
                  <a:spcPts val="3571"/>
                </a:lnSpc>
                <a:spcAft>
                  <a:spcPts val="2374"/>
                </a:spcAft>
                <a:buNone/>
              </a:pPr>
              <a:r>
                <a:rPr lang="en-US" sz="2380" spc="-20" dirty="0">
                  <a:solidFill>
                    <a:srgbClr val="747A9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C28EF1E-F306-71AD-8E4D-D8EC84B58AD5}"/>
              </a:ext>
            </a:extLst>
          </p:cNvPr>
          <p:cNvGrpSpPr/>
          <p:nvPr/>
        </p:nvGrpSpPr>
        <p:grpSpPr>
          <a:xfrm>
            <a:off x="15795391" y="10326233"/>
            <a:ext cx="3216240" cy="1523719"/>
            <a:chOff x="7517822" y="1905222"/>
            <a:chExt cx="2226940" cy="770183"/>
          </a:xfrm>
        </p:grpSpPr>
        <p:sp>
          <p:nvSpPr>
            <p:cNvPr id="24" name="Inhaltsplatzhalter 4">
              <a:extLst>
                <a:ext uri="{FF2B5EF4-FFF2-40B4-BE49-F238E27FC236}">
                  <a16:creationId xmlns:a16="http://schemas.microsoft.com/office/drawing/2014/main" id="{61990164-367F-0FE6-EF58-BB9DE67B89AE}"/>
                </a:ext>
              </a:extLst>
            </p:cNvPr>
            <p:cNvSpPr txBox="1">
              <a:spLocks/>
            </p:cNvSpPr>
            <p:nvPr/>
          </p:nvSpPr>
          <p:spPr>
            <a:xfrm>
              <a:off x="7517823" y="1905222"/>
              <a:ext cx="2226939" cy="262200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3437">
                <a:lnSpc>
                  <a:spcPct val="100000"/>
                </a:lnSpc>
                <a:spcAft>
                  <a:spcPts val="2374"/>
                </a:spcAft>
                <a:buNone/>
              </a:pPr>
              <a:r>
                <a:rPr lang="en-US" sz="3371" b="1" spc="-30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</a:p>
          </p:txBody>
        </p:sp>
        <p:sp>
          <p:nvSpPr>
            <p:cNvPr id="25" name="Inhaltsplatzhalter 4">
              <a:extLst>
                <a:ext uri="{FF2B5EF4-FFF2-40B4-BE49-F238E27FC236}">
                  <a16:creationId xmlns:a16="http://schemas.microsoft.com/office/drawing/2014/main" id="{82EA26DE-EB63-FB63-1C19-BE3B1473C659}"/>
                </a:ext>
              </a:extLst>
            </p:cNvPr>
            <p:cNvSpPr txBox="1">
              <a:spLocks/>
            </p:cNvSpPr>
            <p:nvPr/>
          </p:nvSpPr>
          <p:spPr>
            <a:xfrm>
              <a:off x="7517822" y="2208696"/>
              <a:ext cx="2226939" cy="46670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3437">
                <a:lnSpc>
                  <a:spcPts val="3571"/>
                </a:lnSpc>
                <a:spcAft>
                  <a:spcPts val="2374"/>
                </a:spcAft>
                <a:buNone/>
              </a:pPr>
              <a:r>
                <a:rPr lang="en-US" sz="2380" spc="-20" dirty="0">
                  <a:solidFill>
                    <a:srgbClr val="747A9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6" name="成组">
            <a:extLst>
              <a:ext uri="{FF2B5EF4-FFF2-40B4-BE49-F238E27FC236}">
                <a16:creationId xmlns:a16="http://schemas.microsoft.com/office/drawing/2014/main" id="{1513233C-4284-B990-85D3-BB84ACF01E76}"/>
              </a:ext>
            </a:extLst>
          </p:cNvPr>
          <p:cNvGrpSpPr/>
          <p:nvPr/>
        </p:nvGrpSpPr>
        <p:grpSpPr>
          <a:xfrm>
            <a:off x="9984220" y="6034111"/>
            <a:ext cx="639086" cy="639082"/>
            <a:chOff x="0" y="0"/>
            <a:chExt cx="457200" cy="457200"/>
          </a:xfrm>
        </p:grpSpPr>
        <p:sp>
          <p:nvSpPr>
            <p:cNvPr id="27" name="任意形状 375">
              <a:extLst>
                <a:ext uri="{FF2B5EF4-FFF2-40B4-BE49-F238E27FC236}">
                  <a16:creationId xmlns:a16="http://schemas.microsoft.com/office/drawing/2014/main" id="{B3713B85-CA78-7437-35C9-DBA60BC2D82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  <p:sp>
          <p:nvSpPr>
            <p:cNvPr id="28" name="任意形状 376">
              <a:extLst>
                <a:ext uri="{FF2B5EF4-FFF2-40B4-BE49-F238E27FC236}">
                  <a16:creationId xmlns:a16="http://schemas.microsoft.com/office/drawing/2014/main" id="{5939B435-6892-74DF-C8E2-EFCB91742B2B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9" name="成组">
            <a:extLst>
              <a:ext uri="{FF2B5EF4-FFF2-40B4-BE49-F238E27FC236}">
                <a16:creationId xmlns:a16="http://schemas.microsoft.com/office/drawing/2014/main" id="{2334CC8A-71D9-7F9D-F4E5-70E61EDFFF55}"/>
              </a:ext>
            </a:extLst>
          </p:cNvPr>
          <p:cNvGrpSpPr/>
          <p:nvPr/>
        </p:nvGrpSpPr>
        <p:grpSpPr>
          <a:xfrm>
            <a:off x="9945796" y="9312304"/>
            <a:ext cx="639086" cy="639082"/>
            <a:chOff x="0" y="0"/>
            <a:chExt cx="457200" cy="457200"/>
          </a:xfrm>
        </p:grpSpPr>
        <p:sp>
          <p:nvSpPr>
            <p:cNvPr id="30" name="任意形状 393">
              <a:extLst>
                <a:ext uri="{FF2B5EF4-FFF2-40B4-BE49-F238E27FC236}">
                  <a16:creationId xmlns:a16="http://schemas.microsoft.com/office/drawing/2014/main" id="{BB2FCE5D-8DAE-A347-8BB8-6E6683BD4BA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1" name="任意形状 394">
              <a:extLst>
                <a:ext uri="{FF2B5EF4-FFF2-40B4-BE49-F238E27FC236}">
                  <a16:creationId xmlns:a16="http://schemas.microsoft.com/office/drawing/2014/main" id="{DF089FE3-444D-96B6-9246-C7CE3386DCA3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2" name="成组">
            <a:extLst>
              <a:ext uri="{FF2B5EF4-FFF2-40B4-BE49-F238E27FC236}">
                <a16:creationId xmlns:a16="http://schemas.microsoft.com/office/drawing/2014/main" id="{4406CEBE-9147-1D5B-2E06-F7AD1BE3F810}"/>
              </a:ext>
            </a:extLst>
          </p:cNvPr>
          <p:cNvGrpSpPr/>
          <p:nvPr/>
        </p:nvGrpSpPr>
        <p:grpSpPr>
          <a:xfrm>
            <a:off x="13549425" y="9271972"/>
            <a:ext cx="639086" cy="639082"/>
            <a:chOff x="0" y="0"/>
            <a:chExt cx="457200" cy="457200"/>
          </a:xfrm>
        </p:grpSpPr>
        <p:sp>
          <p:nvSpPr>
            <p:cNvPr id="33" name="任意形状 399">
              <a:extLst>
                <a:ext uri="{FF2B5EF4-FFF2-40B4-BE49-F238E27FC236}">
                  <a16:creationId xmlns:a16="http://schemas.microsoft.com/office/drawing/2014/main" id="{19D931D1-69B5-F203-A1CF-D9C8661EC90D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4" name="任意形状 400">
              <a:extLst>
                <a:ext uri="{FF2B5EF4-FFF2-40B4-BE49-F238E27FC236}">
                  <a16:creationId xmlns:a16="http://schemas.microsoft.com/office/drawing/2014/main" id="{6149DC9E-9D0E-012F-87FD-910F596EB311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5" name="成组">
            <a:extLst>
              <a:ext uri="{FF2B5EF4-FFF2-40B4-BE49-F238E27FC236}">
                <a16:creationId xmlns:a16="http://schemas.microsoft.com/office/drawing/2014/main" id="{B0E6C21A-0540-8133-0199-E31269E8BCC8}"/>
              </a:ext>
            </a:extLst>
          </p:cNvPr>
          <p:cNvGrpSpPr/>
          <p:nvPr/>
        </p:nvGrpSpPr>
        <p:grpSpPr>
          <a:xfrm>
            <a:off x="13528389" y="5975262"/>
            <a:ext cx="639086" cy="639082"/>
            <a:chOff x="0" y="0"/>
            <a:chExt cx="457200" cy="457200"/>
          </a:xfrm>
        </p:grpSpPr>
        <p:sp>
          <p:nvSpPr>
            <p:cNvPr id="36" name="任意形状 477">
              <a:extLst>
                <a:ext uri="{FF2B5EF4-FFF2-40B4-BE49-F238E27FC236}">
                  <a16:creationId xmlns:a16="http://schemas.microsoft.com/office/drawing/2014/main" id="{4C0DB773-A2A6-E90B-3A84-B5606D9E0F9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7" name="任意形状 478">
              <a:extLst>
                <a:ext uri="{FF2B5EF4-FFF2-40B4-BE49-F238E27FC236}">
                  <a16:creationId xmlns:a16="http://schemas.microsoft.com/office/drawing/2014/main" id="{419D40A0-52C8-0781-6DF7-7C9034779B84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151294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AB56BDB1-AA2A-49E4-B636-638681ED4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781B4337-8603-4E2A-8BF4-3F43C4E5F2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F0789E7-7DC8-6A48-BE1C-BE4A1B1D6A3E}"/>
              </a:ext>
            </a:extLst>
          </p:cNvPr>
          <p:cNvGrpSpPr/>
          <p:nvPr/>
        </p:nvGrpSpPr>
        <p:grpSpPr>
          <a:xfrm>
            <a:off x="2185299" y="10441698"/>
            <a:ext cx="3681423" cy="1668794"/>
            <a:chOff x="2184682" y="10250313"/>
            <a:chExt cx="3681423" cy="1668794"/>
          </a:xfrm>
        </p:grpSpPr>
        <p:sp>
          <p:nvSpPr>
            <p:cNvPr id="30" name="TextBox 29"/>
            <p:cNvSpPr txBox="1"/>
            <p:nvPr/>
          </p:nvSpPr>
          <p:spPr>
            <a:xfrm>
              <a:off x="2266384" y="10250313"/>
              <a:ext cx="351802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184682" y="10881181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4AC482D-C76F-2265-C809-12C123BB491D}"/>
              </a:ext>
            </a:extLst>
          </p:cNvPr>
          <p:cNvGrpSpPr/>
          <p:nvPr/>
        </p:nvGrpSpPr>
        <p:grpSpPr>
          <a:xfrm>
            <a:off x="8612681" y="10441698"/>
            <a:ext cx="3681423" cy="1668794"/>
            <a:chOff x="8612064" y="10250313"/>
            <a:chExt cx="3681423" cy="1668794"/>
          </a:xfrm>
        </p:grpSpPr>
        <p:sp>
          <p:nvSpPr>
            <p:cNvPr id="36" name="TextBox 35"/>
            <p:cNvSpPr txBox="1"/>
            <p:nvPr/>
          </p:nvSpPr>
          <p:spPr>
            <a:xfrm>
              <a:off x="8630988" y="10250313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612064" y="10881181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059B7D1-517E-648A-F97B-4DD825A4FF4A}"/>
              </a:ext>
            </a:extLst>
          </p:cNvPr>
          <p:cNvGrpSpPr/>
          <p:nvPr/>
        </p:nvGrpSpPr>
        <p:grpSpPr>
          <a:xfrm>
            <a:off x="15040063" y="10441698"/>
            <a:ext cx="3681423" cy="1668794"/>
            <a:chOff x="15039446" y="10250313"/>
            <a:chExt cx="3681423" cy="1668794"/>
          </a:xfrm>
        </p:grpSpPr>
        <p:sp>
          <p:nvSpPr>
            <p:cNvPr id="42" name="TextBox 41"/>
            <p:cNvSpPr txBox="1"/>
            <p:nvPr/>
          </p:nvSpPr>
          <p:spPr>
            <a:xfrm>
              <a:off x="15046415" y="10250313"/>
              <a:ext cx="366747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5039446" y="10881181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2CADA38-46F7-78A9-5EBB-44C45A8C1A73}"/>
              </a:ext>
            </a:extLst>
          </p:cNvPr>
          <p:cNvGrpSpPr/>
          <p:nvPr/>
        </p:nvGrpSpPr>
        <p:grpSpPr>
          <a:xfrm>
            <a:off x="5403243" y="3856131"/>
            <a:ext cx="3681423" cy="1689830"/>
            <a:chOff x="5398374" y="3664746"/>
            <a:chExt cx="3681423" cy="1689830"/>
          </a:xfrm>
        </p:grpSpPr>
        <p:sp>
          <p:nvSpPr>
            <p:cNvPr id="33" name="TextBox 32"/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2CFFF77-9A12-9C53-2A94-508A9BBB6248}"/>
              </a:ext>
            </a:extLst>
          </p:cNvPr>
          <p:cNvGrpSpPr/>
          <p:nvPr/>
        </p:nvGrpSpPr>
        <p:grpSpPr>
          <a:xfrm>
            <a:off x="11826370" y="3856131"/>
            <a:ext cx="3681426" cy="1689830"/>
            <a:chOff x="11825753" y="3664746"/>
            <a:chExt cx="3681426" cy="1689830"/>
          </a:xfrm>
        </p:grpSpPr>
        <p:sp>
          <p:nvSpPr>
            <p:cNvPr id="39" name="TextBox 38"/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45E7477-3126-75EA-6ACA-7F109A4A70AD}"/>
              </a:ext>
            </a:extLst>
          </p:cNvPr>
          <p:cNvGrpSpPr/>
          <p:nvPr/>
        </p:nvGrpSpPr>
        <p:grpSpPr>
          <a:xfrm>
            <a:off x="18253752" y="3856131"/>
            <a:ext cx="3681423" cy="1689830"/>
            <a:chOff x="18253135" y="3664746"/>
            <a:chExt cx="3681423" cy="1689830"/>
          </a:xfrm>
        </p:grpSpPr>
        <p:sp>
          <p:nvSpPr>
            <p:cNvPr id="45" name="TextBox 44"/>
            <p:cNvSpPr txBox="1"/>
            <p:nvPr/>
          </p:nvSpPr>
          <p:spPr>
            <a:xfrm>
              <a:off x="18264091" y="3664746"/>
              <a:ext cx="365950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latin typeface="Poppins" panose="00000500000000000000" pitchFamily="2" charset="0"/>
                  <a:cs typeface="Poppins" panose="00000500000000000000" pitchFamily="2" charset="0"/>
                </a:rPr>
                <a:t>PROCESS 06</a:t>
              </a:r>
              <a:endParaRPr lang="id-ID" sz="3400" b="1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8253135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sp>
        <p:nvSpPr>
          <p:cNvPr id="5" name="Oval 26"/>
          <p:cNvSpPr>
            <a:spLocks noChangeArrowheads="1"/>
          </p:cNvSpPr>
          <p:nvPr/>
        </p:nvSpPr>
        <p:spPr bwMode="auto">
          <a:xfrm>
            <a:off x="2089175" y="6046367"/>
            <a:ext cx="3873673" cy="3894925"/>
          </a:xfrm>
          <a:prstGeom prst="donut">
            <a:avLst>
              <a:gd name="adj" fmla="val 17380"/>
            </a:avLst>
          </a:prstGeom>
          <a:solidFill>
            <a:srgbClr val="C2BA2C">
              <a:alpha val="30000"/>
            </a:srgb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6" name="Oval 26"/>
          <p:cNvSpPr>
            <a:spLocks noChangeArrowheads="1"/>
          </p:cNvSpPr>
          <p:nvPr/>
        </p:nvSpPr>
        <p:spPr bwMode="auto">
          <a:xfrm>
            <a:off x="5307118" y="6046367"/>
            <a:ext cx="3873673" cy="3894925"/>
          </a:xfrm>
          <a:prstGeom prst="donut">
            <a:avLst>
              <a:gd name="adj" fmla="val 17380"/>
            </a:avLst>
          </a:prstGeom>
          <a:solidFill>
            <a:srgbClr val="C2BA2C">
              <a:alpha val="30000"/>
            </a:srgb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7" name="Oval 26"/>
          <p:cNvSpPr>
            <a:spLocks noChangeArrowheads="1"/>
          </p:cNvSpPr>
          <p:nvPr/>
        </p:nvSpPr>
        <p:spPr bwMode="auto">
          <a:xfrm>
            <a:off x="8515950" y="6046367"/>
            <a:ext cx="3873673" cy="3894925"/>
          </a:xfrm>
          <a:prstGeom prst="donut">
            <a:avLst>
              <a:gd name="adj" fmla="val 17380"/>
            </a:avLst>
          </a:prstGeom>
          <a:solidFill>
            <a:srgbClr val="C2BA2C">
              <a:alpha val="30000"/>
            </a:srgb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8" name="Oval 26"/>
          <p:cNvSpPr>
            <a:spLocks noChangeArrowheads="1"/>
          </p:cNvSpPr>
          <p:nvPr/>
        </p:nvSpPr>
        <p:spPr bwMode="auto">
          <a:xfrm>
            <a:off x="11730856" y="6046367"/>
            <a:ext cx="3873673" cy="3894925"/>
          </a:xfrm>
          <a:prstGeom prst="donut">
            <a:avLst>
              <a:gd name="adj" fmla="val 17380"/>
            </a:avLst>
          </a:prstGeom>
          <a:solidFill>
            <a:srgbClr val="C2BA2C">
              <a:alpha val="30000"/>
            </a:srgb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9" name="Oval 26"/>
          <p:cNvSpPr>
            <a:spLocks noChangeArrowheads="1"/>
          </p:cNvSpPr>
          <p:nvPr/>
        </p:nvSpPr>
        <p:spPr bwMode="auto">
          <a:xfrm>
            <a:off x="14939689" y="6046367"/>
            <a:ext cx="3873673" cy="3894925"/>
          </a:xfrm>
          <a:prstGeom prst="donut">
            <a:avLst>
              <a:gd name="adj" fmla="val 17380"/>
            </a:avLst>
          </a:prstGeom>
          <a:solidFill>
            <a:srgbClr val="C2BA2C">
              <a:alpha val="30000"/>
            </a:srgb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18157627" y="6046367"/>
            <a:ext cx="3873673" cy="3894925"/>
          </a:xfrm>
          <a:prstGeom prst="donut">
            <a:avLst>
              <a:gd name="adj" fmla="val 17380"/>
            </a:avLst>
          </a:prstGeom>
          <a:solidFill>
            <a:srgbClr val="C2BA2C">
              <a:alpha val="30000"/>
            </a:srgb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grpSp>
        <p:nvGrpSpPr>
          <p:cNvPr id="11" name="Group 10"/>
          <p:cNvGrpSpPr/>
          <p:nvPr/>
        </p:nvGrpSpPr>
        <p:grpSpPr>
          <a:xfrm>
            <a:off x="2089175" y="6046366"/>
            <a:ext cx="3873673" cy="1945944"/>
            <a:chOff x="1358900" y="1941513"/>
            <a:chExt cx="2025650" cy="1017587"/>
          </a:xfrm>
          <a:solidFill>
            <a:schemeClr val="tx1"/>
          </a:solidFill>
        </p:grpSpPr>
        <p:sp>
          <p:nvSpPr>
            <p:cNvPr id="12" name="Freeform 32"/>
            <p:cNvSpPr>
              <a:spLocks/>
            </p:cNvSpPr>
            <p:nvPr/>
          </p:nvSpPr>
          <p:spPr bwMode="auto">
            <a:xfrm>
              <a:off x="1358900" y="1941513"/>
              <a:ext cx="2025650" cy="1017587"/>
            </a:xfrm>
            <a:custGeom>
              <a:avLst/>
              <a:gdLst>
                <a:gd name="T0" fmla="*/ 540 w 540"/>
                <a:gd name="T1" fmla="*/ 270 h 270"/>
                <a:gd name="T2" fmla="*/ 448 w 540"/>
                <a:gd name="T3" fmla="*/ 270 h 270"/>
                <a:gd name="T4" fmla="*/ 270 w 540"/>
                <a:gd name="T5" fmla="*/ 92 h 270"/>
                <a:gd name="T6" fmla="*/ 92 w 540"/>
                <a:gd name="T7" fmla="*/ 270 h 270"/>
                <a:gd name="T8" fmla="*/ 0 w 540"/>
                <a:gd name="T9" fmla="*/ 270 h 270"/>
                <a:gd name="T10" fmla="*/ 270 w 540"/>
                <a:gd name="T11" fmla="*/ 0 h 270"/>
                <a:gd name="T12" fmla="*/ 54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540" y="270"/>
                  </a:moveTo>
                  <a:cubicBezTo>
                    <a:pt x="448" y="270"/>
                    <a:pt x="448" y="270"/>
                    <a:pt x="448" y="270"/>
                  </a:cubicBezTo>
                  <a:cubicBezTo>
                    <a:pt x="448" y="172"/>
                    <a:pt x="368" y="92"/>
                    <a:pt x="270" y="92"/>
                  </a:cubicBezTo>
                  <a:cubicBezTo>
                    <a:pt x="172" y="92"/>
                    <a:pt x="92" y="172"/>
                    <a:pt x="92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121"/>
                    <a:pt x="121" y="0"/>
                    <a:pt x="270" y="0"/>
                  </a:cubicBezTo>
                  <a:cubicBezTo>
                    <a:pt x="419" y="0"/>
                    <a:pt x="540" y="121"/>
                    <a:pt x="540" y="2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3" name="Freeform 38"/>
            <p:cNvSpPr>
              <a:spLocks/>
            </p:cNvSpPr>
            <p:nvPr/>
          </p:nvSpPr>
          <p:spPr bwMode="auto">
            <a:xfrm>
              <a:off x="1530350" y="2114550"/>
              <a:ext cx="1682750" cy="844550"/>
            </a:xfrm>
            <a:custGeom>
              <a:avLst/>
              <a:gdLst>
                <a:gd name="T0" fmla="*/ 224 w 448"/>
                <a:gd name="T1" fmla="*/ 0 h 224"/>
                <a:gd name="T2" fmla="*/ 0 w 448"/>
                <a:gd name="T3" fmla="*/ 224 h 224"/>
                <a:gd name="T4" fmla="*/ 46 w 448"/>
                <a:gd name="T5" fmla="*/ 224 h 224"/>
                <a:gd name="T6" fmla="*/ 224 w 448"/>
                <a:gd name="T7" fmla="*/ 46 h 224"/>
                <a:gd name="T8" fmla="*/ 402 w 448"/>
                <a:gd name="T9" fmla="*/ 224 h 224"/>
                <a:gd name="T10" fmla="*/ 448 w 448"/>
                <a:gd name="T11" fmla="*/ 224 h 224"/>
                <a:gd name="T12" fmla="*/ 224 w 448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8" h="224">
                  <a:moveTo>
                    <a:pt x="224" y="0"/>
                  </a:moveTo>
                  <a:cubicBezTo>
                    <a:pt x="100" y="0"/>
                    <a:pt x="0" y="100"/>
                    <a:pt x="0" y="224"/>
                  </a:cubicBezTo>
                  <a:cubicBezTo>
                    <a:pt x="46" y="224"/>
                    <a:pt x="46" y="224"/>
                    <a:pt x="46" y="224"/>
                  </a:cubicBezTo>
                  <a:cubicBezTo>
                    <a:pt x="46" y="126"/>
                    <a:pt x="126" y="46"/>
                    <a:pt x="224" y="46"/>
                  </a:cubicBezTo>
                  <a:cubicBezTo>
                    <a:pt x="322" y="46"/>
                    <a:pt x="402" y="126"/>
                    <a:pt x="402" y="22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48" y="100"/>
                    <a:pt x="348" y="0"/>
                    <a:pt x="2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04080" y="7992311"/>
            <a:ext cx="3876710" cy="1948981"/>
            <a:chOff x="3040063" y="2959100"/>
            <a:chExt cx="2027238" cy="1019175"/>
          </a:xfrm>
          <a:solidFill>
            <a:schemeClr val="tx1"/>
          </a:solidFill>
        </p:grpSpPr>
        <p:sp>
          <p:nvSpPr>
            <p:cNvPr id="15" name="Freeform 33"/>
            <p:cNvSpPr>
              <a:spLocks/>
            </p:cNvSpPr>
            <p:nvPr/>
          </p:nvSpPr>
          <p:spPr bwMode="auto">
            <a:xfrm>
              <a:off x="3040063" y="2959100"/>
              <a:ext cx="2027238" cy="1019175"/>
            </a:xfrm>
            <a:custGeom>
              <a:avLst/>
              <a:gdLst>
                <a:gd name="T0" fmla="*/ 270 w 540"/>
                <a:gd name="T1" fmla="*/ 270 h 270"/>
                <a:gd name="T2" fmla="*/ 0 w 540"/>
                <a:gd name="T3" fmla="*/ 0 h 270"/>
                <a:gd name="T4" fmla="*/ 92 w 540"/>
                <a:gd name="T5" fmla="*/ 0 h 270"/>
                <a:gd name="T6" fmla="*/ 270 w 540"/>
                <a:gd name="T7" fmla="*/ 178 h 270"/>
                <a:gd name="T8" fmla="*/ 447 w 540"/>
                <a:gd name="T9" fmla="*/ 0 h 270"/>
                <a:gd name="T10" fmla="*/ 540 w 540"/>
                <a:gd name="T11" fmla="*/ 0 h 270"/>
                <a:gd name="T12" fmla="*/ 27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270" y="270"/>
                  </a:moveTo>
                  <a:cubicBezTo>
                    <a:pt x="121" y="270"/>
                    <a:pt x="0" y="149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98"/>
                    <a:pt x="172" y="178"/>
                    <a:pt x="270" y="178"/>
                  </a:cubicBezTo>
                  <a:cubicBezTo>
                    <a:pt x="368" y="178"/>
                    <a:pt x="447" y="98"/>
                    <a:pt x="447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149"/>
                    <a:pt x="418" y="270"/>
                    <a:pt x="270" y="2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6" name="Freeform 39"/>
            <p:cNvSpPr>
              <a:spLocks/>
            </p:cNvSpPr>
            <p:nvPr/>
          </p:nvSpPr>
          <p:spPr bwMode="auto">
            <a:xfrm>
              <a:off x="3040063" y="2959100"/>
              <a:ext cx="2027238" cy="1019175"/>
            </a:xfrm>
            <a:custGeom>
              <a:avLst/>
              <a:gdLst>
                <a:gd name="T0" fmla="*/ 493 w 540"/>
                <a:gd name="T1" fmla="*/ 0 h 270"/>
                <a:gd name="T2" fmla="*/ 270 w 540"/>
                <a:gd name="T3" fmla="*/ 224 h 270"/>
                <a:gd name="T4" fmla="*/ 46 w 540"/>
                <a:gd name="T5" fmla="*/ 0 h 270"/>
                <a:gd name="T6" fmla="*/ 0 w 540"/>
                <a:gd name="T7" fmla="*/ 0 h 270"/>
                <a:gd name="T8" fmla="*/ 270 w 540"/>
                <a:gd name="T9" fmla="*/ 270 h 270"/>
                <a:gd name="T10" fmla="*/ 540 w 540"/>
                <a:gd name="T11" fmla="*/ 0 h 270"/>
                <a:gd name="T12" fmla="*/ 493 w 5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493" y="0"/>
                  </a:moveTo>
                  <a:cubicBezTo>
                    <a:pt x="493" y="124"/>
                    <a:pt x="393" y="224"/>
                    <a:pt x="270" y="224"/>
                  </a:cubicBezTo>
                  <a:cubicBezTo>
                    <a:pt x="146" y="224"/>
                    <a:pt x="46" y="124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121" y="270"/>
                    <a:pt x="270" y="270"/>
                  </a:cubicBezTo>
                  <a:cubicBezTo>
                    <a:pt x="418" y="270"/>
                    <a:pt x="540" y="149"/>
                    <a:pt x="540" y="0"/>
                  </a:cubicBezTo>
                  <a:lnTo>
                    <a:pt x="49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512912" y="6046366"/>
            <a:ext cx="3876710" cy="1945944"/>
            <a:chOff x="4718050" y="1941513"/>
            <a:chExt cx="2027238" cy="1017587"/>
          </a:xfrm>
          <a:solidFill>
            <a:schemeClr val="tx1"/>
          </a:solidFill>
        </p:grpSpPr>
        <p:sp>
          <p:nvSpPr>
            <p:cNvPr id="18" name="Freeform 34"/>
            <p:cNvSpPr>
              <a:spLocks/>
            </p:cNvSpPr>
            <p:nvPr/>
          </p:nvSpPr>
          <p:spPr bwMode="auto">
            <a:xfrm>
              <a:off x="4718050" y="1941513"/>
              <a:ext cx="2027238" cy="1017587"/>
            </a:xfrm>
            <a:custGeom>
              <a:avLst/>
              <a:gdLst>
                <a:gd name="T0" fmla="*/ 540 w 540"/>
                <a:gd name="T1" fmla="*/ 270 h 270"/>
                <a:gd name="T2" fmla="*/ 448 w 540"/>
                <a:gd name="T3" fmla="*/ 270 h 270"/>
                <a:gd name="T4" fmla="*/ 270 w 540"/>
                <a:gd name="T5" fmla="*/ 92 h 270"/>
                <a:gd name="T6" fmla="*/ 93 w 540"/>
                <a:gd name="T7" fmla="*/ 270 h 270"/>
                <a:gd name="T8" fmla="*/ 0 w 540"/>
                <a:gd name="T9" fmla="*/ 270 h 270"/>
                <a:gd name="T10" fmla="*/ 270 w 540"/>
                <a:gd name="T11" fmla="*/ 0 h 270"/>
                <a:gd name="T12" fmla="*/ 54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540" y="270"/>
                  </a:moveTo>
                  <a:cubicBezTo>
                    <a:pt x="448" y="270"/>
                    <a:pt x="448" y="270"/>
                    <a:pt x="448" y="270"/>
                  </a:cubicBezTo>
                  <a:cubicBezTo>
                    <a:pt x="448" y="172"/>
                    <a:pt x="368" y="92"/>
                    <a:pt x="270" y="92"/>
                  </a:cubicBezTo>
                  <a:cubicBezTo>
                    <a:pt x="172" y="92"/>
                    <a:pt x="93" y="172"/>
                    <a:pt x="93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121"/>
                    <a:pt x="121" y="0"/>
                    <a:pt x="270" y="0"/>
                  </a:cubicBezTo>
                  <a:cubicBezTo>
                    <a:pt x="419" y="0"/>
                    <a:pt x="540" y="121"/>
                    <a:pt x="540" y="2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9" name="Freeform 40"/>
            <p:cNvSpPr>
              <a:spLocks/>
            </p:cNvSpPr>
            <p:nvPr/>
          </p:nvSpPr>
          <p:spPr bwMode="auto">
            <a:xfrm>
              <a:off x="4891088" y="2114550"/>
              <a:ext cx="1681163" cy="844550"/>
            </a:xfrm>
            <a:custGeom>
              <a:avLst/>
              <a:gdLst>
                <a:gd name="T0" fmla="*/ 224 w 448"/>
                <a:gd name="T1" fmla="*/ 0 h 224"/>
                <a:gd name="T2" fmla="*/ 0 w 448"/>
                <a:gd name="T3" fmla="*/ 224 h 224"/>
                <a:gd name="T4" fmla="*/ 47 w 448"/>
                <a:gd name="T5" fmla="*/ 224 h 224"/>
                <a:gd name="T6" fmla="*/ 224 w 448"/>
                <a:gd name="T7" fmla="*/ 46 h 224"/>
                <a:gd name="T8" fmla="*/ 402 w 448"/>
                <a:gd name="T9" fmla="*/ 224 h 224"/>
                <a:gd name="T10" fmla="*/ 448 w 448"/>
                <a:gd name="T11" fmla="*/ 224 h 224"/>
                <a:gd name="T12" fmla="*/ 224 w 448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8" h="224">
                  <a:moveTo>
                    <a:pt x="224" y="0"/>
                  </a:moveTo>
                  <a:cubicBezTo>
                    <a:pt x="101" y="0"/>
                    <a:pt x="0" y="100"/>
                    <a:pt x="0" y="224"/>
                  </a:cubicBezTo>
                  <a:cubicBezTo>
                    <a:pt x="47" y="224"/>
                    <a:pt x="47" y="224"/>
                    <a:pt x="47" y="224"/>
                  </a:cubicBezTo>
                  <a:cubicBezTo>
                    <a:pt x="47" y="126"/>
                    <a:pt x="126" y="46"/>
                    <a:pt x="224" y="46"/>
                  </a:cubicBezTo>
                  <a:cubicBezTo>
                    <a:pt x="322" y="46"/>
                    <a:pt x="402" y="126"/>
                    <a:pt x="402" y="22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48" y="100"/>
                    <a:pt x="348" y="0"/>
                    <a:pt x="2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1727818" y="7992311"/>
            <a:ext cx="3876710" cy="1948981"/>
            <a:chOff x="6399213" y="2959100"/>
            <a:chExt cx="2027238" cy="1019175"/>
          </a:xfrm>
          <a:solidFill>
            <a:schemeClr val="tx1"/>
          </a:solidFill>
        </p:grpSpPr>
        <p:sp>
          <p:nvSpPr>
            <p:cNvPr id="21" name="Freeform 35"/>
            <p:cNvSpPr>
              <a:spLocks/>
            </p:cNvSpPr>
            <p:nvPr/>
          </p:nvSpPr>
          <p:spPr bwMode="auto">
            <a:xfrm>
              <a:off x="6399213" y="2959100"/>
              <a:ext cx="2027238" cy="1019175"/>
            </a:xfrm>
            <a:custGeom>
              <a:avLst/>
              <a:gdLst>
                <a:gd name="T0" fmla="*/ 270 w 540"/>
                <a:gd name="T1" fmla="*/ 270 h 270"/>
                <a:gd name="T2" fmla="*/ 0 w 540"/>
                <a:gd name="T3" fmla="*/ 0 h 270"/>
                <a:gd name="T4" fmla="*/ 92 w 540"/>
                <a:gd name="T5" fmla="*/ 0 h 270"/>
                <a:gd name="T6" fmla="*/ 270 w 540"/>
                <a:gd name="T7" fmla="*/ 178 h 270"/>
                <a:gd name="T8" fmla="*/ 447 w 540"/>
                <a:gd name="T9" fmla="*/ 0 h 270"/>
                <a:gd name="T10" fmla="*/ 540 w 540"/>
                <a:gd name="T11" fmla="*/ 0 h 270"/>
                <a:gd name="T12" fmla="*/ 27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270" y="270"/>
                  </a:moveTo>
                  <a:cubicBezTo>
                    <a:pt x="121" y="270"/>
                    <a:pt x="0" y="149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98"/>
                    <a:pt x="172" y="178"/>
                    <a:pt x="270" y="178"/>
                  </a:cubicBezTo>
                  <a:cubicBezTo>
                    <a:pt x="368" y="178"/>
                    <a:pt x="447" y="98"/>
                    <a:pt x="447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149"/>
                    <a:pt x="419" y="270"/>
                    <a:pt x="270" y="2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2" name="Freeform 41"/>
            <p:cNvSpPr>
              <a:spLocks/>
            </p:cNvSpPr>
            <p:nvPr/>
          </p:nvSpPr>
          <p:spPr bwMode="auto">
            <a:xfrm>
              <a:off x="6399213" y="2959100"/>
              <a:ext cx="2027238" cy="1019175"/>
            </a:xfrm>
            <a:custGeom>
              <a:avLst/>
              <a:gdLst>
                <a:gd name="T0" fmla="*/ 494 w 540"/>
                <a:gd name="T1" fmla="*/ 0 h 270"/>
                <a:gd name="T2" fmla="*/ 270 w 540"/>
                <a:gd name="T3" fmla="*/ 224 h 270"/>
                <a:gd name="T4" fmla="*/ 46 w 540"/>
                <a:gd name="T5" fmla="*/ 0 h 270"/>
                <a:gd name="T6" fmla="*/ 0 w 540"/>
                <a:gd name="T7" fmla="*/ 0 h 270"/>
                <a:gd name="T8" fmla="*/ 270 w 540"/>
                <a:gd name="T9" fmla="*/ 270 h 270"/>
                <a:gd name="T10" fmla="*/ 540 w 540"/>
                <a:gd name="T11" fmla="*/ 0 h 270"/>
                <a:gd name="T12" fmla="*/ 494 w 5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494" y="0"/>
                  </a:moveTo>
                  <a:cubicBezTo>
                    <a:pt x="494" y="124"/>
                    <a:pt x="393" y="224"/>
                    <a:pt x="270" y="224"/>
                  </a:cubicBezTo>
                  <a:cubicBezTo>
                    <a:pt x="146" y="224"/>
                    <a:pt x="46" y="124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121" y="270"/>
                    <a:pt x="270" y="270"/>
                  </a:cubicBezTo>
                  <a:cubicBezTo>
                    <a:pt x="419" y="270"/>
                    <a:pt x="540" y="149"/>
                    <a:pt x="540" y="0"/>
                  </a:cubicBezTo>
                  <a:lnTo>
                    <a:pt x="49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4936651" y="6046366"/>
            <a:ext cx="3876710" cy="1945944"/>
            <a:chOff x="8077200" y="1941513"/>
            <a:chExt cx="2027238" cy="1017587"/>
          </a:xfrm>
          <a:solidFill>
            <a:schemeClr val="tx1"/>
          </a:solidFill>
        </p:grpSpPr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8077200" y="1941513"/>
              <a:ext cx="2027238" cy="1017587"/>
            </a:xfrm>
            <a:custGeom>
              <a:avLst/>
              <a:gdLst>
                <a:gd name="T0" fmla="*/ 540 w 540"/>
                <a:gd name="T1" fmla="*/ 270 h 270"/>
                <a:gd name="T2" fmla="*/ 448 w 540"/>
                <a:gd name="T3" fmla="*/ 270 h 270"/>
                <a:gd name="T4" fmla="*/ 270 w 540"/>
                <a:gd name="T5" fmla="*/ 92 h 270"/>
                <a:gd name="T6" fmla="*/ 93 w 540"/>
                <a:gd name="T7" fmla="*/ 270 h 270"/>
                <a:gd name="T8" fmla="*/ 0 w 540"/>
                <a:gd name="T9" fmla="*/ 270 h 270"/>
                <a:gd name="T10" fmla="*/ 270 w 540"/>
                <a:gd name="T11" fmla="*/ 0 h 270"/>
                <a:gd name="T12" fmla="*/ 54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540" y="270"/>
                  </a:moveTo>
                  <a:cubicBezTo>
                    <a:pt x="448" y="270"/>
                    <a:pt x="448" y="270"/>
                    <a:pt x="448" y="270"/>
                  </a:cubicBezTo>
                  <a:cubicBezTo>
                    <a:pt x="448" y="172"/>
                    <a:pt x="368" y="92"/>
                    <a:pt x="270" y="92"/>
                  </a:cubicBezTo>
                  <a:cubicBezTo>
                    <a:pt x="172" y="92"/>
                    <a:pt x="93" y="172"/>
                    <a:pt x="93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121"/>
                    <a:pt x="122" y="0"/>
                    <a:pt x="270" y="0"/>
                  </a:cubicBezTo>
                  <a:cubicBezTo>
                    <a:pt x="419" y="0"/>
                    <a:pt x="540" y="121"/>
                    <a:pt x="540" y="2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5" name="Freeform 42"/>
            <p:cNvSpPr>
              <a:spLocks/>
            </p:cNvSpPr>
            <p:nvPr/>
          </p:nvSpPr>
          <p:spPr bwMode="auto">
            <a:xfrm>
              <a:off x="8253413" y="2114550"/>
              <a:ext cx="1677988" cy="844550"/>
            </a:xfrm>
            <a:custGeom>
              <a:avLst/>
              <a:gdLst>
                <a:gd name="T0" fmla="*/ 223 w 447"/>
                <a:gd name="T1" fmla="*/ 0 h 224"/>
                <a:gd name="T2" fmla="*/ 0 w 447"/>
                <a:gd name="T3" fmla="*/ 224 h 224"/>
                <a:gd name="T4" fmla="*/ 46 w 447"/>
                <a:gd name="T5" fmla="*/ 224 h 224"/>
                <a:gd name="T6" fmla="*/ 223 w 447"/>
                <a:gd name="T7" fmla="*/ 46 h 224"/>
                <a:gd name="T8" fmla="*/ 401 w 447"/>
                <a:gd name="T9" fmla="*/ 224 h 224"/>
                <a:gd name="T10" fmla="*/ 447 w 447"/>
                <a:gd name="T11" fmla="*/ 224 h 224"/>
                <a:gd name="T12" fmla="*/ 223 w 447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7" h="224">
                  <a:moveTo>
                    <a:pt x="223" y="0"/>
                  </a:moveTo>
                  <a:cubicBezTo>
                    <a:pt x="100" y="0"/>
                    <a:pt x="0" y="100"/>
                    <a:pt x="0" y="224"/>
                  </a:cubicBezTo>
                  <a:cubicBezTo>
                    <a:pt x="46" y="224"/>
                    <a:pt x="46" y="224"/>
                    <a:pt x="46" y="224"/>
                  </a:cubicBezTo>
                  <a:cubicBezTo>
                    <a:pt x="46" y="126"/>
                    <a:pt x="125" y="46"/>
                    <a:pt x="223" y="46"/>
                  </a:cubicBezTo>
                  <a:cubicBezTo>
                    <a:pt x="321" y="46"/>
                    <a:pt x="401" y="126"/>
                    <a:pt x="401" y="224"/>
                  </a:cubicBezTo>
                  <a:cubicBezTo>
                    <a:pt x="447" y="224"/>
                    <a:pt x="447" y="224"/>
                    <a:pt x="447" y="224"/>
                  </a:cubicBezTo>
                  <a:cubicBezTo>
                    <a:pt x="447" y="100"/>
                    <a:pt x="347" y="0"/>
                    <a:pt x="2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8154589" y="7992311"/>
            <a:ext cx="3876710" cy="1948981"/>
            <a:chOff x="9759950" y="2959100"/>
            <a:chExt cx="2027238" cy="1019175"/>
          </a:xfrm>
          <a:solidFill>
            <a:schemeClr val="tx1"/>
          </a:solidFill>
        </p:grpSpPr>
        <p:sp>
          <p:nvSpPr>
            <p:cNvPr id="27" name="Freeform 37"/>
            <p:cNvSpPr>
              <a:spLocks/>
            </p:cNvSpPr>
            <p:nvPr/>
          </p:nvSpPr>
          <p:spPr bwMode="auto">
            <a:xfrm>
              <a:off x="9759950" y="2959100"/>
              <a:ext cx="2027238" cy="1019175"/>
            </a:xfrm>
            <a:custGeom>
              <a:avLst/>
              <a:gdLst>
                <a:gd name="T0" fmla="*/ 270 w 540"/>
                <a:gd name="T1" fmla="*/ 270 h 270"/>
                <a:gd name="T2" fmla="*/ 0 w 540"/>
                <a:gd name="T3" fmla="*/ 0 h 270"/>
                <a:gd name="T4" fmla="*/ 92 w 540"/>
                <a:gd name="T5" fmla="*/ 0 h 270"/>
                <a:gd name="T6" fmla="*/ 270 w 540"/>
                <a:gd name="T7" fmla="*/ 178 h 270"/>
                <a:gd name="T8" fmla="*/ 448 w 540"/>
                <a:gd name="T9" fmla="*/ 0 h 270"/>
                <a:gd name="T10" fmla="*/ 540 w 540"/>
                <a:gd name="T11" fmla="*/ 0 h 270"/>
                <a:gd name="T12" fmla="*/ 27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270" y="270"/>
                  </a:moveTo>
                  <a:cubicBezTo>
                    <a:pt x="121" y="270"/>
                    <a:pt x="0" y="149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98"/>
                    <a:pt x="172" y="178"/>
                    <a:pt x="270" y="178"/>
                  </a:cubicBezTo>
                  <a:cubicBezTo>
                    <a:pt x="368" y="178"/>
                    <a:pt x="448" y="98"/>
                    <a:pt x="448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149"/>
                    <a:pt x="419" y="270"/>
                    <a:pt x="270" y="2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8" name="Freeform 43"/>
            <p:cNvSpPr>
              <a:spLocks/>
            </p:cNvSpPr>
            <p:nvPr/>
          </p:nvSpPr>
          <p:spPr bwMode="auto">
            <a:xfrm>
              <a:off x="9759950" y="2959100"/>
              <a:ext cx="2027238" cy="1019175"/>
            </a:xfrm>
            <a:custGeom>
              <a:avLst/>
              <a:gdLst>
                <a:gd name="T0" fmla="*/ 494 w 540"/>
                <a:gd name="T1" fmla="*/ 0 h 270"/>
                <a:gd name="T2" fmla="*/ 270 w 540"/>
                <a:gd name="T3" fmla="*/ 224 h 270"/>
                <a:gd name="T4" fmla="*/ 46 w 540"/>
                <a:gd name="T5" fmla="*/ 0 h 270"/>
                <a:gd name="T6" fmla="*/ 0 w 540"/>
                <a:gd name="T7" fmla="*/ 0 h 270"/>
                <a:gd name="T8" fmla="*/ 270 w 540"/>
                <a:gd name="T9" fmla="*/ 270 h 270"/>
                <a:gd name="T10" fmla="*/ 540 w 540"/>
                <a:gd name="T11" fmla="*/ 0 h 270"/>
                <a:gd name="T12" fmla="*/ 494 w 5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494" y="0"/>
                  </a:moveTo>
                  <a:cubicBezTo>
                    <a:pt x="494" y="124"/>
                    <a:pt x="394" y="224"/>
                    <a:pt x="270" y="224"/>
                  </a:cubicBezTo>
                  <a:cubicBezTo>
                    <a:pt x="146" y="224"/>
                    <a:pt x="46" y="124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121" y="270"/>
                    <a:pt x="270" y="270"/>
                  </a:cubicBezTo>
                  <a:cubicBezTo>
                    <a:pt x="419" y="270"/>
                    <a:pt x="540" y="149"/>
                    <a:pt x="540" y="0"/>
                  </a:cubicBezTo>
                  <a:lnTo>
                    <a:pt x="49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50" name="成组">
            <a:extLst>
              <a:ext uri="{FF2B5EF4-FFF2-40B4-BE49-F238E27FC236}">
                <a16:creationId xmlns:a16="http://schemas.microsoft.com/office/drawing/2014/main" id="{B6D0922A-8CA7-DFF3-9010-C0756772D5AF}"/>
              </a:ext>
            </a:extLst>
          </p:cNvPr>
          <p:cNvGrpSpPr/>
          <p:nvPr/>
        </p:nvGrpSpPr>
        <p:grpSpPr>
          <a:xfrm>
            <a:off x="10134282" y="7743118"/>
            <a:ext cx="574919" cy="574915"/>
            <a:chOff x="0" y="0"/>
            <a:chExt cx="457200" cy="457200"/>
          </a:xfrm>
        </p:grpSpPr>
        <p:sp>
          <p:nvSpPr>
            <p:cNvPr id="51" name="任意形状 363">
              <a:extLst>
                <a:ext uri="{FF2B5EF4-FFF2-40B4-BE49-F238E27FC236}">
                  <a16:creationId xmlns:a16="http://schemas.microsoft.com/office/drawing/2014/main" id="{1CF2EEB6-8914-9940-18C7-0B37E724F77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2" name="任意形状 364">
              <a:extLst>
                <a:ext uri="{FF2B5EF4-FFF2-40B4-BE49-F238E27FC236}">
                  <a16:creationId xmlns:a16="http://schemas.microsoft.com/office/drawing/2014/main" id="{F6EA50CD-3EE8-C712-0B31-A610B7F08459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3" name="成组">
            <a:extLst>
              <a:ext uri="{FF2B5EF4-FFF2-40B4-BE49-F238E27FC236}">
                <a16:creationId xmlns:a16="http://schemas.microsoft.com/office/drawing/2014/main" id="{47385442-08D1-C308-711D-E5EC7BE884B9}"/>
              </a:ext>
            </a:extLst>
          </p:cNvPr>
          <p:cNvGrpSpPr/>
          <p:nvPr/>
        </p:nvGrpSpPr>
        <p:grpSpPr>
          <a:xfrm>
            <a:off x="16605633" y="7743118"/>
            <a:ext cx="574919" cy="574915"/>
            <a:chOff x="0" y="0"/>
            <a:chExt cx="457200" cy="457200"/>
          </a:xfrm>
        </p:grpSpPr>
        <p:sp>
          <p:nvSpPr>
            <p:cNvPr id="54" name="任意形状 375">
              <a:extLst>
                <a:ext uri="{FF2B5EF4-FFF2-40B4-BE49-F238E27FC236}">
                  <a16:creationId xmlns:a16="http://schemas.microsoft.com/office/drawing/2014/main" id="{9D51B293-F389-67C0-4437-39A1D52DE66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5" name="任意形状 376">
              <a:extLst>
                <a:ext uri="{FF2B5EF4-FFF2-40B4-BE49-F238E27FC236}">
                  <a16:creationId xmlns:a16="http://schemas.microsoft.com/office/drawing/2014/main" id="{D415AEAF-3096-AC7F-8D4D-C19BE8BCA891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64" name="成组">
            <a:extLst>
              <a:ext uri="{FF2B5EF4-FFF2-40B4-BE49-F238E27FC236}">
                <a16:creationId xmlns:a16="http://schemas.microsoft.com/office/drawing/2014/main" id="{44FA32B5-6B28-65B1-CED5-DCF2E97C41FB}"/>
              </a:ext>
            </a:extLst>
          </p:cNvPr>
          <p:cNvGrpSpPr/>
          <p:nvPr/>
        </p:nvGrpSpPr>
        <p:grpSpPr>
          <a:xfrm>
            <a:off x="3662932" y="7743118"/>
            <a:ext cx="574919" cy="574915"/>
            <a:chOff x="0" y="0"/>
            <a:chExt cx="457200" cy="457200"/>
          </a:xfrm>
        </p:grpSpPr>
        <p:sp>
          <p:nvSpPr>
            <p:cNvPr id="65" name="任意形状 393">
              <a:extLst>
                <a:ext uri="{FF2B5EF4-FFF2-40B4-BE49-F238E27FC236}">
                  <a16:creationId xmlns:a16="http://schemas.microsoft.com/office/drawing/2014/main" id="{BEF7D7D0-3524-8D42-F24C-564172E6F87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6" name="任意形状 394">
              <a:extLst>
                <a:ext uri="{FF2B5EF4-FFF2-40B4-BE49-F238E27FC236}">
                  <a16:creationId xmlns:a16="http://schemas.microsoft.com/office/drawing/2014/main" id="{FD9F54A9-40DF-BDB6-319F-2BFF6A9BFB34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67" name="成组">
            <a:extLst>
              <a:ext uri="{FF2B5EF4-FFF2-40B4-BE49-F238E27FC236}">
                <a16:creationId xmlns:a16="http://schemas.microsoft.com/office/drawing/2014/main" id="{2F778943-7512-352B-B309-287E927554CF}"/>
              </a:ext>
            </a:extLst>
          </p:cNvPr>
          <p:cNvGrpSpPr/>
          <p:nvPr/>
        </p:nvGrpSpPr>
        <p:grpSpPr>
          <a:xfrm>
            <a:off x="6898607" y="7743118"/>
            <a:ext cx="574919" cy="574915"/>
            <a:chOff x="0" y="0"/>
            <a:chExt cx="457200" cy="457200"/>
          </a:xfrm>
        </p:grpSpPr>
        <p:sp>
          <p:nvSpPr>
            <p:cNvPr id="68" name="任意形状 399">
              <a:extLst>
                <a:ext uri="{FF2B5EF4-FFF2-40B4-BE49-F238E27FC236}">
                  <a16:creationId xmlns:a16="http://schemas.microsoft.com/office/drawing/2014/main" id="{AA987E37-E345-ED2B-A7F3-D4C06AF28C2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9" name="任意形状 400">
              <a:extLst>
                <a:ext uri="{FF2B5EF4-FFF2-40B4-BE49-F238E27FC236}">
                  <a16:creationId xmlns:a16="http://schemas.microsoft.com/office/drawing/2014/main" id="{B00DCA3C-CEDB-AEA2-B850-917482709AB3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0" name="成组">
            <a:extLst>
              <a:ext uri="{FF2B5EF4-FFF2-40B4-BE49-F238E27FC236}">
                <a16:creationId xmlns:a16="http://schemas.microsoft.com/office/drawing/2014/main" id="{A5EEB62D-CD5B-7A58-3301-491BA33569A8}"/>
              </a:ext>
            </a:extLst>
          </p:cNvPr>
          <p:cNvGrpSpPr/>
          <p:nvPr/>
        </p:nvGrpSpPr>
        <p:grpSpPr>
          <a:xfrm>
            <a:off x="13369957" y="7743118"/>
            <a:ext cx="574919" cy="574915"/>
            <a:chOff x="0" y="0"/>
            <a:chExt cx="457200" cy="457200"/>
          </a:xfrm>
        </p:grpSpPr>
        <p:sp>
          <p:nvSpPr>
            <p:cNvPr id="71" name="任意形状 477">
              <a:extLst>
                <a:ext uri="{FF2B5EF4-FFF2-40B4-BE49-F238E27FC236}">
                  <a16:creationId xmlns:a16="http://schemas.microsoft.com/office/drawing/2014/main" id="{ECE77D06-8762-1AC7-720A-3C2992474C6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2" name="任意形状 478">
              <a:extLst>
                <a:ext uri="{FF2B5EF4-FFF2-40B4-BE49-F238E27FC236}">
                  <a16:creationId xmlns:a16="http://schemas.microsoft.com/office/drawing/2014/main" id="{0F672B5A-3932-5614-E84E-32BC9F94140B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73" name="成组">
            <a:extLst>
              <a:ext uri="{FF2B5EF4-FFF2-40B4-BE49-F238E27FC236}">
                <a16:creationId xmlns:a16="http://schemas.microsoft.com/office/drawing/2014/main" id="{1AA13870-5A9C-1B72-BEBE-DD43EC89E24D}"/>
              </a:ext>
            </a:extLst>
          </p:cNvPr>
          <p:cNvGrpSpPr/>
          <p:nvPr/>
        </p:nvGrpSpPr>
        <p:grpSpPr>
          <a:xfrm>
            <a:off x="19841312" y="7743118"/>
            <a:ext cx="574919" cy="574915"/>
            <a:chOff x="0" y="0"/>
            <a:chExt cx="457200" cy="457200"/>
          </a:xfrm>
        </p:grpSpPr>
        <p:sp>
          <p:nvSpPr>
            <p:cNvPr id="74" name="任意形状 477">
              <a:extLst>
                <a:ext uri="{FF2B5EF4-FFF2-40B4-BE49-F238E27FC236}">
                  <a16:creationId xmlns:a16="http://schemas.microsoft.com/office/drawing/2014/main" id="{9A55B66E-37CC-8A95-3651-F625A4E12F6D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5" name="任意形状 478">
              <a:extLst>
                <a:ext uri="{FF2B5EF4-FFF2-40B4-BE49-F238E27FC236}">
                  <a16:creationId xmlns:a16="http://schemas.microsoft.com/office/drawing/2014/main" id="{0568DD86-33B2-2B12-3F10-974D45D04ED7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327280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BAC3C2-AE17-4591-912A-96BA18AFAD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F8825-4ADD-484F-BFD3-5DECE59F62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1764" name="Block Arc 44"/>
          <p:cNvSpPr/>
          <p:nvPr/>
        </p:nvSpPr>
        <p:spPr>
          <a:xfrm flipV="1">
            <a:off x="2954917" y="7987368"/>
            <a:ext cx="3517447" cy="1804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055"/>
                </a:moveTo>
                <a:cubicBezTo>
                  <a:pt x="0" y="9427"/>
                  <a:pt x="4835" y="0"/>
                  <a:pt x="10800" y="0"/>
                </a:cubicBezTo>
                <a:cubicBezTo>
                  <a:pt x="16765" y="0"/>
                  <a:pt x="21600" y="9427"/>
                  <a:pt x="21600" y="21055"/>
                </a:cubicBezTo>
                <a:cubicBezTo>
                  <a:pt x="21600" y="21237"/>
                  <a:pt x="21599" y="21418"/>
                  <a:pt x="21596" y="21600"/>
                </a:cubicBezTo>
                <a:lnTo>
                  <a:pt x="18086" y="21423"/>
                </a:lnTo>
                <a:cubicBezTo>
                  <a:pt x="18191" y="13577"/>
                  <a:pt x="15013" y="7053"/>
                  <a:pt x="10989" y="6850"/>
                </a:cubicBezTo>
                <a:cubicBezTo>
                  <a:pt x="6964" y="6647"/>
                  <a:pt x="3618" y="12842"/>
                  <a:pt x="3514" y="20687"/>
                </a:cubicBezTo>
                <a:cubicBezTo>
                  <a:pt x="3512" y="20810"/>
                  <a:pt x="3511" y="20932"/>
                  <a:pt x="3511" y="21055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90450" rIns="90450" anchor="ctr"/>
          <a:lstStyle/>
          <a:p>
            <a:pPr algn="ctr">
              <a:defRPr sz="2400"/>
            </a:pPr>
            <a:endParaRPr sz="4748"/>
          </a:p>
        </p:txBody>
      </p:sp>
      <p:sp>
        <p:nvSpPr>
          <p:cNvPr id="1765" name="Block Arc 45"/>
          <p:cNvSpPr/>
          <p:nvPr/>
        </p:nvSpPr>
        <p:spPr>
          <a:xfrm>
            <a:off x="5902872" y="6274166"/>
            <a:ext cx="3517449" cy="1804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055"/>
                </a:moveTo>
                <a:cubicBezTo>
                  <a:pt x="0" y="9427"/>
                  <a:pt x="4835" y="0"/>
                  <a:pt x="10800" y="0"/>
                </a:cubicBezTo>
                <a:cubicBezTo>
                  <a:pt x="16765" y="0"/>
                  <a:pt x="21600" y="9427"/>
                  <a:pt x="21600" y="21055"/>
                </a:cubicBezTo>
                <a:cubicBezTo>
                  <a:pt x="21600" y="21237"/>
                  <a:pt x="21599" y="21418"/>
                  <a:pt x="21596" y="21600"/>
                </a:cubicBezTo>
                <a:lnTo>
                  <a:pt x="18086" y="21423"/>
                </a:lnTo>
                <a:cubicBezTo>
                  <a:pt x="18191" y="13577"/>
                  <a:pt x="15013" y="7053"/>
                  <a:pt x="10989" y="6850"/>
                </a:cubicBezTo>
                <a:cubicBezTo>
                  <a:pt x="6964" y="6647"/>
                  <a:pt x="3618" y="12842"/>
                  <a:pt x="3514" y="20687"/>
                </a:cubicBezTo>
                <a:cubicBezTo>
                  <a:pt x="3512" y="20810"/>
                  <a:pt x="3511" y="20932"/>
                  <a:pt x="3511" y="2105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90450" rIns="90450" anchor="ctr"/>
          <a:lstStyle/>
          <a:p>
            <a:pPr algn="ctr">
              <a:defRPr sz="2400"/>
            </a:pPr>
            <a:endParaRPr sz="4748"/>
          </a:p>
        </p:txBody>
      </p:sp>
      <p:sp>
        <p:nvSpPr>
          <p:cNvPr id="1766" name="Block Arc 46"/>
          <p:cNvSpPr/>
          <p:nvPr/>
        </p:nvSpPr>
        <p:spPr>
          <a:xfrm flipV="1">
            <a:off x="8850829" y="7987368"/>
            <a:ext cx="3517449" cy="1804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055"/>
                </a:moveTo>
                <a:cubicBezTo>
                  <a:pt x="0" y="9427"/>
                  <a:pt x="4835" y="0"/>
                  <a:pt x="10800" y="0"/>
                </a:cubicBezTo>
                <a:cubicBezTo>
                  <a:pt x="16765" y="0"/>
                  <a:pt x="21600" y="9427"/>
                  <a:pt x="21600" y="21055"/>
                </a:cubicBezTo>
                <a:cubicBezTo>
                  <a:pt x="21600" y="21237"/>
                  <a:pt x="21599" y="21418"/>
                  <a:pt x="21596" y="21600"/>
                </a:cubicBezTo>
                <a:lnTo>
                  <a:pt x="18086" y="21423"/>
                </a:lnTo>
                <a:cubicBezTo>
                  <a:pt x="18191" y="13577"/>
                  <a:pt x="15013" y="7053"/>
                  <a:pt x="10989" y="6850"/>
                </a:cubicBezTo>
                <a:cubicBezTo>
                  <a:pt x="6964" y="6647"/>
                  <a:pt x="3618" y="12842"/>
                  <a:pt x="3514" y="20687"/>
                </a:cubicBezTo>
                <a:cubicBezTo>
                  <a:pt x="3512" y="20810"/>
                  <a:pt x="3511" y="20932"/>
                  <a:pt x="3511" y="21055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90450" rIns="90450" anchor="ctr"/>
          <a:lstStyle/>
          <a:p>
            <a:pPr algn="ctr">
              <a:defRPr sz="2400"/>
            </a:pPr>
            <a:endParaRPr sz="4748"/>
          </a:p>
        </p:txBody>
      </p:sp>
      <p:sp>
        <p:nvSpPr>
          <p:cNvPr id="1767" name="Block Arc 47"/>
          <p:cNvSpPr/>
          <p:nvPr/>
        </p:nvSpPr>
        <p:spPr>
          <a:xfrm>
            <a:off x="11798781" y="6274166"/>
            <a:ext cx="3517449" cy="1804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055"/>
                </a:moveTo>
                <a:cubicBezTo>
                  <a:pt x="0" y="9427"/>
                  <a:pt x="4835" y="0"/>
                  <a:pt x="10800" y="0"/>
                </a:cubicBezTo>
                <a:cubicBezTo>
                  <a:pt x="16765" y="0"/>
                  <a:pt x="21600" y="9427"/>
                  <a:pt x="21600" y="21055"/>
                </a:cubicBezTo>
                <a:cubicBezTo>
                  <a:pt x="21600" y="21237"/>
                  <a:pt x="21599" y="21418"/>
                  <a:pt x="21596" y="21600"/>
                </a:cubicBezTo>
                <a:lnTo>
                  <a:pt x="18086" y="21423"/>
                </a:lnTo>
                <a:cubicBezTo>
                  <a:pt x="18191" y="13577"/>
                  <a:pt x="15013" y="7053"/>
                  <a:pt x="10989" y="6850"/>
                </a:cubicBezTo>
                <a:cubicBezTo>
                  <a:pt x="6964" y="6647"/>
                  <a:pt x="3618" y="12842"/>
                  <a:pt x="3514" y="20687"/>
                </a:cubicBezTo>
                <a:cubicBezTo>
                  <a:pt x="3512" y="20810"/>
                  <a:pt x="3511" y="20932"/>
                  <a:pt x="3511" y="21055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90450" rIns="90450" anchor="ctr"/>
          <a:lstStyle/>
          <a:p>
            <a:pPr algn="ctr">
              <a:defRPr sz="2400"/>
            </a:pPr>
            <a:endParaRPr sz="4748"/>
          </a:p>
        </p:txBody>
      </p:sp>
      <p:sp>
        <p:nvSpPr>
          <p:cNvPr id="1768" name="Block Arc 48"/>
          <p:cNvSpPr/>
          <p:nvPr/>
        </p:nvSpPr>
        <p:spPr>
          <a:xfrm flipV="1">
            <a:off x="14746736" y="7987368"/>
            <a:ext cx="3517449" cy="1804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055"/>
                </a:moveTo>
                <a:cubicBezTo>
                  <a:pt x="0" y="9427"/>
                  <a:pt x="4835" y="0"/>
                  <a:pt x="10800" y="0"/>
                </a:cubicBezTo>
                <a:cubicBezTo>
                  <a:pt x="16765" y="0"/>
                  <a:pt x="21600" y="9427"/>
                  <a:pt x="21600" y="21055"/>
                </a:cubicBezTo>
                <a:cubicBezTo>
                  <a:pt x="21600" y="21237"/>
                  <a:pt x="21599" y="21418"/>
                  <a:pt x="21596" y="21600"/>
                </a:cubicBezTo>
                <a:lnTo>
                  <a:pt x="18086" y="21423"/>
                </a:lnTo>
                <a:cubicBezTo>
                  <a:pt x="18191" y="13577"/>
                  <a:pt x="15013" y="7053"/>
                  <a:pt x="10989" y="6850"/>
                </a:cubicBezTo>
                <a:cubicBezTo>
                  <a:pt x="6964" y="6647"/>
                  <a:pt x="3618" y="12842"/>
                  <a:pt x="3514" y="20687"/>
                </a:cubicBezTo>
                <a:cubicBezTo>
                  <a:pt x="3512" y="20810"/>
                  <a:pt x="3511" y="20932"/>
                  <a:pt x="3511" y="21055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90450" rIns="90450" anchor="ctr"/>
          <a:lstStyle/>
          <a:p>
            <a:pPr algn="ctr">
              <a:defRPr sz="2400"/>
            </a:pPr>
            <a:endParaRPr sz="4748"/>
          </a:p>
        </p:txBody>
      </p:sp>
      <p:sp>
        <p:nvSpPr>
          <p:cNvPr id="1769" name="Block Arc 49"/>
          <p:cNvSpPr/>
          <p:nvPr/>
        </p:nvSpPr>
        <p:spPr>
          <a:xfrm>
            <a:off x="17695559" y="6274166"/>
            <a:ext cx="3517449" cy="18042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055"/>
                </a:moveTo>
                <a:cubicBezTo>
                  <a:pt x="0" y="9427"/>
                  <a:pt x="4835" y="0"/>
                  <a:pt x="10800" y="0"/>
                </a:cubicBezTo>
                <a:cubicBezTo>
                  <a:pt x="16765" y="0"/>
                  <a:pt x="21600" y="9427"/>
                  <a:pt x="21600" y="21055"/>
                </a:cubicBezTo>
                <a:cubicBezTo>
                  <a:pt x="21600" y="21237"/>
                  <a:pt x="21599" y="21418"/>
                  <a:pt x="21596" y="21600"/>
                </a:cubicBezTo>
                <a:lnTo>
                  <a:pt x="18086" y="21423"/>
                </a:lnTo>
                <a:cubicBezTo>
                  <a:pt x="18191" y="13577"/>
                  <a:pt x="15013" y="7053"/>
                  <a:pt x="10989" y="6850"/>
                </a:cubicBezTo>
                <a:cubicBezTo>
                  <a:pt x="6964" y="6647"/>
                  <a:pt x="3618" y="12842"/>
                  <a:pt x="3514" y="20687"/>
                </a:cubicBezTo>
                <a:cubicBezTo>
                  <a:pt x="3512" y="20810"/>
                  <a:pt x="3511" y="20932"/>
                  <a:pt x="3511" y="21055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90450" rIns="90450" anchor="ctr"/>
          <a:lstStyle/>
          <a:p>
            <a:pPr algn="ctr">
              <a:defRPr sz="2400"/>
            </a:pPr>
            <a:endParaRPr sz="4748"/>
          </a:p>
        </p:txBody>
      </p:sp>
      <p:grpSp>
        <p:nvGrpSpPr>
          <p:cNvPr id="1772" name="Group 56"/>
          <p:cNvGrpSpPr/>
          <p:nvPr/>
        </p:nvGrpSpPr>
        <p:grpSpPr>
          <a:xfrm>
            <a:off x="-13253" y="4012922"/>
            <a:ext cx="3537662" cy="4036717"/>
            <a:chOff x="0" y="0"/>
            <a:chExt cx="1788155" cy="2040409"/>
          </a:xfrm>
        </p:grpSpPr>
        <p:sp>
          <p:nvSpPr>
            <p:cNvPr id="1770" name="Rectangle 57"/>
            <p:cNvSpPr/>
            <p:nvPr/>
          </p:nvSpPr>
          <p:spPr>
            <a:xfrm>
              <a:off x="1500298" y="0"/>
              <a:ext cx="287858" cy="2040409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  <a:endParaRPr sz="4748"/>
            </a:p>
          </p:txBody>
        </p:sp>
        <p:sp>
          <p:nvSpPr>
            <p:cNvPr id="1771" name="Rectangle 58"/>
            <p:cNvSpPr/>
            <p:nvPr/>
          </p:nvSpPr>
          <p:spPr>
            <a:xfrm rot="5400000">
              <a:off x="745043" y="-745043"/>
              <a:ext cx="287858" cy="1777943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  <a:endParaRPr sz="4748"/>
            </a:p>
          </p:txBody>
        </p:sp>
      </p:grpSp>
      <p:grpSp>
        <p:nvGrpSpPr>
          <p:cNvPr id="1775" name="Group 59"/>
          <p:cNvGrpSpPr/>
          <p:nvPr/>
        </p:nvGrpSpPr>
        <p:grpSpPr>
          <a:xfrm>
            <a:off x="20643512" y="8032884"/>
            <a:ext cx="3490216" cy="4221198"/>
            <a:chOff x="0" y="0"/>
            <a:chExt cx="1764172" cy="2133656"/>
          </a:xfrm>
        </p:grpSpPr>
        <p:sp>
          <p:nvSpPr>
            <p:cNvPr id="1773" name="Rectangle 60"/>
            <p:cNvSpPr/>
            <p:nvPr/>
          </p:nvSpPr>
          <p:spPr>
            <a:xfrm>
              <a:off x="0" y="0"/>
              <a:ext cx="287858" cy="2133657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  <a:endParaRPr sz="4748"/>
            </a:p>
          </p:txBody>
        </p:sp>
        <p:sp>
          <p:nvSpPr>
            <p:cNvPr id="1774" name="Rectangle 61"/>
            <p:cNvSpPr/>
            <p:nvPr/>
          </p:nvSpPr>
          <p:spPr>
            <a:xfrm rot="5400000">
              <a:off x="753718" y="1122133"/>
              <a:ext cx="287858" cy="1733052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pPr algn="ctr">
                <a:defRPr sz="2400">
                  <a:solidFill>
                    <a:srgbClr val="FFFFFF"/>
                  </a:solidFill>
                </a:defRPr>
              </a:pPr>
              <a:endParaRPr sz="4748"/>
            </a:p>
          </p:txBody>
        </p:sp>
      </p:grpSp>
      <p:sp>
        <p:nvSpPr>
          <p:cNvPr id="1782" name="Oval 53"/>
          <p:cNvSpPr/>
          <p:nvPr/>
        </p:nvSpPr>
        <p:spPr>
          <a:xfrm>
            <a:off x="3911921" y="7224710"/>
            <a:ext cx="1649859" cy="1649857"/>
          </a:xfrm>
          <a:prstGeom prst="ellipse">
            <a:avLst/>
          </a:prstGeom>
          <a:noFill/>
          <a:ln w="76200" cap="flat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sz="4748"/>
          </a:p>
        </p:txBody>
      </p:sp>
      <p:sp>
        <p:nvSpPr>
          <p:cNvPr id="1785" name="Oval 52"/>
          <p:cNvSpPr/>
          <p:nvPr/>
        </p:nvSpPr>
        <p:spPr>
          <a:xfrm>
            <a:off x="9813936" y="7224710"/>
            <a:ext cx="1649857" cy="1649857"/>
          </a:xfrm>
          <a:prstGeom prst="ellipse">
            <a:avLst/>
          </a:prstGeom>
          <a:noFill/>
          <a:ln w="76200" cap="flat">
            <a:solidFill>
              <a:schemeClr val="accent3"/>
            </a:solidFill>
            <a:prstDash val="solid"/>
            <a:miter lim="8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sz="4748"/>
          </a:p>
        </p:txBody>
      </p:sp>
      <p:sp>
        <p:nvSpPr>
          <p:cNvPr id="1788" name="Oval 50"/>
          <p:cNvSpPr/>
          <p:nvPr/>
        </p:nvSpPr>
        <p:spPr>
          <a:xfrm>
            <a:off x="6826479" y="7241463"/>
            <a:ext cx="1649857" cy="1649857"/>
          </a:xfrm>
          <a:prstGeom prst="ellipse">
            <a:avLst/>
          </a:prstGeom>
          <a:noFill/>
          <a:ln w="76200" cap="flat">
            <a:solidFill>
              <a:schemeClr val="accent2"/>
            </a:solidFill>
            <a:prstDash val="solid"/>
            <a:miter lim="8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sz="4748"/>
          </a:p>
        </p:txBody>
      </p:sp>
      <p:sp>
        <p:nvSpPr>
          <p:cNvPr id="1791" name="Oval 51"/>
          <p:cNvSpPr/>
          <p:nvPr/>
        </p:nvSpPr>
        <p:spPr>
          <a:xfrm>
            <a:off x="12761889" y="7241463"/>
            <a:ext cx="1649857" cy="1649857"/>
          </a:xfrm>
          <a:prstGeom prst="ellipse">
            <a:avLst/>
          </a:prstGeom>
          <a:noFill/>
          <a:ln w="76200" cap="flat">
            <a:solidFill>
              <a:schemeClr val="accent4"/>
            </a:solidFill>
            <a:prstDash val="solid"/>
            <a:miter lim="8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sz="4748"/>
          </a:p>
        </p:txBody>
      </p:sp>
      <p:sp>
        <p:nvSpPr>
          <p:cNvPr id="1794" name="Oval 54"/>
          <p:cNvSpPr/>
          <p:nvPr/>
        </p:nvSpPr>
        <p:spPr>
          <a:xfrm>
            <a:off x="15660465" y="7207959"/>
            <a:ext cx="1649857" cy="1649857"/>
          </a:xfrm>
          <a:prstGeom prst="ellipse">
            <a:avLst/>
          </a:prstGeom>
          <a:noFill/>
          <a:ln w="76200" cap="flat">
            <a:solidFill>
              <a:schemeClr val="accent5"/>
            </a:solidFill>
            <a:prstDash val="solid"/>
            <a:miter lim="8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sz="4748"/>
          </a:p>
        </p:txBody>
      </p:sp>
      <p:sp>
        <p:nvSpPr>
          <p:cNvPr id="1797" name="Oval 55"/>
          <p:cNvSpPr/>
          <p:nvPr/>
        </p:nvSpPr>
        <p:spPr>
          <a:xfrm>
            <a:off x="18628486" y="7207959"/>
            <a:ext cx="1649857" cy="1649857"/>
          </a:xfrm>
          <a:prstGeom prst="ellipse">
            <a:avLst/>
          </a:prstGeom>
          <a:noFill/>
          <a:ln w="76200" cap="flat">
            <a:solidFill>
              <a:schemeClr val="accent6"/>
            </a:solidFill>
            <a:prstDash val="solid"/>
            <a:miter lim="8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endParaRPr sz="4748"/>
          </a:p>
        </p:txBody>
      </p:sp>
      <p:grpSp>
        <p:nvGrpSpPr>
          <p:cNvPr id="1802" name="成组">
            <a:extLst>
              <a:ext uri="{FF2B5EF4-FFF2-40B4-BE49-F238E27FC236}">
                <a16:creationId xmlns:a16="http://schemas.microsoft.com/office/drawing/2014/main" id="{DD93C67D-6680-699C-D7E4-8A1075BACB27}"/>
              </a:ext>
            </a:extLst>
          </p:cNvPr>
          <p:cNvGrpSpPr/>
          <p:nvPr/>
        </p:nvGrpSpPr>
        <p:grpSpPr>
          <a:xfrm>
            <a:off x="10344651" y="7772202"/>
            <a:ext cx="574919" cy="574915"/>
            <a:chOff x="0" y="0"/>
            <a:chExt cx="457200" cy="457200"/>
          </a:xfrm>
        </p:grpSpPr>
        <p:sp>
          <p:nvSpPr>
            <p:cNvPr id="1803" name="任意形状 363">
              <a:extLst>
                <a:ext uri="{FF2B5EF4-FFF2-40B4-BE49-F238E27FC236}">
                  <a16:creationId xmlns:a16="http://schemas.microsoft.com/office/drawing/2014/main" id="{5EA25380-4202-C925-2858-234C5B1B387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804" name="任意形状 364">
              <a:extLst>
                <a:ext uri="{FF2B5EF4-FFF2-40B4-BE49-F238E27FC236}">
                  <a16:creationId xmlns:a16="http://schemas.microsoft.com/office/drawing/2014/main" id="{CB78CCE1-D303-AF56-897F-3E8AA83C6B33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805" name="成组">
            <a:extLst>
              <a:ext uri="{FF2B5EF4-FFF2-40B4-BE49-F238E27FC236}">
                <a16:creationId xmlns:a16="http://schemas.microsoft.com/office/drawing/2014/main" id="{C6BD28AF-D3E8-3EF0-66AB-74BE4D638906}"/>
              </a:ext>
            </a:extLst>
          </p:cNvPr>
          <p:cNvGrpSpPr/>
          <p:nvPr/>
        </p:nvGrpSpPr>
        <p:grpSpPr>
          <a:xfrm>
            <a:off x="16235424" y="7772202"/>
            <a:ext cx="574919" cy="574915"/>
            <a:chOff x="0" y="0"/>
            <a:chExt cx="457200" cy="457200"/>
          </a:xfrm>
        </p:grpSpPr>
        <p:sp>
          <p:nvSpPr>
            <p:cNvPr id="1806" name="任意形状 375">
              <a:extLst>
                <a:ext uri="{FF2B5EF4-FFF2-40B4-BE49-F238E27FC236}">
                  <a16:creationId xmlns:a16="http://schemas.microsoft.com/office/drawing/2014/main" id="{2D294445-377B-772C-BEC3-2BAF909FEFC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807" name="任意形状 376">
              <a:extLst>
                <a:ext uri="{FF2B5EF4-FFF2-40B4-BE49-F238E27FC236}">
                  <a16:creationId xmlns:a16="http://schemas.microsoft.com/office/drawing/2014/main" id="{537D516F-924E-4A53-9511-68F49B7B26D5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808" name="成组">
            <a:extLst>
              <a:ext uri="{FF2B5EF4-FFF2-40B4-BE49-F238E27FC236}">
                <a16:creationId xmlns:a16="http://schemas.microsoft.com/office/drawing/2014/main" id="{815BB29B-B68F-F45E-26DB-B212B5A153F2}"/>
              </a:ext>
            </a:extLst>
          </p:cNvPr>
          <p:cNvGrpSpPr/>
          <p:nvPr/>
        </p:nvGrpSpPr>
        <p:grpSpPr>
          <a:xfrm>
            <a:off x="4453878" y="7772202"/>
            <a:ext cx="574919" cy="574915"/>
            <a:chOff x="0" y="0"/>
            <a:chExt cx="457200" cy="457200"/>
          </a:xfrm>
        </p:grpSpPr>
        <p:sp>
          <p:nvSpPr>
            <p:cNvPr id="1809" name="任意形状 393">
              <a:extLst>
                <a:ext uri="{FF2B5EF4-FFF2-40B4-BE49-F238E27FC236}">
                  <a16:creationId xmlns:a16="http://schemas.microsoft.com/office/drawing/2014/main" id="{7CA14F9C-A684-06EF-169C-77552C7E413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810" name="任意形状 394">
              <a:extLst>
                <a:ext uri="{FF2B5EF4-FFF2-40B4-BE49-F238E27FC236}">
                  <a16:creationId xmlns:a16="http://schemas.microsoft.com/office/drawing/2014/main" id="{5FDA8D55-50BC-8367-AF10-55E747D39583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811" name="成组">
            <a:extLst>
              <a:ext uri="{FF2B5EF4-FFF2-40B4-BE49-F238E27FC236}">
                <a16:creationId xmlns:a16="http://schemas.microsoft.com/office/drawing/2014/main" id="{F5CE4EF5-377A-2FFA-B966-999755DFDF11}"/>
              </a:ext>
            </a:extLst>
          </p:cNvPr>
          <p:cNvGrpSpPr/>
          <p:nvPr/>
        </p:nvGrpSpPr>
        <p:grpSpPr>
          <a:xfrm>
            <a:off x="7399265" y="7772202"/>
            <a:ext cx="574919" cy="574915"/>
            <a:chOff x="0" y="0"/>
            <a:chExt cx="457200" cy="457200"/>
          </a:xfrm>
        </p:grpSpPr>
        <p:sp>
          <p:nvSpPr>
            <p:cNvPr id="1812" name="任意形状 399">
              <a:extLst>
                <a:ext uri="{FF2B5EF4-FFF2-40B4-BE49-F238E27FC236}">
                  <a16:creationId xmlns:a16="http://schemas.microsoft.com/office/drawing/2014/main" id="{71791C40-A647-E45E-7E52-EE06730D227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813" name="任意形状 400">
              <a:extLst>
                <a:ext uri="{FF2B5EF4-FFF2-40B4-BE49-F238E27FC236}">
                  <a16:creationId xmlns:a16="http://schemas.microsoft.com/office/drawing/2014/main" id="{2306CD55-9A74-3954-1227-5A1FB1801E7C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814" name="成组">
            <a:extLst>
              <a:ext uri="{FF2B5EF4-FFF2-40B4-BE49-F238E27FC236}">
                <a16:creationId xmlns:a16="http://schemas.microsoft.com/office/drawing/2014/main" id="{0FDBBCD3-1F7F-1DA9-6104-D09A8253BCB0}"/>
              </a:ext>
            </a:extLst>
          </p:cNvPr>
          <p:cNvGrpSpPr/>
          <p:nvPr/>
        </p:nvGrpSpPr>
        <p:grpSpPr>
          <a:xfrm>
            <a:off x="13290038" y="7772202"/>
            <a:ext cx="574919" cy="574915"/>
            <a:chOff x="0" y="0"/>
            <a:chExt cx="457200" cy="457200"/>
          </a:xfrm>
        </p:grpSpPr>
        <p:sp>
          <p:nvSpPr>
            <p:cNvPr id="1815" name="任意形状 477">
              <a:extLst>
                <a:ext uri="{FF2B5EF4-FFF2-40B4-BE49-F238E27FC236}">
                  <a16:creationId xmlns:a16="http://schemas.microsoft.com/office/drawing/2014/main" id="{9981D964-C397-4F86-9908-B2ECAE67C5C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816" name="任意形状 478">
              <a:extLst>
                <a:ext uri="{FF2B5EF4-FFF2-40B4-BE49-F238E27FC236}">
                  <a16:creationId xmlns:a16="http://schemas.microsoft.com/office/drawing/2014/main" id="{5E7CB43F-75D1-D583-07A7-62C75E31667E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817" name="成组">
            <a:extLst>
              <a:ext uri="{FF2B5EF4-FFF2-40B4-BE49-F238E27FC236}">
                <a16:creationId xmlns:a16="http://schemas.microsoft.com/office/drawing/2014/main" id="{5C8B4F41-379E-2724-8064-E461A1E63EBC}"/>
              </a:ext>
            </a:extLst>
          </p:cNvPr>
          <p:cNvGrpSpPr/>
          <p:nvPr/>
        </p:nvGrpSpPr>
        <p:grpSpPr>
          <a:xfrm>
            <a:off x="19180807" y="7772202"/>
            <a:ext cx="574919" cy="574915"/>
            <a:chOff x="0" y="0"/>
            <a:chExt cx="457200" cy="457200"/>
          </a:xfrm>
        </p:grpSpPr>
        <p:sp>
          <p:nvSpPr>
            <p:cNvPr id="1818" name="任意形状 477">
              <a:extLst>
                <a:ext uri="{FF2B5EF4-FFF2-40B4-BE49-F238E27FC236}">
                  <a16:creationId xmlns:a16="http://schemas.microsoft.com/office/drawing/2014/main" id="{5B578973-C307-E453-4EF9-3E00450DC69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819" name="任意形状 478">
              <a:extLst>
                <a:ext uri="{FF2B5EF4-FFF2-40B4-BE49-F238E27FC236}">
                  <a16:creationId xmlns:a16="http://schemas.microsoft.com/office/drawing/2014/main" id="{1F0B7BFC-26C1-7134-A62E-F4B68FBE9339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39F8FBD-98E5-B8F7-3AD6-52595905B5AB}"/>
              </a:ext>
            </a:extLst>
          </p:cNvPr>
          <p:cNvGrpSpPr/>
          <p:nvPr/>
        </p:nvGrpSpPr>
        <p:grpSpPr>
          <a:xfrm>
            <a:off x="2872928" y="10327846"/>
            <a:ext cx="3681423" cy="1668794"/>
            <a:chOff x="2184682" y="10250313"/>
            <a:chExt cx="3681423" cy="166879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A89A44D-4EC0-A365-3B45-635F1F30F152}"/>
                </a:ext>
              </a:extLst>
            </p:cNvPr>
            <p:cNvSpPr txBox="1"/>
            <p:nvPr/>
          </p:nvSpPr>
          <p:spPr>
            <a:xfrm>
              <a:off x="2266384" y="10250313"/>
              <a:ext cx="351802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84DC0A1-0113-A800-A6AD-DCA4583096DB}"/>
                </a:ext>
              </a:extLst>
            </p:cNvPr>
            <p:cNvSpPr txBox="1"/>
            <p:nvPr/>
          </p:nvSpPr>
          <p:spPr>
            <a:xfrm>
              <a:off x="2184682" y="10881181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30653-4441-8B61-2EBC-2926B585A0B7}"/>
              </a:ext>
            </a:extLst>
          </p:cNvPr>
          <p:cNvGrpSpPr/>
          <p:nvPr/>
        </p:nvGrpSpPr>
        <p:grpSpPr>
          <a:xfrm>
            <a:off x="8769056" y="10327846"/>
            <a:ext cx="3681423" cy="1668794"/>
            <a:chOff x="8612064" y="10250313"/>
            <a:chExt cx="3681423" cy="166879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9F8467-57C0-7517-69B0-DBBD949CCF47}"/>
                </a:ext>
              </a:extLst>
            </p:cNvPr>
            <p:cNvSpPr txBox="1"/>
            <p:nvPr/>
          </p:nvSpPr>
          <p:spPr>
            <a:xfrm>
              <a:off x="8630988" y="10250313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7BD968-CD0E-DBFC-BCDC-5C363B53A268}"/>
                </a:ext>
              </a:extLst>
            </p:cNvPr>
            <p:cNvSpPr txBox="1"/>
            <p:nvPr/>
          </p:nvSpPr>
          <p:spPr>
            <a:xfrm>
              <a:off x="8612064" y="10881181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4E46F1-C0EE-6B12-80E8-15244F6ED9FC}"/>
              </a:ext>
            </a:extLst>
          </p:cNvPr>
          <p:cNvGrpSpPr/>
          <p:nvPr/>
        </p:nvGrpSpPr>
        <p:grpSpPr>
          <a:xfrm>
            <a:off x="14665184" y="10327846"/>
            <a:ext cx="3681423" cy="1668794"/>
            <a:chOff x="15039446" y="10250313"/>
            <a:chExt cx="3681423" cy="166879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32A1454-9B31-9DD5-5EB3-4A692DEB9E85}"/>
                </a:ext>
              </a:extLst>
            </p:cNvPr>
            <p:cNvSpPr txBox="1"/>
            <p:nvPr/>
          </p:nvSpPr>
          <p:spPr>
            <a:xfrm>
              <a:off x="15046415" y="10250313"/>
              <a:ext cx="366747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3C61539-A97E-83C8-3F38-EA2AA8D8202E}"/>
                </a:ext>
              </a:extLst>
            </p:cNvPr>
            <p:cNvSpPr txBox="1"/>
            <p:nvPr/>
          </p:nvSpPr>
          <p:spPr>
            <a:xfrm>
              <a:off x="15039446" y="10881181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9196C19-A495-89D5-1B2C-627415FC9C66}"/>
              </a:ext>
            </a:extLst>
          </p:cNvPr>
          <p:cNvGrpSpPr/>
          <p:nvPr/>
        </p:nvGrpSpPr>
        <p:grpSpPr>
          <a:xfrm>
            <a:off x="5820884" y="4249327"/>
            <a:ext cx="3681423" cy="1689830"/>
            <a:chOff x="5398374" y="3664746"/>
            <a:chExt cx="3681423" cy="168983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934BC3-4F99-2FEB-F21C-E7BED50AEEC4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ABECB26-B91F-8FFA-B33B-D8343CB9A8DF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894C7D-9F02-5405-B998-B02D9E7189E7}"/>
              </a:ext>
            </a:extLst>
          </p:cNvPr>
          <p:cNvGrpSpPr/>
          <p:nvPr/>
        </p:nvGrpSpPr>
        <p:grpSpPr>
          <a:xfrm>
            <a:off x="11716791" y="4249327"/>
            <a:ext cx="3681426" cy="1689830"/>
            <a:chOff x="11825753" y="3664746"/>
            <a:chExt cx="3681426" cy="168983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89AE8F-ECED-64A1-2F82-F9A8C9DAC743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A073A4B-32F5-3C29-424C-94DB2BC90B85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7C8E72A-A0BC-6B60-96A2-44E7C8AA3EDF}"/>
              </a:ext>
            </a:extLst>
          </p:cNvPr>
          <p:cNvGrpSpPr/>
          <p:nvPr/>
        </p:nvGrpSpPr>
        <p:grpSpPr>
          <a:xfrm>
            <a:off x="17612702" y="4249327"/>
            <a:ext cx="3681423" cy="1689830"/>
            <a:chOff x="18253135" y="3664746"/>
            <a:chExt cx="3681423" cy="168983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83F33A3-FC9F-FCA8-B93A-16F486F0EE1D}"/>
                </a:ext>
              </a:extLst>
            </p:cNvPr>
            <p:cNvSpPr txBox="1"/>
            <p:nvPr/>
          </p:nvSpPr>
          <p:spPr>
            <a:xfrm>
              <a:off x="18264091" y="3664746"/>
              <a:ext cx="365950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06</a:t>
              </a:r>
              <a:endParaRPr lang="id-ID" sz="3400" b="1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820" name="TextBox 1819">
              <a:extLst>
                <a:ext uri="{FF2B5EF4-FFF2-40B4-BE49-F238E27FC236}">
                  <a16:creationId xmlns:a16="http://schemas.microsoft.com/office/drawing/2014/main" id="{353F8881-7A79-4066-E136-CE2A3D29DF39}"/>
                </a:ext>
              </a:extLst>
            </p:cNvPr>
            <p:cNvSpPr txBox="1"/>
            <p:nvPr/>
          </p:nvSpPr>
          <p:spPr>
            <a:xfrm>
              <a:off x="18253135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23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2090800" y="10571571"/>
            <a:ext cx="19943363" cy="1682718"/>
          </a:xfrm>
          <a:prstGeom prst="rect">
            <a:avLst/>
          </a:prstGeom>
          <a:noFill/>
        </p:spPr>
        <p:txBody>
          <a:bodyPr wrap="square" lIns="142444" tIns="71222" rIns="142444" bIns="71222" rtlCol="0" anchor="b">
            <a:spAutoFit/>
          </a:bodyPr>
          <a:lstStyle/>
          <a:p>
            <a:pPr algn="ctr">
              <a:lnSpc>
                <a:spcPts val="3957"/>
              </a:lnSpc>
            </a:pPr>
            <a:r>
              <a:rPr lang="en-US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 </a:t>
            </a:r>
            <a:r>
              <a:rPr lang="en-US" sz="2374" dirty="0" err="1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dummy.Lorem</a:t>
            </a:r>
            <a:r>
              <a:rPr lang="en-US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has been the industry's standard dummy text ever since the 1500s, when an unknown printer took a galley of type and scrambled it to make a type specimen book. It has survived not only five centuries, but also the leap into electronic typesetting, remaining essentially unchanged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114F5151-6F03-46A2-B683-36C1A77A0F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2C1C4916-19F0-485C-BA5C-CDED14BADE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344600" y="5895892"/>
            <a:ext cx="2545155" cy="2410314"/>
            <a:chOff x="1156267" y="2899178"/>
            <a:chExt cx="1286481" cy="1218324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7" name="Freeform 81"/>
            <p:cNvSpPr>
              <a:spLocks noEditPoints="1"/>
            </p:cNvSpPr>
            <p:nvPr/>
          </p:nvSpPr>
          <p:spPr bwMode="auto">
            <a:xfrm>
              <a:off x="1320272" y="2899178"/>
              <a:ext cx="634721" cy="1165075"/>
            </a:xfrm>
            <a:custGeom>
              <a:avLst/>
              <a:gdLst>
                <a:gd name="T0" fmla="*/ 56 w 252"/>
                <a:gd name="T1" fmla="*/ 44 h 462"/>
                <a:gd name="T2" fmla="*/ 101 w 252"/>
                <a:gd name="T3" fmla="*/ 0 h 462"/>
                <a:gd name="T4" fmla="*/ 145 w 252"/>
                <a:gd name="T5" fmla="*/ 44 h 462"/>
                <a:gd name="T6" fmla="*/ 101 w 252"/>
                <a:gd name="T7" fmla="*/ 89 h 462"/>
                <a:gd name="T8" fmla="*/ 56 w 252"/>
                <a:gd name="T9" fmla="*/ 44 h 462"/>
                <a:gd name="T10" fmla="*/ 138 w 252"/>
                <a:gd name="T11" fmla="*/ 202 h 462"/>
                <a:gd name="T12" fmla="*/ 151 w 252"/>
                <a:gd name="T13" fmla="*/ 209 h 462"/>
                <a:gd name="T14" fmla="*/ 236 w 252"/>
                <a:gd name="T15" fmla="*/ 209 h 462"/>
                <a:gd name="T16" fmla="*/ 252 w 252"/>
                <a:gd name="T17" fmla="*/ 192 h 462"/>
                <a:gd name="T18" fmla="*/ 236 w 252"/>
                <a:gd name="T19" fmla="*/ 176 h 462"/>
                <a:gd name="T20" fmla="*/ 158 w 252"/>
                <a:gd name="T21" fmla="*/ 176 h 462"/>
                <a:gd name="T22" fmla="*/ 115 w 252"/>
                <a:gd name="T23" fmla="*/ 121 h 462"/>
                <a:gd name="T24" fmla="*/ 93 w 252"/>
                <a:gd name="T25" fmla="*/ 104 h 462"/>
                <a:gd name="T26" fmla="*/ 47 w 252"/>
                <a:gd name="T27" fmla="*/ 130 h 462"/>
                <a:gd name="T28" fmla="*/ 6 w 252"/>
                <a:gd name="T29" fmla="*/ 269 h 462"/>
                <a:gd name="T30" fmla="*/ 31 w 252"/>
                <a:gd name="T31" fmla="*/ 315 h 462"/>
                <a:gd name="T32" fmla="*/ 33 w 252"/>
                <a:gd name="T33" fmla="*/ 315 h 462"/>
                <a:gd name="T34" fmla="*/ 42 w 252"/>
                <a:gd name="T35" fmla="*/ 317 h 462"/>
                <a:gd name="T36" fmla="*/ 165 w 252"/>
                <a:gd name="T37" fmla="*/ 317 h 462"/>
                <a:gd name="T38" fmla="*/ 199 w 252"/>
                <a:gd name="T39" fmla="*/ 446 h 462"/>
                <a:gd name="T40" fmla="*/ 220 w 252"/>
                <a:gd name="T41" fmla="*/ 462 h 462"/>
                <a:gd name="T42" fmla="*/ 225 w 252"/>
                <a:gd name="T43" fmla="*/ 461 h 462"/>
                <a:gd name="T44" fmla="*/ 240 w 252"/>
                <a:gd name="T45" fmla="*/ 435 h 462"/>
                <a:gd name="T46" fmla="*/ 201 w 252"/>
                <a:gd name="T47" fmla="*/ 291 h 462"/>
                <a:gd name="T48" fmla="*/ 181 w 252"/>
                <a:gd name="T49" fmla="*/ 275 h 462"/>
                <a:gd name="T50" fmla="*/ 82 w 252"/>
                <a:gd name="T51" fmla="*/ 275 h 462"/>
                <a:gd name="T52" fmla="*/ 113 w 252"/>
                <a:gd name="T53" fmla="*/ 171 h 462"/>
                <a:gd name="T54" fmla="*/ 138 w 252"/>
                <a:gd name="T55" fmla="*/ 202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52" h="462">
                  <a:moveTo>
                    <a:pt x="56" y="44"/>
                  </a:moveTo>
                  <a:cubicBezTo>
                    <a:pt x="56" y="20"/>
                    <a:pt x="76" y="0"/>
                    <a:pt x="101" y="0"/>
                  </a:cubicBezTo>
                  <a:cubicBezTo>
                    <a:pt x="125" y="0"/>
                    <a:pt x="145" y="20"/>
                    <a:pt x="145" y="44"/>
                  </a:cubicBezTo>
                  <a:cubicBezTo>
                    <a:pt x="145" y="69"/>
                    <a:pt x="125" y="89"/>
                    <a:pt x="101" y="89"/>
                  </a:cubicBezTo>
                  <a:cubicBezTo>
                    <a:pt x="76" y="89"/>
                    <a:pt x="56" y="69"/>
                    <a:pt x="56" y="44"/>
                  </a:cubicBezTo>
                  <a:close/>
                  <a:moveTo>
                    <a:pt x="138" y="202"/>
                  </a:moveTo>
                  <a:cubicBezTo>
                    <a:pt x="141" y="206"/>
                    <a:pt x="146" y="209"/>
                    <a:pt x="151" y="209"/>
                  </a:cubicBezTo>
                  <a:cubicBezTo>
                    <a:pt x="236" y="209"/>
                    <a:pt x="236" y="209"/>
                    <a:pt x="236" y="209"/>
                  </a:cubicBezTo>
                  <a:cubicBezTo>
                    <a:pt x="245" y="209"/>
                    <a:pt x="252" y="201"/>
                    <a:pt x="252" y="192"/>
                  </a:cubicBezTo>
                  <a:cubicBezTo>
                    <a:pt x="252" y="183"/>
                    <a:pt x="245" y="176"/>
                    <a:pt x="236" y="176"/>
                  </a:cubicBezTo>
                  <a:cubicBezTo>
                    <a:pt x="158" y="176"/>
                    <a:pt x="158" y="176"/>
                    <a:pt x="158" y="176"/>
                  </a:cubicBezTo>
                  <a:cubicBezTo>
                    <a:pt x="115" y="121"/>
                    <a:pt x="115" y="121"/>
                    <a:pt x="115" y="121"/>
                  </a:cubicBezTo>
                  <a:cubicBezTo>
                    <a:pt x="110" y="113"/>
                    <a:pt x="103" y="107"/>
                    <a:pt x="93" y="104"/>
                  </a:cubicBezTo>
                  <a:cubicBezTo>
                    <a:pt x="74" y="98"/>
                    <a:pt x="53" y="110"/>
                    <a:pt x="47" y="130"/>
                  </a:cubicBezTo>
                  <a:cubicBezTo>
                    <a:pt x="6" y="269"/>
                    <a:pt x="6" y="269"/>
                    <a:pt x="6" y="269"/>
                  </a:cubicBezTo>
                  <a:cubicBezTo>
                    <a:pt x="0" y="288"/>
                    <a:pt x="11" y="309"/>
                    <a:pt x="31" y="315"/>
                  </a:cubicBezTo>
                  <a:cubicBezTo>
                    <a:pt x="32" y="315"/>
                    <a:pt x="33" y="315"/>
                    <a:pt x="33" y="315"/>
                  </a:cubicBezTo>
                  <a:cubicBezTo>
                    <a:pt x="36" y="317"/>
                    <a:pt x="39" y="317"/>
                    <a:pt x="42" y="317"/>
                  </a:cubicBezTo>
                  <a:cubicBezTo>
                    <a:pt x="165" y="317"/>
                    <a:pt x="165" y="317"/>
                    <a:pt x="165" y="317"/>
                  </a:cubicBezTo>
                  <a:cubicBezTo>
                    <a:pt x="199" y="446"/>
                    <a:pt x="199" y="446"/>
                    <a:pt x="199" y="446"/>
                  </a:cubicBezTo>
                  <a:cubicBezTo>
                    <a:pt x="202" y="456"/>
                    <a:pt x="210" y="462"/>
                    <a:pt x="220" y="462"/>
                  </a:cubicBezTo>
                  <a:cubicBezTo>
                    <a:pt x="221" y="462"/>
                    <a:pt x="223" y="462"/>
                    <a:pt x="225" y="461"/>
                  </a:cubicBezTo>
                  <a:cubicBezTo>
                    <a:pt x="236" y="458"/>
                    <a:pt x="243" y="447"/>
                    <a:pt x="240" y="435"/>
                  </a:cubicBezTo>
                  <a:cubicBezTo>
                    <a:pt x="201" y="291"/>
                    <a:pt x="201" y="291"/>
                    <a:pt x="201" y="291"/>
                  </a:cubicBezTo>
                  <a:cubicBezTo>
                    <a:pt x="199" y="282"/>
                    <a:pt x="190" y="275"/>
                    <a:pt x="181" y="275"/>
                  </a:cubicBezTo>
                  <a:cubicBezTo>
                    <a:pt x="82" y="275"/>
                    <a:pt x="82" y="275"/>
                    <a:pt x="82" y="275"/>
                  </a:cubicBezTo>
                  <a:cubicBezTo>
                    <a:pt x="113" y="171"/>
                    <a:pt x="113" y="171"/>
                    <a:pt x="113" y="171"/>
                  </a:cubicBezTo>
                  <a:lnTo>
                    <a:pt x="138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8" name="Freeform 82"/>
            <p:cNvSpPr>
              <a:spLocks/>
            </p:cNvSpPr>
            <p:nvPr/>
          </p:nvSpPr>
          <p:spPr bwMode="auto">
            <a:xfrm>
              <a:off x="1763298" y="3444443"/>
              <a:ext cx="679450" cy="670930"/>
            </a:xfrm>
            <a:custGeom>
              <a:avLst/>
              <a:gdLst>
                <a:gd name="T0" fmla="*/ 258 w 270"/>
                <a:gd name="T1" fmla="*/ 0 h 266"/>
                <a:gd name="T2" fmla="*/ 11 w 270"/>
                <a:gd name="T3" fmla="*/ 0 h 266"/>
                <a:gd name="T4" fmla="*/ 0 w 270"/>
                <a:gd name="T5" fmla="*/ 12 h 266"/>
                <a:gd name="T6" fmla="*/ 11 w 270"/>
                <a:gd name="T7" fmla="*/ 24 h 266"/>
                <a:gd name="T8" fmla="*/ 90 w 270"/>
                <a:gd name="T9" fmla="*/ 24 h 266"/>
                <a:gd name="T10" fmla="*/ 90 w 270"/>
                <a:gd name="T11" fmla="*/ 251 h 266"/>
                <a:gd name="T12" fmla="*/ 80 w 270"/>
                <a:gd name="T13" fmla="*/ 251 h 266"/>
                <a:gd name="T14" fmla="*/ 73 w 270"/>
                <a:gd name="T15" fmla="*/ 258 h 266"/>
                <a:gd name="T16" fmla="*/ 80 w 270"/>
                <a:gd name="T17" fmla="*/ 266 h 266"/>
                <a:gd name="T18" fmla="*/ 219 w 270"/>
                <a:gd name="T19" fmla="*/ 266 h 266"/>
                <a:gd name="T20" fmla="*/ 226 w 270"/>
                <a:gd name="T21" fmla="*/ 258 h 266"/>
                <a:gd name="T22" fmla="*/ 219 w 270"/>
                <a:gd name="T23" fmla="*/ 251 h 266"/>
                <a:gd name="T24" fmla="*/ 209 w 270"/>
                <a:gd name="T25" fmla="*/ 251 h 266"/>
                <a:gd name="T26" fmla="*/ 209 w 270"/>
                <a:gd name="T27" fmla="*/ 24 h 266"/>
                <a:gd name="T28" fmla="*/ 258 w 270"/>
                <a:gd name="T29" fmla="*/ 24 h 266"/>
                <a:gd name="T30" fmla="*/ 270 w 270"/>
                <a:gd name="T31" fmla="*/ 12 h 266"/>
                <a:gd name="T32" fmla="*/ 258 w 270"/>
                <a:gd name="T33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0" h="266">
                  <a:moveTo>
                    <a:pt x="258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90" y="24"/>
                    <a:pt x="90" y="24"/>
                    <a:pt x="90" y="24"/>
                  </a:cubicBezTo>
                  <a:cubicBezTo>
                    <a:pt x="90" y="251"/>
                    <a:pt x="90" y="251"/>
                    <a:pt x="90" y="251"/>
                  </a:cubicBezTo>
                  <a:cubicBezTo>
                    <a:pt x="80" y="251"/>
                    <a:pt x="80" y="251"/>
                    <a:pt x="80" y="251"/>
                  </a:cubicBezTo>
                  <a:cubicBezTo>
                    <a:pt x="76" y="251"/>
                    <a:pt x="73" y="255"/>
                    <a:pt x="73" y="258"/>
                  </a:cubicBezTo>
                  <a:cubicBezTo>
                    <a:pt x="73" y="262"/>
                    <a:pt x="76" y="266"/>
                    <a:pt x="80" y="266"/>
                  </a:cubicBezTo>
                  <a:cubicBezTo>
                    <a:pt x="219" y="266"/>
                    <a:pt x="219" y="266"/>
                    <a:pt x="219" y="266"/>
                  </a:cubicBezTo>
                  <a:cubicBezTo>
                    <a:pt x="223" y="266"/>
                    <a:pt x="226" y="262"/>
                    <a:pt x="226" y="258"/>
                  </a:cubicBezTo>
                  <a:cubicBezTo>
                    <a:pt x="226" y="255"/>
                    <a:pt x="223" y="251"/>
                    <a:pt x="219" y="251"/>
                  </a:cubicBezTo>
                  <a:cubicBezTo>
                    <a:pt x="209" y="251"/>
                    <a:pt x="209" y="251"/>
                    <a:pt x="209" y="251"/>
                  </a:cubicBezTo>
                  <a:cubicBezTo>
                    <a:pt x="209" y="24"/>
                    <a:pt x="209" y="24"/>
                    <a:pt x="209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64" y="24"/>
                    <a:pt x="270" y="19"/>
                    <a:pt x="270" y="12"/>
                  </a:cubicBezTo>
                  <a:cubicBezTo>
                    <a:pt x="270" y="6"/>
                    <a:pt x="264" y="0"/>
                    <a:pt x="2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9" name="Freeform 83"/>
            <p:cNvSpPr>
              <a:spLocks/>
            </p:cNvSpPr>
            <p:nvPr/>
          </p:nvSpPr>
          <p:spPr bwMode="auto">
            <a:xfrm>
              <a:off x="1156267" y="3350725"/>
              <a:ext cx="561238" cy="766777"/>
            </a:xfrm>
            <a:custGeom>
              <a:avLst/>
              <a:gdLst>
                <a:gd name="T0" fmla="*/ 222 w 223"/>
                <a:gd name="T1" fmla="*/ 290 h 304"/>
                <a:gd name="T2" fmla="*/ 203 w 223"/>
                <a:gd name="T3" fmla="*/ 169 h 304"/>
                <a:gd name="T4" fmla="*/ 212 w 223"/>
                <a:gd name="T5" fmla="*/ 155 h 304"/>
                <a:gd name="T6" fmla="*/ 195 w 223"/>
                <a:gd name="T7" fmla="*/ 138 h 304"/>
                <a:gd name="T8" fmla="*/ 90 w 223"/>
                <a:gd name="T9" fmla="*/ 138 h 304"/>
                <a:gd name="T10" fmla="*/ 74 w 223"/>
                <a:gd name="T11" fmla="*/ 152 h 304"/>
                <a:gd name="T12" fmla="*/ 66 w 223"/>
                <a:gd name="T13" fmla="*/ 152 h 304"/>
                <a:gd name="T14" fmla="*/ 24 w 223"/>
                <a:gd name="T15" fmla="*/ 10 h 304"/>
                <a:gd name="T16" fmla="*/ 10 w 223"/>
                <a:gd name="T17" fmla="*/ 2 h 304"/>
                <a:gd name="T18" fmla="*/ 2 w 223"/>
                <a:gd name="T19" fmla="*/ 17 h 304"/>
                <a:gd name="T20" fmla="*/ 46 w 223"/>
                <a:gd name="T21" fmla="*/ 167 h 304"/>
                <a:gd name="T22" fmla="*/ 55 w 223"/>
                <a:gd name="T23" fmla="*/ 176 h 304"/>
                <a:gd name="T24" fmla="*/ 25 w 223"/>
                <a:gd name="T25" fmla="*/ 289 h 304"/>
                <a:gd name="T26" fmla="*/ 33 w 223"/>
                <a:gd name="T27" fmla="*/ 303 h 304"/>
                <a:gd name="T28" fmla="*/ 36 w 223"/>
                <a:gd name="T29" fmla="*/ 304 h 304"/>
                <a:gd name="T30" fmla="*/ 48 w 223"/>
                <a:gd name="T31" fmla="*/ 295 h 304"/>
                <a:gd name="T32" fmla="*/ 79 w 223"/>
                <a:gd name="T33" fmla="*/ 176 h 304"/>
                <a:gd name="T34" fmla="*/ 181 w 223"/>
                <a:gd name="T35" fmla="*/ 176 h 304"/>
                <a:gd name="T36" fmla="*/ 199 w 223"/>
                <a:gd name="T37" fmla="*/ 294 h 304"/>
                <a:gd name="T38" fmla="*/ 210 w 223"/>
                <a:gd name="T39" fmla="*/ 304 h 304"/>
                <a:gd name="T40" fmla="*/ 212 w 223"/>
                <a:gd name="T41" fmla="*/ 304 h 304"/>
                <a:gd name="T42" fmla="*/ 222 w 223"/>
                <a:gd name="T43" fmla="*/ 29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3" h="304">
                  <a:moveTo>
                    <a:pt x="222" y="290"/>
                  </a:moveTo>
                  <a:cubicBezTo>
                    <a:pt x="203" y="169"/>
                    <a:pt x="203" y="169"/>
                    <a:pt x="203" y="169"/>
                  </a:cubicBezTo>
                  <a:cubicBezTo>
                    <a:pt x="208" y="166"/>
                    <a:pt x="212" y="161"/>
                    <a:pt x="212" y="155"/>
                  </a:cubicBezTo>
                  <a:cubicBezTo>
                    <a:pt x="212" y="146"/>
                    <a:pt x="204" y="138"/>
                    <a:pt x="195" y="138"/>
                  </a:cubicBezTo>
                  <a:cubicBezTo>
                    <a:pt x="90" y="138"/>
                    <a:pt x="90" y="138"/>
                    <a:pt x="90" y="138"/>
                  </a:cubicBezTo>
                  <a:cubicBezTo>
                    <a:pt x="82" y="138"/>
                    <a:pt x="75" y="145"/>
                    <a:pt x="74" y="152"/>
                  </a:cubicBezTo>
                  <a:cubicBezTo>
                    <a:pt x="66" y="152"/>
                    <a:pt x="66" y="152"/>
                    <a:pt x="66" y="152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2" y="4"/>
                    <a:pt x="16" y="0"/>
                    <a:pt x="10" y="2"/>
                  </a:cubicBezTo>
                  <a:cubicBezTo>
                    <a:pt x="4" y="4"/>
                    <a:pt x="0" y="10"/>
                    <a:pt x="2" y="1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8" y="172"/>
                    <a:pt x="51" y="175"/>
                    <a:pt x="55" y="176"/>
                  </a:cubicBezTo>
                  <a:cubicBezTo>
                    <a:pt x="25" y="289"/>
                    <a:pt x="25" y="289"/>
                    <a:pt x="25" y="289"/>
                  </a:cubicBezTo>
                  <a:cubicBezTo>
                    <a:pt x="24" y="295"/>
                    <a:pt x="27" y="302"/>
                    <a:pt x="33" y="303"/>
                  </a:cubicBezTo>
                  <a:cubicBezTo>
                    <a:pt x="34" y="304"/>
                    <a:pt x="35" y="304"/>
                    <a:pt x="36" y="304"/>
                  </a:cubicBezTo>
                  <a:cubicBezTo>
                    <a:pt x="42" y="304"/>
                    <a:pt x="46" y="300"/>
                    <a:pt x="48" y="295"/>
                  </a:cubicBezTo>
                  <a:cubicBezTo>
                    <a:pt x="79" y="176"/>
                    <a:pt x="79" y="176"/>
                    <a:pt x="79" y="176"/>
                  </a:cubicBezTo>
                  <a:cubicBezTo>
                    <a:pt x="181" y="176"/>
                    <a:pt x="181" y="176"/>
                    <a:pt x="181" y="176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9" y="300"/>
                    <a:pt x="204" y="304"/>
                    <a:pt x="210" y="304"/>
                  </a:cubicBezTo>
                  <a:cubicBezTo>
                    <a:pt x="211" y="304"/>
                    <a:pt x="211" y="304"/>
                    <a:pt x="212" y="304"/>
                  </a:cubicBezTo>
                  <a:cubicBezTo>
                    <a:pt x="218" y="303"/>
                    <a:pt x="223" y="297"/>
                    <a:pt x="222" y="2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0" name="Freeform 84"/>
            <p:cNvSpPr>
              <a:spLocks/>
            </p:cNvSpPr>
            <p:nvPr/>
          </p:nvSpPr>
          <p:spPr bwMode="auto">
            <a:xfrm>
              <a:off x="1855951" y="3184591"/>
              <a:ext cx="335465" cy="261983"/>
            </a:xfrm>
            <a:custGeom>
              <a:avLst/>
              <a:gdLst>
                <a:gd name="T0" fmla="*/ 107 w 133"/>
                <a:gd name="T1" fmla="*/ 104 h 104"/>
                <a:gd name="T2" fmla="*/ 7 w 133"/>
                <a:gd name="T3" fmla="*/ 104 h 104"/>
                <a:gd name="T4" fmla="*/ 0 w 133"/>
                <a:gd name="T5" fmla="*/ 97 h 104"/>
                <a:gd name="T6" fmla="*/ 7 w 133"/>
                <a:gd name="T7" fmla="*/ 90 h 104"/>
                <a:gd name="T8" fmla="*/ 101 w 133"/>
                <a:gd name="T9" fmla="*/ 90 h 104"/>
                <a:gd name="T10" fmla="*/ 119 w 133"/>
                <a:gd name="T11" fmla="*/ 6 h 104"/>
                <a:gd name="T12" fmla="*/ 127 w 133"/>
                <a:gd name="T13" fmla="*/ 1 h 104"/>
                <a:gd name="T14" fmla="*/ 133 w 133"/>
                <a:gd name="T15" fmla="*/ 9 h 104"/>
                <a:gd name="T16" fmla="*/ 114 w 133"/>
                <a:gd name="T17" fmla="*/ 98 h 104"/>
                <a:gd name="T18" fmla="*/ 107 w 133"/>
                <a:gd name="T1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" h="104">
                  <a:moveTo>
                    <a:pt x="107" y="104"/>
                  </a:moveTo>
                  <a:cubicBezTo>
                    <a:pt x="7" y="104"/>
                    <a:pt x="7" y="104"/>
                    <a:pt x="7" y="104"/>
                  </a:cubicBezTo>
                  <a:cubicBezTo>
                    <a:pt x="3" y="104"/>
                    <a:pt x="0" y="101"/>
                    <a:pt x="0" y="97"/>
                  </a:cubicBezTo>
                  <a:cubicBezTo>
                    <a:pt x="0" y="93"/>
                    <a:pt x="3" y="90"/>
                    <a:pt x="7" y="90"/>
                  </a:cubicBezTo>
                  <a:cubicBezTo>
                    <a:pt x="101" y="90"/>
                    <a:pt x="101" y="90"/>
                    <a:pt x="101" y="90"/>
                  </a:cubicBezTo>
                  <a:cubicBezTo>
                    <a:pt x="119" y="6"/>
                    <a:pt x="119" y="6"/>
                    <a:pt x="119" y="6"/>
                  </a:cubicBezTo>
                  <a:cubicBezTo>
                    <a:pt x="120" y="2"/>
                    <a:pt x="123" y="0"/>
                    <a:pt x="127" y="1"/>
                  </a:cubicBezTo>
                  <a:cubicBezTo>
                    <a:pt x="131" y="2"/>
                    <a:pt x="133" y="5"/>
                    <a:pt x="133" y="9"/>
                  </a:cubicBezTo>
                  <a:cubicBezTo>
                    <a:pt x="114" y="98"/>
                    <a:pt x="114" y="98"/>
                    <a:pt x="114" y="98"/>
                  </a:cubicBezTo>
                  <a:cubicBezTo>
                    <a:pt x="113" y="101"/>
                    <a:pt x="110" y="104"/>
                    <a:pt x="107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sp>
        <p:nvSpPr>
          <p:cNvPr id="11" name="Oval 80"/>
          <p:cNvSpPr>
            <a:spLocks noChangeArrowheads="1"/>
          </p:cNvSpPr>
          <p:nvPr/>
        </p:nvSpPr>
        <p:spPr bwMode="auto">
          <a:xfrm>
            <a:off x="6427959" y="6227732"/>
            <a:ext cx="1708710" cy="17066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accent1"/>
              </a:solidFill>
            </a:endParaRPr>
          </a:p>
        </p:txBody>
      </p:sp>
      <p:sp>
        <p:nvSpPr>
          <p:cNvPr id="12" name="Oval 79"/>
          <p:cNvSpPr>
            <a:spLocks noChangeArrowheads="1"/>
          </p:cNvSpPr>
          <p:nvPr/>
        </p:nvSpPr>
        <p:spPr bwMode="auto">
          <a:xfrm>
            <a:off x="6248871" y="6047590"/>
            <a:ext cx="2066887" cy="2066887"/>
          </a:xfrm>
          <a:prstGeom prst="ellips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3" name="TextBox 12"/>
          <p:cNvSpPr txBox="1"/>
          <p:nvPr/>
        </p:nvSpPr>
        <p:spPr>
          <a:xfrm>
            <a:off x="6021991" y="8647981"/>
            <a:ext cx="2520653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t">
            <a:spAutoFit/>
          </a:bodyPr>
          <a:lstStyle/>
          <a:p>
            <a:pPr algn="ctr"/>
            <a:r>
              <a:rPr lang="en-US" sz="3363" b="1" dirty="0">
                <a:latin typeface="Poppins" panose="00000500000000000000" pitchFamily="2" charset="0"/>
                <a:cs typeface="Poppins" panose="00000500000000000000" pitchFamily="2" charset="0"/>
              </a:rPr>
              <a:t>PROCESS 1</a:t>
            </a:r>
            <a:endParaRPr lang="id-ID" sz="336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8548806" y="7081034"/>
            <a:ext cx="1519972" cy="0"/>
            <a:chOff x="4399023" y="3418883"/>
            <a:chExt cx="768289" cy="0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4399023" y="3418883"/>
              <a:ext cx="4015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765735" y="3418883"/>
              <a:ext cx="4015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10301824" y="5619887"/>
            <a:ext cx="2953898" cy="2922293"/>
            <a:chOff x="5336608" y="2680328"/>
            <a:chExt cx="1493085" cy="1477110"/>
          </a:xfrm>
        </p:grpSpPr>
        <p:sp>
          <p:nvSpPr>
            <p:cNvPr id="19" name="Freeform 76"/>
            <p:cNvSpPr>
              <a:spLocks/>
            </p:cNvSpPr>
            <p:nvPr/>
          </p:nvSpPr>
          <p:spPr bwMode="auto">
            <a:xfrm>
              <a:off x="5336608" y="2680328"/>
              <a:ext cx="629396" cy="1477110"/>
            </a:xfrm>
            <a:custGeom>
              <a:avLst/>
              <a:gdLst>
                <a:gd name="T0" fmla="*/ 250 w 250"/>
                <a:gd name="T1" fmla="*/ 0 h 586"/>
                <a:gd name="T2" fmla="*/ 0 w 250"/>
                <a:gd name="T3" fmla="*/ 293 h 586"/>
                <a:gd name="T4" fmla="*/ 250 w 250"/>
                <a:gd name="T5" fmla="*/ 586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0" h="586">
                  <a:moveTo>
                    <a:pt x="250" y="0"/>
                  </a:moveTo>
                  <a:cubicBezTo>
                    <a:pt x="108" y="22"/>
                    <a:pt x="0" y="145"/>
                    <a:pt x="0" y="293"/>
                  </a:cubicBezTo>
                  <a:cubicBezTo>
                    <a:pt x="0" y="441"/>
                    <a:pt x="108" y="564"/>
                    <a:pt x="250" y="586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0" name="Freeform 77"/>
            <p:cNvSpPr>
              <a:spLocks/>
            </p:cNvSpPr>
            <p:nvPr/>
          </p:nvSpPr>
          <p:spPr bwMode="auto">
            <a:xfrm>
              <a:off x="6200297" y="2680328"/>
              <a:ext cx="629396" cy="1477110"/>
            </a:xfrm>
            <a:custGeom>
              <a:avLst/>
              <a:gdLst>
                <a:gd name="T0" fmla="*/ 0 w 250"/>
                <a:gd name="T1" fmla="*/ 586 h 586"/>
                <a:gd name="T2" fmla="*/ 250 w 250"/>
                <a:gd name="T3" fmla="*/ 293 h 586"/>
                <a:gd name="T4" fmla="*/ 0 w 250"/>
                <a:gd name="T5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0" h="586">
                  <a:moveTo>
                    <a:pt x="0" y="586"/>
                  </a:moveTo>
                  <a:cubicBezTo>
                    <a:pt x="142" y="564"/>
                    <a:pt x="250" y="441"/>
                    <a:pt x="250" y="293"/>
                  </a:cubicBezTo>
                  <a:cubicBezTo>
                    <a:pt x="250" y="145"/>
                    <a:pt x="142" y="2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sp>
        <p:nvSpPr>
          <p:cNvPr id="17" name="Oval 78"/>
          <p:cNvSpPr>
            <a:spLocks noChangeArrowheads="1"/>
          </p:cNvSpPr>
          <p:nvPr/>
        </p:nvSpPr>
        <p:spPr bwMode="auto">
          <a:xfrm>
            <a:off x="10689496" y="5988597"/>
            <a:ext cx="2176444" cy="218487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8" name="TextBox 17"/>
          <p:cNvSpPr txBox="1"/>
          <p:nvPr/>
        </p:nvSpPr>
        <p:spPr>
          <a:xfrm>
            <a:off x="10571354" y="6859091"/>
            <a:ext cx="2414856" cy="570106"/>
          </a:xfrm>
          <a:prstGeom prst="rect">
            <a:avLst/>
          </a:prstGeom>
          <a:noFill/>
        </p:spPr>
        <p:txBody>
          <a:bodyPr wrap="none" lIns="142444" tIns="71222" rIns="142444" bIns="71222" rtlCol="0" anchor="ctr">
            <a:spAutoFit/>
          </a:bodyPr>
          <a:lstStyle/>
          <a:p>
            <a:pPr algn="ctr"/>
            <a:r>
              <a:rPr lang="en-US" sz="277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PROCESSS 2</a:t>
            </a:r>
            <a:endParaRPr lang="id-ID" sz="277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flipV="1">
            <a:off x="11777722" y="5294373"/>
            <a:ext cx="0" cy="69422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1777722" y="8173472"/>
            <a:ext cx="0" cy="694225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72"/>
          <p:cNvSpPr>
            <a:spLocks noChangeArrowheads="1"/>
          </p:cNvSpPr>
          <p:nvPr/>
        </p:nvSpPr>
        <p:spPr bwMode="auto">
          <a:xfrm>
            <a:off x="11258364" y="8827670"/>
            <a:ext cx="1045031" cy="1047138"/>
          </a:xfrm>
          <a:prstGeom prst="ellipse">
            <a:avLst/>
          </a:prstGeom>
          <a:solidFill>
            <a:schemeClr val="bg1">
              <a:lumMod val="65000"/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4" name="Oval 74"/>
          <p:cNvSpPr>
            <a:spLocks noChangeArrowheads="1"/>
          </p:cNvSpPr>
          <p:nvPr/>
        </p:nvSpPr>
        <p:spPr bwMode="auto">
          <a:xfrm>
            <a:off x="11361603" y="4417859"/>
            <a:ext cx="832234" cy="832234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non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374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Yes</a:t>
            </a:r>
          </a:p>
        </p:txBody>
      </p:sp>
      <p:sp>
        <p:nvSpPr>
          <p:cNvPr id="25" name="Oval 75"/>
          <p:cNvSpPr>
            <a:spLocks noChangeArrowheads="1"/>
          </p:cNvSpPr>
          <p:nvPr/>
        </p:nvSpPr>
        <p:spPr bwMode="auto">
          <a:xfrm>
            <a:off x="11361603" y="8933015"/>
            <a:ext cx="832234" cy="832234"/>
          </a:xfrm>
          <a:prstGeom prst="ellipse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non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374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</a:t>
            </a:r>
          </a:p>
        </p:txBody>
      </p:sp>
      <p:sp>
        <p:nvSpPr>
          <p:cNvPr id="26" name="Freeform 73"/>
          <p:cNvSpPr>
            <a:spLocks/>
          </p:cNvSpPr>
          <p:nvPr/>
        </p:nvSpPr>
        <p:spPr bwMode="auto">
          <a:xfrm>
            <a:off x="12193837" y="4327295"/>
            <a:ext cx="225439" cy="967076"/>
          </a:xfrm>
          <a:custGeom>
            <a:avLst/>
            <a:gdLst>
              <a:gd name="T0" fmla="*/ 0 w 45"/>
              <a:gd name="T1" fmla="*/ 194 h 194"/>
              <a:gd name="T2" fmla="*/ 45 w 45"/>
              <a:gd name="T3" fmla="*/ 97 h 194"/>
              <a:gd name="T4" fmla="*/ 0 w 45"/>
              <a:gd name="T5" fmla="*/ 0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5" h="194">
                <a:moveTo>
                  <a:pt x="0" y="194"/>
                </a:moveTo>
                <a:cubicBezTo>
                  <a:pt x="28" y="171"/>
                  <a:pt x="45" y="136"/>
                  <a:pt x="45" y="97"/>
                </a:cubicBezTo>
                <a:cubicBezTo>
                  <a:pt x="45" y="59"/>
                  <a:pt x="28" y="24"/>
                  <a:pt x="0" y="0"/>
                </a:cubicBezTo>
              </a:path>
            </a:pathLst>
          </a:custGeom>
          <a:noFill/>
          <a:ln w="38100" cap="flat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grpSp>
        <p:nvGrpSpPr>
          <p:cNvPr id="70" name="Group 69"/>
          <p:cNvGrpSpPr/>
          <p:nvPr/>
        </p:nvGrpSpPr>
        <p:grpSpPr>
          <a:xfrm>
            <a:off x="12581910" y="4812938"/>
            <a:ext cx="2815887" cy="0"/>
            <a:chOff x="6489107" y="2272445"/>
            <a:chExt cx="1423326" cy="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6489107" y="2272445"/>
              <a:ext cx="7094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7165181" y="2272445"/>
              <a:ext cx="74725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/>
          <p:cNvCxnSpPr/>
          <p:nvPr/>
        </p:nvCxnSpPr>
        <p:spPr>
          <a:xfrm>
            <a:off x="15397798" y="4812943"/>
            <a:ext cx="0" cy="142611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71"/>
          <p:cNvSpPr>
            <a:spLocks noChangeArrowheads="1"/>
          </p:cNvSpPr>
          <p:nvPr/>
        </p:nvSpPr>
        <p:spPr bwMode="auto">
          <a:xfrm>
            <a:off x="14785737" y="6466869"/>
            <a:ext cx="1224118" cy="12283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1" name="TextBox 30"/>
          <p:cNvSpPr txBox="1"/>
          <p:nvPr/>
        </p:nvSpPr>
        <p:spPr>
          <a:xfrm>
            <a:off x="14037586" y="8647981"/>
            <a:ext cx="2620040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t">
            <a:spAutoFit/>
          </a:bodyPr>
          <a:lstStyle/>
          <a:p>
            <a:pPr algn="ctr"/>
            <a:r>
              <a:rPr lang="en-US" sz="3363" b="1" dirty="0">
                <a:latin typeface="Poppins" panose="00000500000000000000" pitchFamily="2" charset="0"/>
                <a:cs typeface="Poppins" panose="00000500000000000000" pitchFamily="2" charset="0"/>
              </a:rPr>
              <a:t>PROCESS 3</a:t>
            </a:r>
            <a:endParaRPr lang="id-ID" sz="336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4560203" y="6470936"/>
            <a:ext cx="1675186" cy="1220199"/>
            <a:chOff x="6864771" y="2832875"/>
            <a:chExt cx="1134063" cy="826047"/>
          </a:xfrm>
        </p:grpSpPr>
        <p:sp>
          <p:nvSpPr>
            <p:cNvPr id="33" name="Freeform 69"/>
            <p:cNvSpPr>
              <a:spLocks/>
            </p:cNvSpPr>
            <p:nvPr/>
          </p:nvSpPr>
          <p:spPr bwMode="auto">
            <a:xfrm>
              <a:off x="7821915" y="2832875"/>
              <a:ext cx="176919" cy="826047"/>
            </a:xfrm>
            <a:custGeom>
              <a:avLst/>
              <a:gdLst>
                <a:gd name="T0" fmla="*/ 0 w 59"/>
                <a:gd name="T1" fmla="*/ 274 h 274"/>
                <a:gd name="T2" fmla="*/ 59 w 59"/>
                <a:gd name="T3" fmla="*/ 137 h 274"/>
                <a:gd name="T4" fmla="*/ 0 w 59"/>
                <a:gd name="T5" fmla="*/ 0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74">
                  <a:moveTo>
                    <a:pt x="0" y="274"/>
                  </a:moveTo>
                  <a:cubicBezTo>
                    <a:pt x="36" y="239"/>
                    <a:pt x="59" y="191"/>
                    <a:pt x="59" y="137"/>
                  </a:cubicBezTo>
                  <a:cubicBezTo>
                    <a:pt x="59" y="83"/>
                    <a:pt x="36" y="35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4" name="Freeform 70"/>
            <p:cNvSpPr>
              <a:spLocks/>
            </p:cNvSpPr>
            <p:nvPr/>
          </p:nvSpPr>
          <p:spPr bwMode="auto">
            <a:xfrm>
              <a:off x="6864771" y="2832875"/>
              <a:ext cx="176919" cy="826047"/>
            </a:xfrm>
            <a:custGeom>
              <a:avLst/>
              <a:gdLst>
                <a:gd name="T0" fmla="*/ 59 w 59"/>
                <a:gd name="T1" fmla="*/ 0 h 274"/>
                <a:gd name="T2" fmla="*/ 0 w 59"/>
                <a:gd name="T3" fmla="*/ 137 h 274"/>
                <a:gd name="T4" fmla="*/ 59 w 59"/>
                <a:gd name="T5" fmla="*/ 274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9" h="274">
                  <a:moveTo>
                    <a:pt x="59" y="0"/>
                  </a:moveTo>
                  <a:cubicBezTo>
                    <a:pt x="22" y="35"/>
                    <a:pt x="0" y="83"/>
                    <a:pt x="0" y="137"/>
                  </a:cubicBezTo>
                  <a:cubicBezTo>
                    <a:pt x="0" y="191"/>
                    <a:pt x="22" y="239"/>
                    <a:pt x="59" y="274"/>
                  </a:cubicBezTo>
                </a:path>
              </a:pathLst>
            </a:custGeom>
            <a:noFill/>
            <a:ln w="381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16383782" y="7081038"/>
            <a:ext cx="2563119" cy="0"/>
            <a:chOff x="8410811" y="3418885"/>
            <a:chExt cx="1295561" cy="0"/>
          </a:xfrm>
        </p:grpSpPr>
        <p:cxnSp>
          <p:nvCxnSpPr>
            <p:cNvPr id="36" name="Straight Connector 35"/>
            <p:cNvCxnSpPr/>
            <p:nvPr/>
          </p:nvCxnSpPr>
          <p:spPr>
            <a:xfrm>
              <a:off x="8410811" y="3418885"/>
              <a:ext cx="69032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9073195" y="3418885"/>
              <a:ext cx="6331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Oval 68"/>
          <p:cNvSpPr>
            <a:spLocks noChangeArrowheads="1"/>
          </p:cNvSpPr>
          <p:nvPr/>
        </p:nvSpPr>
        <p:spPr bwMode="auto">
          <a:xfrm>
            <a:off x="19246545" y="6342561"/>
            <a:ext cx="1470629" cy="147695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9" name="TextBox 38"/>
          <p:cNvSpPr txBox="1"/>
          <p:nvPr/>
        </p:nvSpPr>
        <p:spPr>
          <a:xfrm>
            <a:off x="18938427" y="6897850"/>
            <a:ext cx="2074650" cy="813506"/>
          </a:xfrm>
          <a:prstGeom prst="rect">
            <a:avLst/>
          </a:prstGeom>
          <a:noFill/>
        </p:spPr>
        <p:txBody>
          <a:bodyPr wrap="square" lIns="142444" tIns="71222" rIns="142444" bIns="71222" rtlCol="0" anchor="t">
            <a:spAutoFit/>
          </a:bodyPr>
          <a:lstStyle/>
          <a:p>
            <a:pPr algn="ctr"/>
            <a:r>
              <a:rPr lang="en-US" sz="2176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</a:t>
            </a:r>
          </a:p>
          <a:p>
            <a:pPr algn="ctr"/>
            <a:r>
              <a:rPr lang="en-US" sz="2176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endParaRPr lang="id-ID" sz="2176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Oval 67"/>
          <p:cNvSpPr>
            <a:spLocks noChangeArrowheads="1"/>
          </p:cNvSpPr>
          <p:nvPr/>
        </p:nvSpPr>
        <p:spPr bwMode="auto">
          <a:xfrm>
            <a:off x="19098152" y="6198234"/>
            <a:ext cx="1767410" cy="1765600"/>
          </a:xfrm>
          <a:prstGeom prst="ellips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grpSp>
        <p:nvGrpSpPr>
          <p:cNvPr id="41" name="Group 40"/>
          <p:cNvGrpSpPr/>
          <p:nvPr/>
        </p:nvGrpSpPr>
        <p:grpSpPr>
          <a:xfrm>
            <a:off x="18694630" y="5793804"/>
            <a:ext cx="2574459" cy="2574459"/>
            <a:chOff x="9565761" y="2759870"/>
            <a:chExt cx="1327486" cy="1327486"/>
          </a:xfrm>
        </p:grpSpPr>
        <p:grpSp>
          <p:nvGrpSpPr>
            <p:cNvPr id="42" name="Group 41"/>
            <p:cNvGrpSpPr/>
            <p:nvPr/>
          </p:nvGrpSpPr>
          <p:grpSpPr>
            <a:xfrm>
              <a:off x="10229503" y="2759870"/>
              <a:ext cx="2" cy="1327486"/>
              <a:chOff x="10229504" y="2759870"/>
              <a:chExt cx="2" cy="1327486"/>
            </a:xfrm>
          </p:grpSpPr>
          <p:cxnSp>
            <p:nvCxnSpPr>
              <p:cNvPr id="49" name="Straight Connector 48"/>
              <p:cNvCxnSpPr/>
              <p:nvPr/>
            </p:nvCxnSpPr>
            <p:spPr>
              <a:xfrm flipV="1">
                <a:off x="10229504" y="2759870"/>
                <a:ext cx="2" cy="21279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>
                <a:off x="10229504" y="3874566"/>
                <a:ext cx="2" cy="21279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/>
            <p:cNvGrpSpPr/>
            <p:nvPr/>
          </p:nvGrpSpPr>
          <p:grpSpPr>
            <a:xfrm rot="-3600000">
              <a:off x="10229503" y="2759870"/>
              <a:ext cx="2" cy="1327486"/>
              <a:chOff x="10229504" y="2759870"/>
              <a:chExt cx="2" cy="1327486"/>
            </a:xfrm>
          </p:grpSpPr>
          <p:cxnSp>
            <p:nvCxnSpPr>
              <p:cNvPr id="47" name="Straight Connector 46"/>
              <p:cNvCxnSpPr/>
              <p:nvPr/>
            </p:nvCxnSpPr>
            <p:spPr>
              <a:xfrm flipV="1">
                <a:off x="10229504" y="2759870"/>
                <a:ext cx="2" cy="21279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10229504" y="3874566"/>
                <a:ext cx="2" cy="21279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Group 43"/>
            <p:cNvGrpSpPr/>
            <p:nvPr/>
          </p:nvGrpSpPr>
          <p:grpSpPr>
            <a:xfrm rot="3600000">
              <a:off x="10229503" y="2759870"/>
              <a:ext cx="2" cy="1327486"/>
              <a:chOff x="10229504" y="2759870"/>
              <a:chExt cx="2" cy="1327486"/>
            </a:xfrm>
          </p:grpSpPr>
          <p:cxnSp>
            <p:nvCxnSpPr>
              <p:cNvPr id="45" name="Straight Connector 44"/>
              <p:cNvCxnSpPr/>
              <p:nvPr/>
            </p:nvCxnSpPr>
            <p:spPr>
              <a:xfrm flipV="1">
                <a:off x="10229504" y="2759870"/>
                <a:ext cx="2" cy="21279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10229504" y="3874566"/>
                <a:ext cx="2" cy="21279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" name="Group 1"/>
          <p:cNvGrpSpPr/>
          <p:nvPr/>
        </p:nvGrpSpPr>
        <p:grpSpPr>
          <a:xfrm>
            <a:off x="18183354" y="5884987"/>
            <a:ext cx="725854" cy="730693"/>
            <a:chOff x="9320428" y="2814326"/>
            <a:chExt cx="366892" cy="369338"/>
          </a:xfrm>
        </p:grpSpPr>
        <p:sp>
          <p:nvSpPr>
            <p:cNvPr id="52" name="Freeform 61"/>
            <p:cNvSpPr>
              <a:spLocks/>
            </p:cNvSpPr>
            <p:nvPr/>
          </p:nvSpPr>
          <p:spPr bwMode="auto">
            <a:xfrm>
              <a:off x="9320428" y="2814326"/>
              <a:ext cx="366892" cy="369338"/>
            </a:xfrm>
            <a:custGeom>
              <a:avLst/>
              <a:gdLst>
                <a:gd name="T0" fmla="*/ 137 w 190"/>
                <a:gd name="T1" fmla="*/ 23 h 191"/>
                <a:gd name="T2" fmla="*/ 167 w 190"/>
                <a:gd name="T3" fmla="*/ 137 h 191"/>
                <a:gd name="T4" fmla="*/ 53 w 190"/>
                <a:gd name="T5" fmla="*/ 168 h 191"/>
                <a:gd name="T6" fmla="*/ 23 w 190"/>
                <a:gd name="T7" fmla="*/ 54 h 191"/>
                <a:gd name="T8" fmla="*/ 137 w 190"/>
                <a:gd name="T9" fmla="*/ 23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91">
                  <a:moveTo>
                    <a:pt x="137" y="23"/>
                  </a:moveTo>
                  <a:cubicBezTo>
                    <a:pt x="177" y="46"/>
                    <a:pt x="190" y="97"/>
                    <a:pt x="167" y="137"/>
                  </a:cubicBezTo>
                  <a:cubicBezTo>
                    <a:pt x="144" y="177"/>
                    <a:pt x="93" y="191"/>
                    <a:pt x="53" y="168"/>
                  </a:cubicBezTo>
                  <a:cubicBezTo>
                    <a:pt x="13" y="145"/>
                    <a:pt x="0" y="94"/>
                    <a:pt x="23" y="54"/>
                  </a:cubicBezTo>
                  <a:cubicBezTo>
                    <a:pt x="46" y="14"/>
                    <a:pt x="97" y="0"/>
                    <a:pt x="137" y="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9408719" y="2924253"/>
              <a:ext cx="190310" cy="149485"/>
            </a:xfrm>
            <a:custGeom>
              <a:avLst/>
              <a:gdLst>
                <a:gd name="T0" fmla="*/ 2220 w 2365"/>
                <a:gd name="T1" fmla="*/ 1341 h 1857"/>
                <a:gd name="T2" fmla="*/ 1844 w 2365"/>
                <a:gd name="T3" fmla="*/ 1154 h 1857"/>
                <a:gd name="T4" fmla="*/ 1889 w 2365"/>
                <a:gd name="T5" fmla="*/ 1051 h 1857"/>
                <a:gd name="T6" fmla="*/ 2052 w 2365"/>
                <a:gd name="T7" fmla="*/ 892 h 1857"/>
                <a:gd name="T8" fmla="*/ 1985 w 2365"/>
                <a:gd name="T9" fmla="*/ 297 h 1857"/>
                <a:gd name="T10" fmla="*/ 1563 w 2365"/>
                <a:gd name="T11" fmla="*/ 181 h 1857"/>
                <a:gd name="T12" fmla="*/ 1280 w 2365"/>
                <a:gd name="T13" fmla="*/ 843 h 1857"/>
                <a:gd name="T14" fmla="*/ 1531 w 2365"/>
                <a:gd name="T15" fmla="*/ 1088 h 1857"/>
                <a:gd name="T16" fmla="*/ 1473 w 2365"/>
                <a:gd name="T17" fmla="*/ 1231 h 1857"/>
                <a:gd name="T18" fmla="*/ 1229 w 2365"/>
                <a:gd name="T19" fmla="*/ 1244 h 1857"/>
                <a:gd name="T20" fmla="*/ 917 w 2365"/>
                <a:gd name="T21" fmla="*/ 1158 h 1857"/>
                <a:gd name="T22" fmla="*/ 889 w 2365"/>
                <a:gd name="T23" fmla="*/ 1157 h 1857"/>
                <a:gd name="T24" fmla="*/ 857 w 2365"/>
                <a:gd name="T25" fmla="*/ 988 h 1857"/>
                <a:gd name="T26" fmla="*/ 1045 w 2365"/>
                <a:gd name="T27" fmla="*/ 775 h 1857"/>
                <a:gd name="T28" fmla="*/ 1037 w 2365"/>
                <a:gd name="T29" fmla="*/ 555 h 1857"/>
                <a:gd name="T30" fmla="*/ 1057 w 2365"/>
                <a:gd name="T31" fmla="*/ 406 h 1857"/>
                <a:gd name="T32" fmla="*/ 1043 w 2365"/>
                <a:gd name="T33" fmla="*/ 237 h 1857"/>
                <a:gd name="T34" fmla="*/ 1043 w 2365"/>
                <a:gd name="T35" fmla="*/ 157 h 1857"/>
                <a:gd name="T36" fmla="*/ 1027 w 2365"/>
                <a:gd name="T37" fmla="*/ 114 h 1857"/>
                <a:gd name="T38" fmla="*/ 1007 w 2365"/>
                <a:gd name="T39" fmla="*/ 143 h 1857"/>
                <a:gd name="T40" fmla="*/ 996 w 2365"/>
                <a:gd name="T41" fmla="*/ 102 h 1857"/>
                <a:gd name="T42" fmla="*/ 969 w 2365"/>
                <a:gd name="T43" fmla="*/ 67 h 1857"/>
                <a:gd name="T44" fmla="*/ 954 w 2365"/>
                <a:gd name="T45" fmla="*/ 113 h 1857"/>
                <a:gd name="T46" fmla="*/ 943 w 2365"/>
                <a:gd name="T47" fmla="*/ 78 h 1857"/>
                <a:gd name="T48" fmla="*/ 928 w 2365"/>
                <a:gd name="T49" fmla="*/ 45 h 1857"/>
                <a:gd name="T50" fmla="*/ 882 w 2365"/>
                <a:gd name="T51" fmla="*/ 88 h 1857"/>
                <a:gd name="T52" fmla="*/ 835 w 2365"/>
                <a:gd name="T53" fmla="*/ 76 h 1857"/>
                <a:gd name="T54" fmla="*/ 821 w 2365"/>
                <a:gd name="T55" fmla="*/ 32 h 1857"/>
                <a:gd name="T56" fmla="*/ 789 w 2365"/>
                <a:gd name="T57" fmla="*/ 81 h 1857"/>
                <a:gd name="T58" fmla="*/ 764 w 2365"/>
                <a:gd name="T59" fmla="*/ 65 h 1857"/>
                <a:gd name="T60" fmla="*/ 759 w 2365"/>
                <a:gd name="T61" fmla="*/ 0 h 1857"/>
                <a:gd name="T62" fmla="*/ 719 w 2365"/>
                <a:gd name="T63" fmla="*/ 57 h 1857"/>
                <a:gd name="T64" fmla="*/ 577 w 2365"/>
                <a:gd name="T65" fmla="*/ 78 h 1857"/>
                <a:gd name="T66" fmla="*/ 327 w 2365"/>
                <a:gd name="T67" fmla="*/ 335 h 1857"/>
                <a:gd name="T68" fmla="*/ 319 w 2365"/>
                <a:gd name="T69" fmla="*/ 566 h 1857"/>
                <a:gd name="T70" fmla="*/ 338 w 2365"/>
                <a:gd name="T71" fmla="*/ 775 h 1857"/>
                <a:gd name="T72" fmla="*/ 527 w 2365"/>
                <a:gd name="T73" fmla="*/ 988 h 1857"/>
                <a:gd name="T74" fmla="*/ 513 w 2365"/>
                <a:gd name="T75" fmla="*/ 1145 h 1857"/>
                <a:gd name="T76" fmla="*/ 457 w 2365"/>
                <a:gd name="T77" fmla="*/ 1158 h 1857"/>
                <a:gd name="T78" fmla="*/ 145 w 2365"/>
                <a:gd name="T79" fmla="*/ 1244 h 1857"/>
                <a:gd name="T80" fmla="*/ 0 w 2365"/>
                <a:gd name="T81" fmla="*/ 1857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5" h="1857">
                  <a:moveTo>
                    <a:pt x="2365" y="1857"/>
                  </a:moveTo>
                  <a:cubicBezTo>
                    <a:pt x="2345" y="1727"/>
                    <a:pt x="2287" y="1412"/>
                    <a:pt x="2220" y="1341"/>
                  </a:cubicBezTo>
                  <a:cubicBezTo>
                    <a:pt x="2215" y="1336"/>
                    <a:pt x="1913" y="1229"/>
                    <a:pt x="1909" y="1231"/>
                  </a:cubicBezTo>
                  <a:cubicBezTo>
                    <a:pt x="1877" y="1205"/>
                    <a:pt x="1848" y="1175"/>
                    <a:pt x="1844" y="1154"/>
                  </a:cubicBezTo>
                  <a:cubicBezTo>
                    <a:pt x="1841" y="1133"/>
                    <a:pt x="1848" y="1097"/>
                    <a:pt x="1856" y="1065"/>
                  </a:cubicBezTo>
                  <a:cubicBezTo>
                    <a:pt x="1889" y="1051"/>
                    <a:pt x="1889" y="1051"/>
                    <a:pt x="1889" y="1051"/>
                  </a:cubicBezTo>
                  <a:cubicBezTo>
                    <a:pt x="1916" y="1039"/>
                    <a:pt x="1916" y="1039"/>
                    <a:pt x="1916" y="1039"/>
                  </a:cubicBezTo>
                  <a:cubicBezTo>
                    <a:pt x="1920" y="1036"/>
                    <a:pt x="2028" y="986"/>
                    <a:pt x="2052" y="892"/>
                  </a:cubicBezTo>
                  <a:cubicBezTo>
                    <a:pt x="2073" y="810"/>
                    <a:pt x="2078" y="721"/>
                    <a:pt x="2069" y="585"/>
                  </a:cubicBezTo>
                  <a:cubicBezTo>
                    <a:pt x="2060" y="448"/>
                    <a:pt x="2043" y="388"/>
                    <a:pt x="1985" y="297"/>
                  </a:cubicBezTo>
                  <a:cubicBezTo>
                    <a:pt x="1910" y="178"/>
                    <a:pt x="1779" y="199"/>
                    <a:pt x="1779" y="199"/>
                  </a:cubicBezTo>
                  <a:cubicBezTo>
                    <a:pt x="1779" y="199"/>
                    <a:pt x="1652" y="137"/>
                    <a:pt x="1563" y="181"/>
                  </a:cubicBezTo>
                  <a:cubicBezTo>
                    <a:pt x="1474" y="224"/>
                    <a:pt x="1372" y="353"/>
                    <a:pt x="1321" y="495"/>
                  </a:cubicBezTo>
                  <a:cubicBezTo>
                    <a:pt x="1273" y="628"/>
                    <a:pt x="1262" y="791"/>
                    <a:pt x="1280" y="843"/>
                  </a:cubicBezTo>
                  <a:cubicBezTo>
                    <a:pt x="1296" y="892"/>
                    <a:pt x="1403" y="1039"/>
                    <a:pt x="1512" y="1081"/>
                  </a:cubicBezTo>
                  <a:cubicBezTo>
                    <a:pt x="1519" y="1083"/>
                    <a:pt x="1525" y="1086"/>
                    <a:pt x="1531" y="1088"/>
                  </a:cubicBezTo>
                  <a:cubicBezTo>
                    <a:pt x="1536" y="1113"/>
                    <a:pt x="1540" y="1138"/>
                    <a:pt x="1537" y="1154"/>
                  </a:cubicBezTo>
                  <a:cubicBezTo>
                    <a:pt x="1534" y="1175"/>
                    <a:pt x="1505" y="1205"/>
                    <a:pt x="1473" y="1231"/>
                  </a:cubicBezTo>
                  <a:cubicBezTo>
                    <a:pt x="1469" y="1229"/>
                    <a:pt x="1315" y="1275"/>
                    <a:pt x="1267" y="1288"/>
                  </a:cubicBezTo>
                  <a:cubicBezTo>
                    <a:pt x="1254" y="1265"/>
                    <a:pt x="1240" y="1249"/>
                    <a:pt x="1229" y="1244"/>
                  </a:cubicBezTo>
                  <a:cubicBezTo>
                    <a:pt x="1183" y="1223"/>
                    <a:pt x="983" y="1177"/>
                    <a:pt x="942" y="1162"/>
                  </a:cubicBezTo>
                  <a:cubicBezTo>
                    <a:pt x="933" y="1159"/>
                    <a:pt x="925" y="1158"/>
                    <a:pt x="917" y="1158"/>
                  </a:cubicBezTo>
                  <a:cubicBezTo>
                    <a:pt x="909" y="1158"/>
                    <a:pt x="902" y="1159"/>
                    <a:pt x="898" y="1161"/>
                  </a:cubicBezTo>
                  <a:cubicBezTo>
                    <a:pt x="895" y="1159"/>
                    <a:pt x="892" y="1158"/>
                    <a:pt x="889" y="1157"/>
                  </a:cubicBezTo>
                  <a:cubicBezTo>
                    <a:pt x="881" y="1153"/>
                    <a:pt x="876" y="1149"/>
                    <a:pt x="873" y="1147"/>
                  </a:cubicBezTo>
                  <a:cubicBezTo>
                    <a:pt x="871" y="1141"/>
                    <a:pt x="864" y="1113"/>
                    <a:pt x="857" y="988"/>
                  </a:cubicBezTo>
                  <a:cubicBezTo>
                    <a:pt x="910" y="940"/>
                    <a:pt x="959" y="878"/>
                    <a:pt x="982" y="809"/>
                  </a:cubicBezTo>
                  <a:cubicBezTo>
                    <a:pt x="1000" y="806"/>
                    <a:pt x="1026" y="797"/>
                    <a:pt x="1045" y="775"/>
                  </a:cubicBezTo>
                  <a:cubicBezTo>
                    <a:pt x="1076" y="741"/>
                    <a:pt x="1098" y="662"/>
                    <a:pt x="1079" y="593"/>
                  </a:cubicBezTo>
                  <a:cubicBezTo>
                    <a:pt x="1070" y="560"/>
                    <a:pt x="1049" y="555"/>
                    <a:pt x="1037" y="555"/>
                  </a:cubicBezTo>
                  <a:cubicBezTo>
                    <a:pt x="1037" y="555"/>
                    <a:pt x="1037" y="555"/>
                    <a:pt x="1037" y="555"/>
                  </a:cubicBezTo>
                  <a:cubicBezTo>
                    <a:pt x="1046" y="512"/>
                    <a:pt x="1060" y="441"/>
                    <a:pt x="1057" y="406"/>
                  </a:cubicBezTo>
                  <a:cubicBezTo>
                    <a:pt x="1053" y="359"/>
                    <a:pt x="1036" y="291"/>
                    <a:pt x="1034" y="281"/>
                  </a:cubicBezTo>
                  <a:cubicBezTo>
                    <a:pt x="1035" y="276"/>
                    <a:pt x="1040" y="258"/>
                    <a:pt x="1043" y="237"/>
                  </a:cubicBezTo>
                  <a:cubicBezTo>
                    <a:pt x="1047" y="215"/>
                    <a:pt x="1044" y="201"/>
                    <a:pt x="1043" y="196"/>
                  </a:cubicBezTo>
                  <a:cubicBezTo>
                    <a:pt x="1043" y="192"/>
                    <a:pt x="1044" y="172"/>
                    <a:pt x="1043" y="157"/>
                  </a:cubicBezTo>
                  <a:cubicBezTo>
                    <a:pt x="1041" y="141"/>
                    <a:pt x="1032" y="123"/>
                    <a:pt x="1031" y="122"/>
                  </a:cubicBezTo>
                  <a:cubicBezTo>
                    <a:pt x="1027" y="114"/>
                    <a:pt x="1027" y="114"/>
                    <a:pt x="1027" y="114"/>
                  </a:cubicBezTo>
                  <a:cubicBezTo>
                    <a:pt x="1022" y="121"/>
                    <a:pt x="1022" y="121"/>
                    <a:pt x="1022" y="121"/>
                  </a:cubicBezTo>
                  <a:cubicBezTo>
                    <a:pt x="1022" y="121"/>
                    <a:pt x="1013" y="134"/>
                    <a:pt x="1007" y="143"/>
                  </a:cubicBezTo>
                  <a:cubicBezTo>
                    <a:pt x="1005" y="146"/>
                    <a:pt x="1001" y="148"/>
                    <a:pt x="997" y="150"/>
                  </a:cubicBezTo>
                  <a:cubicBezTo>
                    <a:pt x="999" y="136"/>
                    <a:pt x="1000" y="111"/>
                    <a:pt x="996" y="102"/>
                  </a:cubicBezTo>
                  <a:cubicBezTo>
                    <a:pt x="990" y="91"/>
                    <a:pt x="978" y="77"/>
                    <a:pt x="977" y="76"/>
                  </a:cubicBezTo>
                  <a:cubicBezTo>
                    <a:pt x="969" y="67"/>
                    <a:pt x="969" y="67"/>
                    <a:pt x="969" y="67"/>
                  </a:cubicBezTo>
                  <a:cubicBezTo>
                    <a:pt x="968" y="79"/>
                    <a:pt x="968" y="79"/>
                    <a:pt x="968" y="79"/>
                  </a:cubicBezTo>
                  <a:cubicBezTo>
                    <a:pt x="967" y="86"/>
                    <a:pt x="963" y="107"/>
                    <a:pt x="954" y="113"/>
                  </a:cubicBezTo>
                  <a:cubicBezTo>
                    <a:pt x="950" y="116"/>
                    <a:pt x="946" y="117"/>
                    <a:pt x="943" y="116"/>
                  </a:cubicBezTo>
                  <a:cubicBezTo>
                    <a:pt x="944" y="107"/>
                    <a:pt x="946" y="86"/>
                    <a:pt x="943" y="78"/>
                  </a:cubicBezTo>
                  <a:cubicBezTo>
                    <a:pt x="939" y="69"/>
                    <a:pt x="932" y="53"/>
                    <a:pt x="932" y="5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23" y="52"/>
                    <a:pt x="923" y="52"/>
                    <a:pt x="923" y="52"/>
                  </a:cubicBezTo>
                  <a:cubicBezTo>
                    <a:pt x="923" y="52"/>
                    <a:pt x="904" y="76"/>
                    <a:pt x="882" y="88"/>
                  </a:cubicBezTo>
                  <a:cubicBezTo>
                    <a:pt x="866" y="96"/>
                    <a:pt x="841" y="101"/>
                    <a:pt x="828" y="103"/>
                  </a:cubicBezTo>
                  <a:cubicBezTo>
                    <a:pt x="831" y="96"/>
                    <a:pt x="835" y="84"/>
                    <a:pt x="835" y="76"/>
                  </a:cubicBezTo>
                  <a:cubicBezTo>
                    <a:pt x="835" y="63"/>
                    <a:pt x="826" y="43"/>
                    <a:pt x="825" y="42"/>
                  </a:cubicBezTo>
                  <a:cubicBezTo>
                    <a:pt x="821" y="32"/>
                    <a:pt x="821" y="32"/>
                    <a:pt x="821" y="32"/>
                  </a:cubicBezTo>
                  <a:cubicBezTo>
                    <a:pt x="816" y="42"/>
                    <a:pt x="816" y="42"/>
                    <a:pt x="816" y="42"/>
                  </a:cubicBezTo>
                  <a:cubicBezTo>
                    <a:pt x="811" y="50"/>
                    <a:pt x="798" y="74"/>
                    <a:pt x="789" y="81"/>
                  </a:cubicBezTo>
                  <a:cubicBezTo>
                    <a:pt x="783" y="85"/>
                    <a:pt x="767" y="88"/>
                    <a:pt x="754" y="90"/>
                  </a:cubicBezTo>
                  <a:cubicBezTo>
                    <a:pt x="758" y="84"/>
                    <a:pt x="762" y="76"/>
                    <a:pt x="764" y="65"/>
                  </a:cubicBezTo>
                  <a:cubicBezTo>
                    <a:pt x="767" y="39"/>
                    <a:pt x="764" y="21"/>
                    <a:pt x="764" y="20"/>
                  </a:cubicBezTo>
                  <a:cubicBezTo>
                    <a:pt x="759" y="0"/>
                    <a:pt x="759" y="0"/>
                    <a:pt x="759" y="0"/>
                  </a:cubicBezTo>
                  <a:cubicBezTo>
                    <a:pt x="753" y="20"/>
                    <a:pt x="753" y="20"/>
                    <a:pt x="753" y="20"/>
                  </a:cubicBezTo>
                  <a:cubicBezTo>
                    <a:pt x="753" y="20"/>
                    <a:pt x="745" y="46"/>
                    <a:pt x="719" y="57"/>
                  </a:cubicBezTo>
                  <a:cubicBezTo>
                    <a:pt x="696" y="67"/>
                    <a:pt x="664" y="70"/>
                    <a:pt x="610" y="75"/>
                  </a:cubicBezTo>
                  <a:cubicBezTo>
                    <a:pt x="600" y="76"/>
                    <a:pt x="589" y="77"/>
                    <a:pt x="577" y="78"/>
                  </a:cubicBezTo>
                  <a:cubicBezTo>
                    <a:pt x="502" y="85"/>
                    <a:pt x="389" y="180"/>
                    <a:pt x="355" y="218"/>
                  </a:cubicBezTo>
                  <a:cubicBezTo>
                    <a:pt x="324" y="253"/>
                    <a:pt x="326" y="323"/>
                    <a:pt x="327" y="335"/>
                  </a:cubicBezTo>
                  <a:cubicBezTo>
                    <a:pt x="322" y="344"/>
                    <a:pt x="298" y="398"/>
                    <a:pt x="298" y="439"/>
                  </a:cubicBezTo>
                  <a:cubicBezTo>
                    <a:pt x="298" y="468"/>
                    <a:pt x="311" y="529"/>
                    <a:pt x="319" y="566"/>
                  </a:cubicBezTo>
                  <a:cubicBezTo>
                    <a:pt x="314" y="572"/>
                    <a:pt x="308" y="581"/>
                    <a:pt x="305" y="593"/>
                  </a:cubicBezTo>
                  <a:cubicBezTo>
                    <a:pt x="286" y="662"/>
                    <a:pt x="307" y="741"/>
                    <a:pt x="338" y="775"/>
                  </a:cubicBezTo>
                  <a:cubicBezTo>
                    <a:pt x="358" y="797"/>
                    <a:pt x="384" y="806"/>
                    <a:pt x="402" y="809"/>
                  </a:cubicBezTo>
                  <a:cubicBezTo>
                    <a:pt x="425" y="878"/>
                    <a:pt x="474" y="941"/>
                    <a:pt x="527" y="988"/>
                  </a:cubicBezTo>
                  <a:cubicBezTo>
                    <a:pt x="527" y="991"/>
                    <a:pt x="527" y="993"/>
                    <a:pt x="526" y="997"/>
                  </a:cubicBezTo>
                  <a:cubicBezTo>
                    <a:pt x="523" y="1101"/>
                    <a:pt x="517" y="1135"/>
                    <a:pt x="513" y="1145"/>
                  </a:cubicBezTo>
                  <a:cubicBezTo>
                    <a:pt x="506" y="1148"/>
                    <a:pt x="493" y="1154"/>
                    <a:pt x="476" y="1161"/>
                  </a:cubicBezTo>
                  <a:cubicBezTo>
                    <a:pt x="472" y="1159"/>
                    <a:pt x="466" y="1158"/>
                    <a:pt x="457" y="1158"/>
                  </a:cubicBezTo>
                  <a:cubicBezTo>
                    <a:pt x="449" y="1158"/>
                    <a:pt x="441" y="1159"/>
                    <a:pt x="432" y="1162"/>
                  </a:cubicBezTo>
                  <a:cubicBezTo>
                    <a:pt x="391" y="1177"/>
                    <a:pt x="191" y="1223"/>
                    <a:pt x="145" y="1244"/>
                  </a:cubicBezTo>
                  <a:cubicBezTo>
                    <a:pt x="128" y="1252"/>
                    <a:pt x="101" y="1290"/>
                    <a:pt x="84" y="1336"/>
                  </a:cubicBezTo>
                  <a:cubicBezTo>
                    <a:pt x="36" y="1465"/>
                    <a:pt x="8" y="1776"/>
                    <a:pt x="0" y="1857"/>
                  </a:cubicBezTo>
                  <a:lnTo>
                    <a:pt x="2365" y="18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19664097" y="5102678"/>
            <a:ext cx="635525" cy="637139"/>
            <a:chOff x="10068888" y="2418898"/>
            <a:chExt cx="321234" cy="322050"/>
          </a:xfrm>
        </p:grpSpPr>
        <p:sp>
          <p:nvSpPr>
            <p:cNvPr id="57" name="Oval 66"/>
            <p:cNvSpPr>
              <a:spLocks noChangeArrowheads="1"/>
            </p:cNvSpPr>
            <p:nvPr/>
          </p:nvSpPr>
          <p:spPr bwMode="auto">
            <a:xfrm>
              <a:off x="10068888" y="2418898"/>
              <a:ext cx="321234" cy="322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59" name="Freeform 58"/>
            <p:cNvSpPr>
              <a:spLocks/>
            </p:cNvSpPr>
            <p:nvPr/>
          </p:nvSpPr>
          <p:spPr bwMode="auto">
            <a:xfrm>
              <a:off x="10134350" y="2505181"/>
              <a:ext cx="190310" cy="149485"/>
            </a:xfrm>
            <a:custGeom>
              <a:avLst/>
              <a:gdLst>
                <a:gd name="T0" fmla="*/ 2220 w 2365"/>
                <a:gd name="T1" fmla="*/ 1341 h 1857"/>
                <a:gd name="T2" fmla="*/ 1844 w 2365"/>
                <a:gd name="T3" fmla="*/ 1154 h 1857"/>
                <a:gd name="T4" fmla="*/ 1889 w 2365"/>
                <a:gd name="T5" fmla="*/ 1051 h 1857"/>
                <a:gd name="T6" fmla="*/ 2052 w 2365"/>
                <a:gd name="T7" fmla="*/ 892 h 1857"/>
                <a:gd name="T8" fmla="*/ 1985 w 2365"/>
                <a:gd name="T9" fmla="*/ 297 h 1857"/>
                <a:gd name="T10" fmla="*/ 1563 w 2365"/>
                <a:gd name="T11" fmla="*/ 181 h 1857"/>
                <a:gd name="T12" fmla="*/ 1280 w 2365"/>
                <a:gd name="T13" fmla="*/ 843 h 1857"/>
                <a:gd name="T14" fmla="*/ 1531 w 2365"/>
                <a:gd name="T15" fmla="*/ 1088 h 1857"/>
                <a:gd name="T16" fmla="*/ 1473 w 2365"/>
                <a:gd name="T17" fmla="*/ 1231 h 1857"/>
                <a:gd name="T18" fmla="*/ 1229 w 2365"/>
                <a:gd name="T19" fmla="*/ 1244 h 1857"/>
                <a:gd name="T20" fmla="*/ 917 w 2365"/>
                <a:gd name="T21" fmla="*/ 1158 h 1857"/>
                <a:gd name="T22" fmla="*/ 889 w 2365"/>
                <a:gd name="T23" fmla="*/ 1157 h 1857"/>
                <a:gd name="T24" fmla="*/ 857 w 2365"/>
                <a:gd name="T25" fmla="*/ 988 h 1857"/>
                <a:gd name="T26" fmla="*/ 1045 w 2365"/>
                <a:gd name="T27" fmla="*/ 775 h 1857"/>
                <a:gd name="T28" fmla="*/ 1037 w 2365"/>
                <a:gd name="T29" fmla="*/ 555 h 1857"/>
                <a:gd name="T30" fmla="*/ 1057 w 2365"/>
                <a:gd name="T31" fmla="*/ 406 h 1857"/>
                <a:gd name="T32" fmla="*/ 1043 w 2365"/>
                <a:gd name="T33" fmla="*/ 237 h 1857"/>
                <a:gd name="T34" fmla="*/ 1043 w 2365"/>
                <a:gd name="T35" fmla="*/ 157 h 1857"/>
                <a:gd name="T36" fmla="*/ 1027 w 2365"/>
                <a:gd name="T37" fmla="*/ 114 h 1857"/>
                <a:gd name="T38" fmla="*/ 1007 w 2365"/>
                <a:gd name="T39" fmla="*/ 143 h 1857"/>
                <a:gd name="T40" fmla="*/ 996 w 2365"/>
                <a:gd name="T41" fmla="*/ 102 h 1857"/>
                <a:gd name="T42" fmla="*/ 969 w 2365"/>
                <a:gd name="T43" fmla="*/ 67 h 1857"/>
                <a:gd name="T44" fmla="*/ 954 w 2365"/>
                <a:gd name="T45" fmla="*/ 113 h 1857"/>
                <a:gd name="T46" fmla="*/ 943 w 2365"/>
                <a:gd name="T47" fmla="*/ 78 h 1857"/>
                <a:gd name="T48" fmla="*/ 928 w 2365"/>
                <a:gd name="T49" fmla="*/ 45 h 1857"/>
                <a:gd name="T50" fmla="*/ 882 w 2365"/>
                <a:gd name="T51" fmla="*/ 88 h 1857"/>
                <a:gd name="T52" fmla="*/ 835 w 2365"/>
                <a:gd name="T53" fmla="*/ 76 h 1857"/>
                <a:gd name="T54" fmla="*/ 821 w 2365"/>
                <a:gd name="T55" fmla="*/ 32 h 1857"/>
                <a:gd name="T56" fmla="*/ 789 w 2365"/>
                <a:gd name="T57" fmla="*/ 81 h 1857"/>
                <a:gd name="T58" fmla="*/ 764 w 2365"/>
                <a:gd name="T59" fmla="*/ 65 h 1857"/>
                <a:gd name="T60" fmla="*/ 759 w 2365"/>
                <a:gd name="T61" fmla="*/ 0 h 1857"/>
                <a:gd name="T62" fmla="*/ 719 w 2365"/>
                <a:gd name="T63" fmla="*/ 57 h 1857"/>
                <a:gd name="T64" fmla="*/ 577 w 2365"/>
                <a:gd name="T65" fmla="*/ 78 h 1857"/>
                <a:gd name="T66" fmla="*/ 327 w 2365"/>
                <a:gd name="T67" fmla="*/ 335 h 1857"/>
                <a:gd name="T68" fmla="*/ 319 w 2365"/>
                <a:gd name="T69" fmla="*/ 566 h 1857"/>
                <a:gd name="T70" fmla="*/ 338 w 2365"/>
                <a:gd name="T71" fmla="*/ 775 h 1857"/>
                <a:gd name="T72" fmla="*/ 527 w 2365"/>
                <a:gd name="T73" fmla="*/ 988 h 1857"/>
                <a:gd name="T74" fmla="*/ 513 w 2365"/>
                <a:gd name="T75" fmla="*/ 1145 h 1857"/>
                <a:gd name="T76" fmla="*/ 457 w 2365"/>
                <a:gd name="T77" fmla="*/ 1158 h 1857"/>
                <a:gd name="T78" fmla="*/ 145 w 2365"/>
                <a:gd name="T79" fmla="*/ 1244 h 1857"/>
                <a:gd name="T80" fmla="*/ 0 w 2365"/>
                <a:gd name="T81" fmla="*/ 1857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5" h="1857">
                  <a:moveTo>
                    <a:pt x="2365" y="1857"/>
                  </a:moveTo>
                  <a:cubicBezTo>
                    <a:pt x="2345" y="1727"/>
                    <a:pt x="2287" y="1412"/>
                    <a:pt x="2220" y="1341"/>
                  </a:cubicBezTo>
                  <a:cubicBezTo>
                    <a:pt x="2215" y="1336"/>
                    <a:pt x="1913" y="1229"/>
                    <a:pt x="1909" y="1231"/>
                  </a:cubicBezTo>
                  <a:cubicBezTo>
                    <a:pt x="1877" y="1205"/>
                    <a:pt x="1848" y="1175"/>
                    <a:pt x="1844" y="1154"/>
                  </a:cubicBezTo>
                  <a:cubicBezTo>
                    <a:pt x="1841" y="1133"/>
                    <a:pt x="1848" y="1097"/>
                    <a:pt x="1856" y="1065"/>
                  </a:cubicBezTo>
                  <a:cubicBezTo>
                    <a:pt x="1889" y="1051"/>
                    <a:pt x="1889" y="1051"/>
                    <a:pt x="1889" y="1051"/>
                  </a:cubicBezTo>
                  <a:cubicBezTo>
                    <a:pt x="1916" y="1039"/>
                    <a:pt x="1916" y="1039"/>
                    <a:pt x="1916" y="1039"/>
                  </a:cubicBezTo>
                  <a:cubicBezTo>
                    <a:pt x="1920" y="1036"/>
                    <a:pt x="2028" y="986"/>
                    <a:pt x="2052" y="892"/>
                  </a:cubicBezTo>
                  <a:cubicBezTo>
                    <a:pt x="2073" y="810"/>
                    <a:pt x="2078" y="721"/>
                    <a:pt x="2069" y="585"/>
                  </a:cubicBezTo>
                  <a:cubicBezTo>
                    <a:pt x="2060" y="448"/>
                    <a:pt x="2043" y="388"/>
                    <a:pt x="1985" y="297"/>
                  </a:cubicBezTo>
                  <a:cubicBezTo>
                    <a:pt x="1910" y="178"/>
                    <a:pt x="1779" y="199"/>
                    <a:pt x="1779" y="199"/>
                  </a:cubicBezTo>
                  <a:cubicBezTo>
                    <a:pt x="1779" y="199"/>
                    <a:pt x="1652" y="137"/>
                    <a:pt x="1563" y="181"/>
                  </a:cubicBezTo>
                  <a:cubicBezTo>
                    <a:pt x="1474" y="224"/>
                    <a:pt x="1372" y="353"/>
                    <a:pt x="1321" y="495"/>
                  </a:cubicBezTo>
                  <a:cubicBezTo>
                    <a:pt x="1273" y="628"/>
                    <a:pt x="1262" y="791"/>
                    <a:pt x="1280" y="843"/>
                  </a:cubicBezTo>
                  <a:cubicBezTo>
                    <a:pt x="1296" y="892"/>
                    <a:pt x="1403" y="1039"/>
                    <a:pt x="1512" y="1081"/>
                  </a:cubicBezTo>
                  <a:cubicBezTo>
                    <a:pt x="1519" y="1083"/>
                    <a:pt x="1525" y="1086"/>
                    <a:pt x="1531" y="1088"/>
                  </a:cubicBezTo>
                  <a:cubicBezTo>
                    <a:pt x="1536" y="1113"/>
                    <a:pt x="1540" y="1138"/>
                    <a:pt x="1537" y="1154"/>
                  </a:cubicBezTo>
                  <a:cubicBezTo>
                    <a:pt x="1534" y="1175"/>
                    <a:pt x="1505" y="1205"/>
                    <a:pt x="1473" y="1231"/>
                  </a:cubicBezTo>
                  <a:cubicBezTo>
                    <a:pt x="1469" y="1229"/>
                    <a:pt x="1315" y="1275"/>
                    <a:pt x="1267" y="1288"/>
                  </a:cubicBezTo>
                  <a:cubicBezTo>
                    <a:pt x="1254" y="1265"/>
                    <a:pt x="1240" y="1249"/>
                    <a:pt x="1229" y="1244"/>
                  </a:cubicBezTo>
                  <a:cubicBezTo>
                    <a:pt x="1183" y="1223"/>
                    <a:pt x="983" y="1177"/>
                    <a:pt x="942" y="1162"/>
                  </a:cubicBezTo>
                  <a:cubicBezTo>
                    <a:pt x="933" y="1159"/>
                    <a:pt x="925" y="1158"/>
                    <a:pt x="917" y="1158"/>
                  </a:cubicBezTo>
                  <a:cubicBezTo>
                    <a:pt x="909" y="1158"/>
                    <a:pt x="902" y="1159"/>
                    <a:pt x="898" y="1161"/>
                  </a:cubicBezTo>
                  <a:cubicBezTo>
                    <a:pt x="895" y="1159"/>
                    <a:pt x="892" y="1158"/>
                    <a:pt x="889" y="1157"/>
                  </a:cubicBezTo>
                  <a:cubicBezTo>
                    <a:pt x="881" y="1153"/>
                    <a:pt x="876" y="1149"/>
                    <a:pt x="873" y="1147"/>
                  </a:cubicBezTo>
                  <a:cubicBezTo>
                    <a:pt x="871" y="1141"/>
                    <a:pt x="864" y="1113"/>
                    <a:pt x="857" y="988"/>
                  </a:cubicBezTo>
                  <a:cubicBezTo>
                    <a:pt x="910" y="940"/>
                    <a:pt x="959" y="878"/>
                    <a:pt x="982" y="809"/>
                  </a:cubicBezTo>
                  <a:cubicBezTo>
                    <a:pt x="1000" y="806"/>
                    <a:pt x="1026" y="797"/>
                    <a:pt x="1045" y="775"/>
                  </a:cubicBezTo>
                  <a:cubicBezTo>
                    <a:pt x="1076" y="741"/>
                    <a:pt x="1098" y="662"/>
                    <a:pt x="1079" y="593"/>
                  </a:cubicBezTo>
                  <a:cubicBezTo>
                    <a:pt x="1070" y="560"/>
                    <a:pt x="1049" y="555"/>
                    <a:pt x="1037" y="555"/>
                  </a:cubicBezTo>
                  <a:cubicBezTo>
                    <a:pt x="1037" y="555"/>
                    <a:pt x="1037" y="555"/>
                    <a:pt x="1037" y="555"/>
                  </a:cubicBezTo>
                  <a:cubicBezTo>
                    <a:pt x="1046" y="512"/>
                    <a:pt x="1060" y="441"/>
                    <a:pt x="1057" y="406"/>
                  </a:cubicBezTo>
                  <a:cubicBezTo>
                    <a:pt x="1053" y="359"/>
                    <a:pt x="1036" y="291"/>
                    <a:pt x="1034" y="281"/>
                  </a:cubicBezTo>
                  <a:cubicBezTo>
                    <a:pt x="1035" y="276"/>
                    <a:pt x="1040" y="258"/>
                    <a:pt x="1043" y="237"/>
                  </a:cubicBezTo>
                  <a:cubicBezTo>
                    <a:pt x="1047" y="215"/>
                    <a:pt x="1044" y="201"/>
                    <a:pt x="1043" y="196"/>
                  </a:cubicBezTo>
                  <a:cubicBezTo>
                    <a:pt x="1043" y="192"/>
                    <a:pt x="1044" y="172"/>
                    <a:pt x="1043" y="157"/>
                  </a:cubicBezTo>
                  <a:cubicBezTo>
                    <a:pt x="1041" y="141"/>
                    <a:pt x="1032" y="123"/>
                    <a:pt x="1031" y="122"/>
                  </a:cubicBezTo>
                  <a:cubicBezTo>
                    <a:pt x="1027" y="114"/>
                    <a:pt x="1027" y="114"/>
                    <a:pt x="1027" y="114"/>
                  </a:cubicBezTo>
                  <a:cubicBezTo>
                    <a:pt x="1022" y="121"/>
                    <a:pt x="1022" y="121"/>
                    <a:pt x="1022" y="121"/>
                  </a:cubicBezTo>
                  <a:cubicBezTo>
                    <a:pt x="1022" y="121"/>
                    <a:pt x="1013" y="134"/>
                    <a:pt x="1007" y="143"/>
                  </a:cubicBezTo>
                  <a:cubicBezTo>
                    <a:pt x="1005" y="146"/>
                    <a:pt x="1001" y="148"/>
                    <a:pt x="997" y="150"/>
                  </a:cubicBezTo>
                  <a:cubicBezTo>
                    <a:pt x="999" y="136"/>
                    <a:pt x="1000" y="111"/>
                    <a:pt x="996" y="102"/>
                  </a:cubicBezTo>
                  <a:cubicBezTo>
                    <a:pt x="990" y="91"/>
                    <a:pt x="978" y="77"/>
                    <a:pt x="977" y="76"/>
                  </a:cubicBezTo>
                  <a:cubicBezTo>
                    <a:pt x="969" y="67"/>
                    <a:pt x="969" y="67"/>
                    <a:pt x="969" y="67"/>
                  </a:cubicBezTo>
                  <a:cubicBezTo>
                    <a:pt x="968" y="79"/>
                    <a:pt x="968" y="79"/>
                    <a:pt x="968" y="79"/>
                  </a:cubicBezTo>
                  <a:cubicBezTo>
                    <a:pt x="967" y="86"/>
                    <a:pt x="963" y="107"/>
                    <a:pt x="954" y="113"/>
                  </a:cubicBezTo>
                  <a:cubicBezTo>
                    <a:pt x="950" y="116"/>
                    <a:pt x="946" y="117"/>
                    <a:pt x="943" y="116"/>
                  </a:cubicBezTo>
                  <a:cubicBezTo>
                    <a:pt x="944" y="107"/>
                    <a:pt x="946" y="86"/>
                    <a:pt x="943" y="78"/>
                  </a:cubicBezTo>
                  <a:cubicBezTo>
                    <a:pt x="939" y="69"/>
                    <a:pt x="932" y="53"/>
                    <a:pt x="932" y="5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23" y="52"/>
                    <a:pt x="923" y="52"/>
                    <a:pt x="923" y="52"/>
                  </a:cubicBezTo>
                  <a:cubicBezTo>
                    <a:pt x="923" y="52"/>
                    <a:pt x="904" y="76"/>
                    <a:pt x="882" y="88"/>
                  </a:cubicBezTo>
                  <a:cubicBezTo>
                    <a:pt x="866" y="96"/>
                    <a:pt x="841" y="101"/>
                    <a:pt x="828" y="103"/>
                  </a:cubicBezTo>
                  <a:cubicBezTo>
                    <a:pt x="831" y="96"/>
                    <a:pt x="835" y="84"/>
                    <a:pt x="835" y="76"/>
                  </a:cubicBezTo>
                  <a:cubicBezTo>
                    <a:pt x="835" y="63"/>
                    <a:pt x="826" y="43"/>
                    <a:pt x="825" y="42"/>
                  </a:cubicBezTo>
                  <a:cubicBezTo>
                    <a:pt x="821" y="32"/>
                    <a:pt x="821" y="32"/>
                    <a:pt x="821" y="32"/>
                  </a:cubicBezTo>
                  <a:cubicBezTo>
                    <a:pt x="816" y="42"/>
                    <a:pt x="816" y="42"/>
                    <a:pt x="816" y="42"/>
                  </a:cubicBezTo>
                  <a:cubicBezTo>
                    <a:pt x="811" y="50"/>
                    <a:pt x="798" y="74"/>
                    <a:pt x="789" y="81"/>
                  </a:cubicBezTo>
                  <a:cubicBezTo>
                    <a:pt x="783" y="85"/>
                    <a:pt x="767" y="88"/>
                    <a:pt x="754" y="90"/>
                  </a:cubicBezTo>
                  <a:cubicBezTo>
                    <a:pt x="758" y="84"/>
                    <a:pt x="762" y="76"/>
                    <a:pt x="764" y="65"/>
                  </a:cubicBezTo>
                  <a:cubicBezTo>
                    <a:pt x="767" y="39"/>
                    <a:pt x="764" y="21"/>
                    <a:pt x="764" y="20"/>
                  </a:cubicBezTo>
                  <a:cubicBezTo>
                    <a:pt x="759" y="0"/>
                    <a:pt x="759" y="0"/>
                    <a:pt x="759" y="0"/>
                  </a:cubicBezTo>
                  <a:cubicBezTo>
                    <a:pt x="753" y="20"/>
                    <a:pt x="753" y="20"/>
                    <a:pt x="753" y="20"/>
                  </a:cubicBezTo>
                  <a:cubicBezTo>
                    <a:pt x="753" y="20"/>
                    <a:pt x="745" y="46"/>
                    <a:pt x="719" y="57"/>
                  </a:cubicBezTo>
                  <a:cubicBezTo>
                    <a:pt x="696" y="67"/>
                    <a:pt x="664" y="70"/>
                    <a:pt x="610" y="75"/>
                  </a:cubicBezTo>
                  <a:cubicBezTo>
                    <a:pt x="600" y="76"/>
                    <a:pt x="589" y="77"/>
                    <a:pt x="577" y="78"/>
                  </a:cubicBezTo>
                  <a:cubicBezTo>
                    <a:pt x="502" y="85"/>
                    <a:pt x="389" y="180"/>
                    <a:pt x="355" y="218"/>
                  </a:cubicBezTo>
                  <a:cubicBezTo>
                    <a:pt x="324" y="253"/>
                    <a:pt x="326" y="323"/>
                    <a:pt x="327" y="335"/>
                  </a:cubicBezTo>
                  <a:cubicBezTo>
                    <a:pt x="322" y="344"/>
                    <a:pt x="298" y="398"/>
                    <a:pt x="298" y="439"/>
                  </a:cubicBezTo>
                  <a:cubicBezTo>
                    <a:pt x="298" y="468"/>
                    <a:pt x="311" y="529"/>
                    <a:pt x="319" y="566"/>
                  </a:cubicBezTo>
                  <a:cubicBezTo>
                    <a:pt x="314" y="572"/>
                    <a:pt x="308" y="581"/>
                    <a:pt x="305" y="593"/>
                  </a:cubicBezTo>
                  <a:cubicBezTo>
                    <a:pt x="286" y="662"/>
                    <a:pt x="307" y="741"/>
                    <a:pt x="338" y="775"/>
                  </a:cubicBezTo>
                  <a:cubicBezTo>
                    <a:pt x="358" y="797"/>
                    <a:pt x="384" y="806"/>
                    <a:pt x="402" y="809"/>
                  </a:cubicBezTo>
                  <a:cubicBezTo>
                    <a:pt x="425" y="878"/>
                    <a:pt x="474" y="941"/>
                    <a:pt x="527" y="988"/>
                  </a:cubicBezTo>
                  <a:cubicBezTo>
                    <a:pt x="527" y="991"/>
                    <a:pt x="527" y="993"/>
                    <a:pt x="526" y="997"/>
                  </a:cubicBezTo>
                  <a:cubicBezTo>
                    <a:pt x="523" y="1101"/>
                    <a:pt x="517" y="1135"/>
                    <a:pt x="513" y="1145"/>
                  </a:cubicBezTo>
                  <a:cubicBezTo>
                    <a:pt x="506" y="1148"/>
                    <a:pt x="493" y="1154"/>
                    <a:pt x="476" y="1161"/>
                  </a:cubicBezTo>
                  <a:cubicBezTo>
                    <a:pt x="472" y="1159"/>
                    <a:pt x="466" y="1158"/>
                    <a:pt x="457" y="1158"/>
                  </a:cubicBezTo>
                  <a:cubicBezTo>
                    <a:pt x="449" y="1158"/>
                    <a:pt x="441" y="1159"/>
                    <a:pt x="432" y="1162"/>
                  </a:cubicBezTo>
                  <a:cubicBezTo>
                    <a:pt x="391" y="1177"/>
                    <a:pt x="191" y="1223"/>
                    <a:pt x="145" y="1244"/>
                  </a:cubicBezTo>
                  <a:cubicBezTo>
                    <a:pt x="128" y="1252"/>
                    <a:pt x="101" y="1290"/>
                    <a:pt x="84" y="1336"/>
                  </a:cubicBezTo>
                  <a:cubicBezTo>
                    <a:pt x="36" y="1465"/>
                    <a:pt x="8" y="1776"/>
                    <a:pt x="0" y="1857"/>
                  </a:cubicBezTo>
                  <a:lnTo>
                    <a:pt x="2365" y="18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18183354" y="7546386"/>
            <a:ext cx="725854" cy="730693"/>
            <a:chOff x="9320428" y="3654101"/>
            <a:chExt cx="366892" cy="369338"/>
          </a:xfrm>
        </p:grpSpPr>
        <p:sp>
          <p:nvSpPr>
            <p:cNvPr id="53" name="Freeform 62"/>
            <p:cNvSpPr>
              <a:spLocks/>
            </p:cNvSpPr>
            <p:nvPr/>
          </p:nvSpPr>
          <p:spPr bwMode="auto">
            <a:xfrm>
              <a:off x="9320428" y="3654101"/>
              <a:ext cx="366892" cy="369338"/>
            </a:xfrm>
            <a:custGeom>
              <a:avLst/>
              <a:gdLst>
                <a:gd name="T0" fmla="*/ 53 w 190"/>
                <a:gd name="T1" fmla="*/ 23 h 191"/>
                <a:gd name="T2" fmla="*/ 167 w 190"/>
                <a:gd name="T3" fmla="*/ 54 h 191"/>
                <a:gd name="T4" fmla="*/ 137 w 190"/>
                <a:gd name="T5" fmla="*/ 168 h 191"/>
                <a:gd name="T6" fmla="*/ 23 w 190"/>
                <a:gd name="T7" fmla="*/ 137 h 191"/>
                <a:gd name="T8" fmla="*/ 53 w 190"/>
                <a:gd name="T9" fmla="*/ 23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0" h="191">
                  <a:moveTo>
                    <a:pt x="53" y="23"/>
                  </a:moveTo>
                  <a:cubicBezTo>
                    <a:pt x="93" y="0"/>
                    <a:pt x="144" y="14"/>
                    <a:pt x="167" y="54"/>
                  </a:cubicBezTo>
                  <a:cubicBezTo>
                    <a:pt x="190" y="94"/>
                    <a:pt x="177" y="145"/>
                    <a:pt x="137" y="168"/>
                  </a:cubicBezTo>
                  <a:cubicBezTo>
                    <a:pt x="97" y="191"/>
                    <a:pt x="46" y="177"/>
                    <a:pt x="23" y="137"/>
                  </a:cubicBezTo>
                  <a:cubicBezTo>
                    <a:pt x="0" y="97"/>
                    <a:pt x="13" y="46"/>
                    <a:pt x="53" y="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9408719" y="3764028"/>
              <a:ext cx="190310" cy="149485"/>
            </a:xfrm>
            <a:custGeom>
              <a:avLst/>
              <a:gdLst>
                <a:gd name="T0" fmla="*/ 2220 w 2365"/>
                <a:gd name="T1" fmla="*/ 1341 h 1857"/>
                <a:gd name="T2" fmla="*/ 1844 w 2365"/>
                <a:gd name="T3" fmla="*/ 1154 h 1857"/>
                <a:gd name="T4" fmla="*/ 1889 w 2365"/>
                <a:gd name="T5" fmla="*/ 1051 h 1857"/>
                <a:gd name="T6" fmla="*/ 2052 w 2365"/>
                <a:gd name="T7" fmla="*/ 892 h 1857"/>
                <a:gd name="T8" fmla="*/ 1985 w 2365"/>
                <a:gd name="T9" fmla="*/ 297 h 1857"/>
                <a:gd name="T10" fmla="*/ 1563 w 2365"/>
                <a:gd name="T11" fmla="*/ 181 h 1857"/>
                <a:gd name="T12" fmla="*/ 1280 w 2365"/>
                <a:gd name="T13" fmla="*/ 843 h 1857"/>
                <a:gd name="T14" fmla="*/ 1531 w 2365"/>
                <a:gd name="T15" fmla="*/ 1088 h 1857"/>
                <a:gd name="T16" fmla="*/ 1473 w 2365"/>
                <a:gd name="T17" fmla="*/ 1231 h 1857"/>
                <a:gd name="T18" fmla="*/ 1229 w 2365"/>
                <a:gd name="T19" fmla="*/ 1244 h 1857"/>
                <a:gd name="T20" fmla="*/ 917 w 2365"/>
                <a:gd name="T21" fmla="*/ 1158 h 1857"/>
                <a:gd name="T22" fmla="*/ 889 w 2365"/>
                <a:gd name="T23" fmla="*/ 1157 h 1857"/>
                <a:gd name="T24" fmla="*/ 857 w 2365"/>
                <a:gd name="T25" fmla="*/ 988 h 1857"/>
                <a:gd name="T26" fmla="*/ 1045 w 2365"/>
                <a:gd name="T27" fmla="*/ 775 h 1857"/>
                <a:gd name="T28" fmla="*/ 1037 w 2365"/>
                <a:gd name="T29" fmla="*/ 555 h 1857"/>
                <a:gd name="T30" fmla="*/ 1057 w 2365"/>
                <a:gd name="T31" fmla="*/ 406 h 1857"/>
                <a:gd name="T32" fmla="*/ 1043 w 2365"/>
                <a:gd name="T33" fmla="*/ 237 h 1857"/>
                <a:gd name="T34" fmla="*/ 1043 w 2365"/>
                <a:gd name="T35" fmla="*/ 157 h 1857"/>
                <a:gd name="T36" fmla="*/ 1027 w 2365"/>
                <a:gd name="T37" fmla="*/ 114 h 1857"/>
                <a:gd name="T38" fmla="*/ 1007 w 2365"/>
                <a:gd name="T39" fmla="*/ 143 h 1857"/>
                <a:gd name="T40" fmla="*/ 996 w 2365"/>
                <a:gd name="T41" fmla="*/ 102 h 1857"/>
                <a:gd name="T42" fmla="*/ 969 w 2365"/>
                <a:gd name="T43" fmla="*/ 67 h 1857"/>
                <a:gd name="T44" fmla="*/ 954 w 2365"/>
                <a:gd name="T45" fmla="*/ 113 h 1857"/>
                <a:gd name="T46" fmla="*/ 943 w 2365"/>
                <a:gd name="T47" fmla="*/ 78 h 1857"/>
                <a:gd name="T48" fmla="*/ 928 w 2365"/>
                <a:gd name="T49" fmla="*/ 45 h 1857"/>
                <a:gd name="T50" fmla="*/ 882 w 2365"/>
                <a:gd name="T51" fmla="*/ 88 h 1857"/>
                <a:gd name="T52" fmla="*/ 835 w 2365"/>
                <a:gd name="T53" fmla="*/ 76 h 1857"/>
                <a:gd name="T54" fmla="*/ 821 w 2365"/>
                <a:gd name="T55" fmla="*/ 32 h 1857"/>
                <a:gd name="T56" fmla="*/ 789 w 2365"/>
                <a:gd name="T57" fmla="*/ 81 h 1857"/>
                <a:gd name="T58" fmla="*/ 764 w 2365"/>
                <a:gd name="T59" fmla="*/ 65 h 1857"/>
                <a:gd name="T60" fmla="*/ 759 w 2365"/>
                <a:gd name="T61" fmla="*/ 0 h 1857"/>
                <a:gd name="T62" fmla="*/ 719 w 2365"/>
                <a:gd name="T63" fmla="*/ 57 h 1857"/>
                <a:gd name="T64" fmla="*/ 577 w 2365"/>
                <a:gd name="T65" fmla="*/ 78 h 1857"/>
                <a:gd name="T66" fmla="*/ 327 w 2365"/>
                <a:gd name="T67" fmla="*/ 335 h 1857"/>
                <a:gd name="T68" fmla="*/ 319 w 2365"/>
                <a:gd name="T69" fmla="*/ 566 h 1857"/>
                <a:gd name="T70" fmla="*/ 338 w 2365"/>
                <a:gd name="T71" fmla="*/ 775 h 1857"/>
                <a:gd name="T72" fmla="*/ 527 w 2365"/>
                <a:gd name="T73" fmla="*/ 988 h 1857"/>
                <a:gd name="T74" fmla="*/ 513 w 2365"/>
                <a:gd name="T75" fmla="*/ 1145 h 1857"/>
                <a:gd name="T76" fmla="*/ 457 w 2365"/>
                <a:gd name="T77" fmla="*/ 1158 h 1857"/>
                <a:gd name="T78" fmla="*/ 145 w 2365"/>
                <a:gd name="T79" fmla="*/ 1244 h 1857"/>
                <a:gd name="T80" fmla="*/ 0 w 2365"/>
                <a:gd name="T81" fmla="*/ 1857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5" h="1857">
                  <a:moveTo>
                    <a:pt x="2365" y="1857"/>
                  </a:moveTo>
                  <a:cubicBezTo>
                    <a:pt x="2345" y="1727"/>
                    <a:pt x="2287" y="1412"/>
                    <a:pt x="2220" y="1341"/>
                  </a:cubicBezTo>
                  <a:cubicBezTo>
                    <a:pt x="2215" y="1336"/>
                    <a:pt x="1913" y="1229"/>
                    <a:pt x="1909" y="1231"/>
                  </a:cubicBezTo>
                  <a:cubicBezTo>
                    <a:pt x="1877" y="1205"/>
                    <a:pt x="1848" y="1175"/>
                    <a:pt x="1844" y="1154"/>
                  </a:cubicBezTo>
                  <a:cubicBezTo>
                    <a:pt x="1841" y="1133"/>
                    <a:pt x="1848" y="1097"/>
                    <a:pt x="1856" y="1065"/>
                  </a:cubicBezTo>
                  <a:cubicBezTo>
                    <a:pt x="1889" y="1051"/>
                    <a:pt x="1889" y="1051"/>
                    <a:pt x="1889" y="1051"/>
                  </a:cubicBezTo>
                  <a:cubicBezTo>
                    <a:pt x="1916" y="1039"/>
                    <a:pt x="1916" y="1039"/>
                    <a:pt x="1916" y="1039"/>
                  </a:cubicBezTo>
                  <a:cubicBezTo>
                    <a:pt x="1920" y="1036"/>
                    <a:pt x="2028" y="986"/>
                    <a:pt x="2052" y="892"/>
                  </a:cubicBezTo>
                  <a:cubicBezTo>
                    <a:pt x="2073" y="810"/>
                    <a:pt x="2078" y="721"/>
                    <a:pt x="2069" y="585"/>
                  </a:cubicBezTo>
                  <a:cubicBezTo>
                    <a:pt x="2060" y="448"/>
                    <a:pt x="2043" y="388"/>
                    <a:pt x="1985" y="297"/>
                  </a:cubicBezTo>
                  <a:cubicBezTo>
                    <a:pt x="1910" y="178"/>
                    <a:pt x="1779" y="199"/>
                    <a:pt x="1779" y="199"/>
                  </a:cubicBezTo>
                  <a:cubicBezTo>
                    <a:pt x="1779" y="199"/>
                    <a:pt x="1652" y="137"/>
                    <a:pt x="1563" y="181"/>
                  </a:cubicBezTo>
                  <a:cubicBezTo>
                    <a:pt x="1474" y="224"/>
                    <a:pt x="1372" y="353"/>
                    <a:pt x="1321" y="495"/>
                  </a:cubicBezTo>
                  <a:cubicBezTo>
                    <a:pt x="1273" y="628"/>
                    <a:pt x="1262" y="791"/>
                    <a:pt x="1280" y="843"/>
                  </a:cubicBezTo>
                  <a:cubicBezTo>
                    <a:pt x="1296" y="892"/>
                    <a:pt x="1403" y="1039"/>
                    <a:pt x="1512" y="1081"/>
                  </a:cubicBezTo>
                  <a:cubicBezTo>
                    <a:pt x="1519" y="1083"/>
                    <a:pt x="1525" y="1086"/>
                    <a:pt x="1531" y="1088"/>
                  </a:cubicBezTo>
                  <a:cubicBezTo>
                    <a:pt x="1536" y="1113"/>
                    <a:pt x="1540" y="1138"/>
                    <a:pt x="1537" y="1154"/>
                  </a:cubicBezTo>
                  <a:cubicBezTo>
                    <a:pt x="1534" y="1175"/>
                    <a:pt x="1505" y="1205"/>
                    <a:pt x="1473" y="1231"/>
                  </a:cubicBezTo>
                  <a:cubicBezTo>
                    <a:pt x="1469" y="1229"/>
                    <a:pt x="1315" y="1275"/>
                    <a:pt x="1267" y="1288"/>
                  </a:cubicBezTo>
                  <a:cubicBezTo>
                    <a:pt x="1254" y="1265"/>
                    <a:pt x="1240" y="1249"/>
                    <a:pt x="1229" y="1244"/>
                  </a:cubicBezTo>
                  <a:cubicBezTo>
                    <a:pt x="1183" y="1223"/>
                    <a:pt x="983" y="1177"/>
                    <a:pt x="942" y="1162"/>
                  </a:cubicBezTo>
                  <a:cubicBezTo>
                    <a:pt x="933" y="1159"/>
                    <a:pt x="925" y="1158"/>
                    <a:pt x="917" y="1158"/>
                  </a:cubicBezTo>
                  <a:cubicBezTo>
                    <a:pt x="909" y="1158"/>
                    <a:pt x="902" y="1159"/>
                    <a:pt x="898" y="1161"/>
                  </a:cubicBezTo>
                  <a:cubicBezTo>
                    <a:pt x="895" y="1159"/>
                    <a:pt x="892" y="1158"/>
                    <a:pt x="889" y="1157"/>
                  </a:cubicBezTo>
                  <a:cubicBezTo>
                    <a:pt x="881" y="1153"/>
                    <a:pt x="876" y="1149"/>
                    <a:pt x="873" y="1147"/>
                  </a:cubicBezTo>
                  <a:cubicBezTo>
                    <a:pt x="871" y="1141"/>
                    <a:pt x="864" y="1113"/>
                    <a:pt x="857" y="988"/>
                  </a:cubicBezTo>
                  <a:cubicBezTo>
                    <a:pt x="910" y="940"/>
                    <a:pt x="959" y="878"/>
                    <a:pt x="982" y="809"/>
                  </a:cubicBezTo>
                  <a:cubicBezTo>
                    <a:pt x="1000" y="806"/>
                    <a:pt x="1026" y="797"/>
                    <a:pt x="1045" y="775"/>
                  </a:cubicBezTo>
                  <a:cubicBezTo>
                    <a:pt x="1076" y="741"/>
                    <a:pt x="1098" y="662"/>
                    <a:pt x="1079" y="593"/>
                  </a:cubicBezTo>
                  <a:cubicBezTo>
                    <a:pt x="1070" y="560"/>
                    <a:pt x="1049" y="555"/>
                    <a:pt x="1037" y="555"/>
                  </a:cubicBezTo>
                  <a:cubicBezTo>
                    <a:pt x="1037" y="555"/>
                    <a:pt x="1037" y="555"/>
                    <a:pt x="1037" y="555"/>
                  </a:cubicBezTo>
                  <a:cubicBezTo>
                    <a:pt x="1046" y="512"/>
                    <a:pt x="1060" y="441"/>
                    <a:pt x="1057" y="406"/>
                  </a:cubicBezTo>
                  <a:cubicBezTo>
                    <a:pt x="1053" y="359"/>
                    <a:pt x="1036" y="291"/>
                    <a:pt x="1034" y="281"/>
                  </a:cubicBezTo>
                  <a:cubicBezTo>
                    <a:pt x="1035" y="276"/>
                    <a:pt x="1040" y="258"/>
                    <a:pt x="1043" y="237"/>
                  </a:cubicBezTo>
                  <a:cubicBezTo>
                    <a:pt x="1047" y="215"/>
                    <a:pt x="1044" y="201"/>
                    <a:pt x="1043" y="196"/>
                  </a:cubicBezTo>
                  <a:cubicBezTo>
                    <a:pt x="1043" y="192"/>
                    <a:pt x="1044" y="172"/>
                    <a:pt x="1043" y="157"/>
                  </a:cubicBezTo>
                  <a:cubicBezTo>
                    <a:pt x="1041" y="141"/>
                    <a:pt x="1032" y="123"/>
                    <a:pt x="1031" y="122"/>
                  </a:cubicBezTo>
                  <a:cubicBezTo>
                    <a:pt x="1027" y="114"/>
                    <a:pt x="1027" y="114"/>
                    <a:pt x="1027" y="114"/>
                  </a:cubicBezTo>
                  <a:cubicBezTo>
                    <a:pt x="1022" y="121"/>
                    <a:pt x="1022" y="121"/>
                    <a:pt x="1022" y="121"/>
                  </a:cubicBezTo>
                  <a:cubicBezTo>
                    <a:pt x="1022" y="121"/>
                    <a:pt x="1013" y="134"/>
                    <a:pt x="1007" y="143"/>
                  </a:cubicBezTo>
                  <a:cubicBezTo>
                    <a:pt x="1005" y="146"/>
                    <a:pt x="1001" y="148"/>
                    <a:pt x="997" y="150"/>
                  </a:cubicBezTo>
                  <a:cubicBezTo>
                    <a:pt x="999" y="136"/>
                    <a:pt x="1000" y="111"/>
                    <a:pt x="996" y="102"/>
                  </a:cubicBezTo>
                  <a:cubicBezTo>
                    <a:pt x="990" y="91"/>
                    <a:pt x="978" y="77"/>
                    <a:pt x="977" y="76"/>
                  </a:cubicBezTo>
                  <a:cubicBezTo>
                    <a:pt x="969" y="67"/>
                    <a:pt x="969" y="67"/>
                    <a:pt x="969" y="67"/>
                  </a:cubicBezTo>
                  <a:cubicBezTo>
                    <a:pt x="968" y="79"/>
                    <a:pt x="968" y="79"/>
                    <a:pt x="968" y="79"/>
                  </a:cubicBezTo>
                  <a:cubicBezTo>
                    <a:pt x="967" y="86"/>
                    <a:pt x="963" y="107"/>
                    <a:pt x="954" y="113"/>
                  </a:cubicBezTo>
                  <a:cubicBezTo>
                    <a:pt x="950" y="116"/>
                    <a:pt x="946" y="117"/>
                    <a:pt x="943" y="116"/>
                  </a:cubicBezTo>
                  <a:cubicBezTo>
                    <a:pt x="944" y="107"/>
                    <a:pt x="946" y="86"/>
                    <a:pt x="943" y="78"/>
                  </a:cubicBezTo>
                  <a:cubicBezTo>
                    <a:pt x="939" y="69"/>
                    <a:pt x="932" y="53"/>
                    <a:pt x="932" y="5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23" y="52"/>
                    <a:pt x="923" y="52"/>
                    <a:pt x="923" y="52"/>
                  </a:cubicBezTo>
                  <a:cubicBezTo>
                    <a:pt x="923" y="52"/>
                    <a:pt x="904" y="76"/>
                    <a:pt x="882" y="88"/>
                  </a:cubicBezTo>
                  <a:cubicBezTo>
                    <a:pt x="866" y="96"/>
                    <a:pt x="841" y="101"/>
                    <a:pt x="828" y="103"/>
                  </a:cubicBezTo>
                  <a:cubicBezTo>
                    <a:pt x="831" y="96"/>
                    <a:pt x="835" y="84"/>
                    <a:pt x="835" y="76"/>
                  </a:cubicBezTo>
                  <a:cubicBezTo>
                    <a:pt x="835" y="63"/>
                    <a:pt x="826" y="43"/>
                    <a:pt x="825" y="42"/>
                  </a:cubicBezTo>
                  <a:cubicBezTo>
                    <a:pt x="821" y="32"/>
                    <a:pt x="821" y="32"/>
                    <a:pt x="821" y="32"/>
                  </a:cubicBezTo>
                  <a:cubicBezTo>
                    <a:pt x="816" y="42"/>
                    <a:pt x="816" y="42"/>
                    <a:pt x="816" y="42"/>
                  </a:cubicBezTo>
                  <a:cubicBezTo>
                    <a:pt x="811" y="50"/>
                    <a:pt x="798" y="74"/>
                    <a:pt x="789" y="81"/>
                  </a:cubicBezTo>
                  <a:cubicBezTo>
                    <a:pt x="783" y="85"/>
                    <a:pt x="767" y="88"/>
                    <a:pt x="754" y="90"/>
                  </a:cubicBezTo>
                  <a:cubicBezTo>
                    <a:pt x="758" y="84"/>
                    <a:pt x="762" y="76"/>
                    <a:pt x="764" y="65"/>
                  </a:cubicBezTo>
                  <a:cubicBezTo>
                    <a:pt x="767" y="39"/>
                    <a:pt x="764" y="21"/>
                    <a:pt x="764" y="20"/>
                  </a:cubicBezTo>
                  <a:cubicBezTo>
                    <a:pt x="759" y="0"/>
                    <a:pt x="759" y="0"/>
                    <a:pt x="759" y="0"/>
                  </a:cubicBezTo>
                  <a:cubicBezTo>
                    <a:pt x="753" y="20"/>
                    <a:pt x="753" y="20"/>
                    <a:pt x="753" y="20"/>
                  </a:cubicBezTo>
                  <a:cubicBezTo>
                    <a:pt x="753" y="20"/>
                    <a:pt x="745" y="46"/>
                    <a:pt x="719" y="57"/>
                  </a:cubicBezTo>
                  <a:cubicBezTo>
                    <a:pt x="696" y="67"/>
                    <a:pt x="664" y="70"/>
                    <a:pt x="610" y="75"/>
                  </a:cubicBezTo>
                  <a:cubicBezTo>
                    <a:pt x="600" y="76"/>
                    <a:pt x="589" y="77"/>
                    <a:pt x="577" y="78"/>
                  </a:cubicBezTo>
                  <a:cubicBezTo>
                    <a:pt x="502" y="85"/>
                    <a:pt x="389" y="180"/>
                    <a:pt x="355" y="218"/>
                  </a:cubicBezTo>
                  <a:cubicBezTo>
                    <a:pt x="324" y="253"/>
                    <a:pt x="326" y="323"/>
                    <a:pt x="327" y="335"/>
                  </a:cubicBezTo>
                  <a:cubicBezTo>
                    <a:pt x="322" y="344"/>
                    <a:pt x="298" y="398"/>
                    <a:pt x="298" y="439"/>
                  </a:cubicBezTo>
                  <a:cubicBezTo>
                    <a:pt x="298" y="468"/>
                    <a:pt x="311" y="529"/>
                    <a:pt x="319" y="566"/>
                  </a:cubicBezTo>
                  <a:cubicBezTo>
                    <a:pt x="314" y="572"/>
                    <a:pt x="308" y="581"/>
                    <a:pt x="305" y="593"/>
                  </a:cubicBezTo>
                  <a:cubicBezTo>
                    <a:pt x="286" y="662"/>
                    <a:pt x="307" y="741"/>
                    <a:pt x="338" y="775"/>
                  </a:cubicBezTo>
                  <a:cubicBezTo>
                    <a:pt x="358" y="797"/>
                    <a:pt x="384" y="806"/>
                    <a:pt x="402" y="809"/>
                  </a:cubicBezTo>
                  <a:cubicBezTo>
                    <a:pt x="425" y="878"/>
                    <a:pt x="474" y="941"/>
                    <a:pt x="527" y="988"/>
                  </a:cubicBezTo>
                  <a:cubicBezTo>
                    <a:pt x="527" y="991"/>
                    <a:pt x="527" y="993"/>
                    <a:pt x="526" y="997"/>
                  </a:cubicBezTo>
                  <a:cubicBezTo>
                    <a:pt x="523" y="1101"/>
                    <a:pt x="517" y="1135"/>
                    <a:pt x="513" y="1145"/>
                  </a:cubicBezTo>
                  <a:cubicBezTo>
                    <a:pt x="506" y="1148"/>
                    <a:pt x="493" y="1154"/>
                    <a:pt x="476" y="1161"/>
                  </a:cubicBezTo>
                  <a:cubicBezTo>
                    <a:pt x="472" y="1159"/>
                    <a:pt x="466" y="1158"/>
                    <a:pt x="457" y="1158"/>
                  </a:cubicBezTo>
                  <a:cubicBezTo>
                    <a:pt x="449" y="1158"/>
                    <a:pt x="441" y="1159"/>
                    <a:pt x="432" y="1162"/>
                  </a:cubicBezTo>
                  <a:cubicBezTo>
                    <a:pt x="391" y="1177"/>
                    <a:pt x="191" y="1223"/>
                    <a:pt x="145" y="1244"/>
                  </a:cubicBezTo>
                  <a:cubicBezTo>
                    <a:pt x="128" y="1252"/>
                    <a:pt x="101" y="1290"/>
                    <a:pt x="84" y="1336"/>
                  </a:cubicBezTo>
                  <a:cubicBezTo>
                    <a:pt x="36" y="1465"/>
                    <a:pt x="8" y="1776"/>
                    <a:pt x="0" y="1857"/>
                  </a:cubicBezTo>
                  <a:lnTo>
                    <a:pt x="2365" y="18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9664097" y="8422249"/>
            <a:ext cx="635525" cy="637139"/>
            <a:chOff x="10068888" y="4096817"/>
            <a:chExt cx="321234" cy="322050"/>
          </a:xfrm>
        </p:grpSpPr>
        <p:sp>
          <p:nvSpPr>
            <p:cNvPr id="54" name="Oval 63"/>
            <p:cNvSpPr>
              <a:spLocks noChangeArrowheads="1"/>
            </p:cNvSpPr>
            <p:nvPr/>
          </p:nvSpPr>
          <p:spPr bwMode="auto">
            <a:xfrm>
              <a:off x="10068888" y="4096817"/>
              <a:ext cx="321234" cy="3220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  <p:sp>
          <p:nvSpPr>
            <p:cNvPr id="62" name="Freeform 61"/>
            <p:cNvSpPr>
              <a:spLocks/>
            </p:cNvSpPr>
            <p:nvPr/>
          </p:nvSpPr>
          <p:spPr bwMode="auto">
            <a:xfrm>
              <a:off x="10134350" y="4183100"/>
              <a:ext cx="190310" cy="149485"/>
            </a:xfrm>
            <a:custGeom>
              <a:avLst/>
              <a:gdLst>
                <a:gd name="T0" fmla="*/ 2220 w 2365"/>
                <a:gd name="T1" fmla="*/ 1341 h 1857"/>
                <a:gd name="T2" fmla="*/ 1844 w 2365"/>
                <a:gd name="T3" fmla="*/ 1154 h 1857"/>
                <a:gd name="T4" fmla="*/ 1889 w 2365"/>
                <a:gd name="T5" fmla="*/ 1051 h 1857"/>
                <a:gd name="T6" fmla="*/ 2052 w 2365"/>
                <a:gd name="T7" fmla="*/ 892 h 1857"/>
                <a:gd name="T8" fmla="*/ 1985 w 2365"/>
                <a:gd name="T9" fmla="*/ 297 h 1857"/>
                <a:gd name="T10" fmla="*/ 1563 w 2365"/>
                <a:gd name="T11" fmla="*/ 181 h 1857"/>
                <a:gd name="T12" fmla="*/ 1280 w 2365"/>
                <a:gd name="T13" fmla="*/ 843 h 1857"/>
                <a:gd name="T14" fmla="*/ 1531 w 2365"/>
                <a:gd name="T15" fmla="*/ 1088 h 1857"/>
                <a:gd name="T16" fmla="*/ 1473 w 2365"/>
                <a:gd name="T17" fmla="*/ 1231 h 1857"/>
                <a:gd name="T18" fmla="*/ 1229 w 2365"/>
                <a:gd name="T19" fmla="*/ 1244 h 1857"/>
                <a:gd name="T20" fmla="*/ 917 w 2365"/>
                <a:gd name="T21" fmla="*/ 1158 h 1857"/>
                <a:gd name="T22" fmla="*/ 889 w 2365"/>
                <a:gd name="T23" fmla="*/ 1157 h 1857"/>
                <a:gd name="T24" fmla="*/ 857 w 2365"/>
                <a:gd name="T25" fmla="*/ 988 h 1857"/>
                <a:gd name="T26" fmla="*/ 1045 w 2365"/>
                <a:gd name="T27" fmla="*/ 775 h 1857"/>
                <a:gd name="T28" fmla="*/ 1037 w 2365"/>
                <a:gd name="T29" fmla="*/ 555 h 1857"/>
                <a:gd name="T30" fmla="*/ 1057 w 2365"/>
                <a:gd name="T31" fmla="*/ 406 h 1857"/>
                <a:gd name="T32" fmla="*/ 1043 w 2365"/>
                <a:gd name="T33" fmla="*/ 237 h 1857"/>
                <a:gd name="T34" fmla="*/ 1043 w 2365"/>
                <a:gd name="T35" fmla="*/ 157 h 1857"/>
                <a:gd name="T36" fmla="*/ 1027 w 2365"/>
                <a:gd name="T37" fmla="*/ 114 h 1857"/>
                <a:gd name="T38" fmla="*/ 1007 w 2365"/>
                <a:gd name="T39" fmla="*/ 143 h 1857"/>
                <a:gd name="T40" fmla="*/ 996 w 2365"/>
                <a:gd name="T41" fmla="*/ 102 h 1857"/>
                <a:gd name="T42" fmla="*/ 969 w 2365"/>
                <a:gd name="T43" fmla="*/ 67 h 1857"/>
                <a:gd name="T44" fmla="*/ 954 w 2365"/>
                <a:gd name="T45" fmla="*/ 113 h 1857"/>
                <a:gd name="T46" fmla="*/ 943 w 2365"/>
                <a:gd name="T47" fmla="*/ 78 h 1857"/>
                <a:gd name="T48" fmla="*/ 928 w 2365"/>
                <a:gd name="T49" fmla="*/ 45 h 1857"/>
                <a:gd name="T50" fmla="*/ 882 w 2365"/>
                <a:gd name="T51" fmla="*/ 88 h 1857"/>
                <a:gd name="T52" fmla="*/ 835 w 2365"/>
                <a:gd name="T53" fmla="*/ 76 h 1857"/>
                <a:gd name="T54" fmla="*/ 821 w 2365"/>
                <a:gd name="T55" fmla="*/ 32 h 1857"/>
                <a:gd name="T56" fmla="*/ 789 w 2365"/>
                <a:gd name="T57" fmla="*/ 81 h 1857"/>
                <a:gd name="T58" fmla="*/ 764 w 2365"/>
                <a:gd name="T59" fmla="*/ 65 h 1857"/>
                <a:gd name="T60" fmla="*/ 759 w 2365"/>
                <a:gd name="T61" fmla="*/ 0 h 1857"/>
                <a:gd name="T62" fmla="*/ 719 w 2365"/>
                <a:gd name="T63" fmla="*/ 57 h 1857"/>
                <a:gd name="T64" fmla="*/ 577 w 2365"/>
                <a:gd name="T65" fmla="*/ 78 h 1857"/>
                <a:gd name="T66" fmla="*/ 327 w 2365"/>
                <a:gd name="T67" fmla="*/ 335 h 1857"/>
                <a:gd name="T68" fmla="*/ 319 w 2365"/>
                <a:gd name="T69" fmla="*/ 566 h 1857"/>
                <a:gd name="T70" fmla="*/ 338 w 2365"/>
                <a:gd name="T71" fmla="*/ 775 h 1857"/>
                <a:gd name="T72" fmla="*/ 527 w 2365"/>
                <a:gd name="T73" fmla="*/ 988 h 1857"/>
                <a:gd name="T74" fmla="*/ 513 w 2365"/>
                <a:gd name="T75" fmla="*/ 1145 h 1857"/>
                <a:gd name="T76" fmla="*/ 457 w 2365"/>
                <a:gd name="T77" fmla="*/ 1158 h 1857"/>
                <a:gd name="T78" fmla="*/ 145 w 2365"/>
                <a:gd name="T79" fmla="*/ 1244 h 1857"/>
                <a:gd name="T80" fmla="*/ 0 w 2365"/>
                <a:gd name="T81" fmla="*/ 1857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5" h="1857">
                  <a:moveTo>
                    <a:pt x="2365" y="1857"/>
                  </a:moveTo>
                  <a:cubicBezTo>
                    <a:pt x="2345" y="1727"/>
                    <a:pt x="2287" y="1412"/>
                    <a:pt x="2220" y="1341"/>
                  </a:cubicBezTo>
                  <a:cubicBezTo>
                    <a:pt x="2215" y="1336"/>
                    <a:pt x="1913" y="1229"/>
                    <a:pt x="1909" y="1231"/>
                  </a:cubicBezTo>
                  <a:cubicBezTo>
                    <a:pt x="1877" y="1205"/>
                    <a:pt x="1848" y="1175"/>
                    <a:pt x="1844" y="1154"/>
                  </a:cubicBezTo>
                  <a:cubicBezTo>
                    <a:pt x="1841" y="1133"/>
                    <a:pt x="1848" y="1097"/>
                    <a:pt x="1856" y="1065"/>
                  </a:cubicBezTo>
                  <a:cubicBezTo>
                    <a:pt x="1889" y="1051"/>
                    <a:pt x="1889" y="1051"/>
                    <a:pt x="1889" y="1051"/>
                  </a:cubicBezTo>
                  <a:cubicBezTo>
                    <a:pt x="1916" y="1039"/>
                    <a:pt x="1916" y="1039"/>
                    <a:pt x="1916" y="1039"/>
                  </a:cubicBezTo>
                  <a:cubicBezTo>
                    <a:pt x="1920" y="1036"/>
                    <a:pt x="2028" y="986"/>
                    <a:pt x="2052" y="892"/>
                  </a:cubicBezTo>
                  <a:cubicBezTo>
                    <a:pt x="2073" y="810"/>
                    <a:pt x="2078" y="721"/>
                    <a:pt x="2069" y="585"/>
                  </a:cubicBezTo>
                  <a:cubicBezTo>
                    <a:pt x="2060" y="448"/>
                    <a:pt x="2043" y="388"/>
                    <a:pt x="1985" y="297"/>
                  </a:cubicBezTo>
                  <a:cubicBezTo>
                    <a:pt x="1910" y="178"/>
                    <a:pt x="1779" y="199"/>
                    <a:pt x="1779" y="199"/>
                  </a:cubicBezTo>
                  <a:cubicBezTo>
                    <a:pt x="1779" y="199"/>
                    <a:pt x="1652" y="137"/>
                    <a:pt x="1563" y="181"/>
                  </a:cubicBezTo>
                  <a:cubicBezTo>
                    <a:pt x="1474" y="224"/>
                    <a:pt x="1372" y="353"/>
                    <a:pt x="1321" y="495"/>
                  </a:cubicBezTo>
                  <a:cubicBezTo>
                    <a:pt x="1273" y="628"/>
                    <a:pt x="1262" y="791"/>
                    <a:pt x="1280" y="843"/>
                  </a:cubicBezTo>
                  <a:cubicBezTo>
                    <a:pt x="1296" y="892"/>
                    <a:pt x="1403" y="1039"/>
                    <a:pt x="1512" y="1081"/>
                  </a:cubicBezTo>
                  <a:cubicBezTo>
                    <a:pt x="1519" y="1083"/>
                    <a:pt x="1525" y="1086"/>
                    <a:pt x="1531" y="1088"/>
                  </a:cubicBezTo>
                  <a:cubicBezTo>
                    <a:pt x="1536" y="1113"/>
                    <a:pt x="1540" y="1138"/>
                    <a:pt x="1537" y="1154"/>
                  </a:cubicBezTo>
                  <a:cubicBezTo>
                    <a:pt x="1534" y="1175"/>
                    <a:pt x="1505" y="1205"/>
                    <a:pt x="1473" y="1231"/>
                  </a:cubicBezTo>
                  <a:cubicBezTo>
                    <a:pt x="1469" y="1229"/>
                    <a:pt x="1315" y="1275"/>
                    <a:pt x="1267" y="1288"/>
                  </a:cubicBezTo>
                  <a:cubicBezTo>
                    <a:pt x="1254" y="1265"/>
                    <a:pt x="1240" y="1249"/>
                    <a:pt x="1229" y="1244"/>
                  </a:cubicBezTo>
                  <a:cubicBezTo>
                    <a:pt x="1183" y="1223"/>
                    <a:pt x="983" y="1177"/>
                    <a:pt x="942" y="1162"/>
                  </a:cubicBezTo>
                  <a:cubicBezTo>
                    <a:pt x="933" y="1159"/>
                    <a:pt x="925" y="1158"/>
                    <a:pt x="917" y="1158"/>
                  </a:cubicBezTo>
                  <a:cubicBezTo>
                    <a:pt x="909" y="1158"/>
                    <a:pt x="902" y="1159"/>
                    <a:pt x="898" y="1161"/>
                  </a:cubicBezTo>
                  <a:cubicBezTo>
                    <a:pt x="895" y="1159"/>
                    <a:pt x="892" y="1158"/>
                    <a:pt x="889" y="1157"/>
                  </a:cubicBezTo>
                  <a:cubicBezTo>
                    <a:pt x="881" y="1153"/>
                    <a:pt x="876" y="1149"/>
                    <a:pt x="873" y="1147"/>
                  </a:cubicBezTo>
                  <a:cubicBezTo>
                    <a:pt x="871" y="1141"/>
                    <a:pt x="864" y="1113"/>
                    <a:pt x="857" y="988"/>
                  </a:cubicBezTo>
                  <a:cubicBezTo>
                    <a:pt x="910" y="940"/>
                    <a:pt x="959" y="878"/>
                    <a:pt x="982" y="809"/>
                  </a:cubicBezTo>
                  <a:cubicBezTo>
                    <a:pt x="1000" y="806"/>
                    <a:pt x="1026" y="797"/>
                    <a:pt x="1045" y="775"/>
                  </a:cubicBezTo>
                  <a:cubicBezTo>
                    <a:pt x="1076" y="741"/>
                    <a:pt x="1098" y="662"/>
                    <a:pt x="1079" y="593"/>
                  </a:cubicBezTo>
                  <a:cubicBezTo>
                    <a:pt x="1070" y="560"/>
                    <a:pt x="1049" y="555"/>
                    <a:pt x="1037" y="555"/>
                  </a:cubicBezTo>
                  <a:cubicBezTo>
                    <a:pt x="1037" y="555"/>
                    <a:pt x="1037" y="555"/>
                    <a:pt x="1037" y="555"/>
                  </a:cubicBezTo>
                  <a:cubicBezTo>
                    <a:pt x="1046" y="512"/>
                    <a:pt x="1060" y="441"/>
                    <a:pt x="1057" y="406"/>
                  </a:cubicBezTo>
                  <a:cubicBezTo>
                    <a:pt x="1053" y="359"/>
                    <a:pt x="1036" y="291"/>
                    <a:pt x="1034" y="281"/>
                  </a:cubicBezTo>
                  <a:cubicBezTo>
                    <a:pt x="1035" y="276"/>
                    <a:pt x="1040" y="258"/>
                    <a:pt x="1043" y="237"/>
                  </a:cubicBezTo>
                  <a:cubicBezTo>
                    <a:pt x="1047" y="215"/>
                    <a:pt x="1044" y="201"/>
                    <a:pt x="1043" y="196"/>
                  </a:cubicBezTo>
                  <a:cubicBezTo>
                    <a:pt x="1043" y="192"/>
                    <a:pt x="1044" y="172"/>
                    <a:pt x="1043" y="157"/>
                  </a:cubicBezTo>
                  <a:cubicBezTo>
                    <a:pt x="1041" y="141"/>
                    <a:pt x="1032" y="123"/>
                    <a:pt x="1031" y="122"/>
                  </a:cubicBezTo>
                  <a:cubicBezTo>
                    <a:pt x="1027" y="114"/>
                    <a:pt x="1027" y="114"/>
                    <a:pt x="1027" y="114"/>
                  </a:cubicBezTo>
                  <a:cubicBezTo>
                    <a:pt x="1022" y="121"/>
                    <a:pt x="1022" y="121"/>
                    <a:pt x="1022" y="121"/>
                  </a:cubicBezTo>
                  <a:cubicBezTo>
                    <a:pt x="1022" y="121"/>
                    <a:pt x="1013" y="134"/>
                    <a:pt x="1007" y="143"/>
                  </a:cubicBezTo>
                  <a:cubicBezTo>
                    <a:pt x="1005" y="146"/>
                    <a:pt x="1001" y="148"/>
                    <a:pt x="997" y="150"/>
                  </a:cubicBezTo>
                  <a:cubicBezTo>
                    <a:pt x="999" y="136"/>
                    <a:pt x="1000" y="111"/>
                    <a:pt x="996" y="102"/>
                  </a:cubicBezTo>
                  <a:cubicBezTo>
                    <a:pt x="990" y="91"/>
                    <a:pt x="978" y="77"/>
                    <a:pt x="977" y="76"/>
                  </a:cubicBezTo>
                  <a:cubicBezTo>
                    <a:pt x="969" y="67"/>
                    <a:pt x="969" y="67"/>
                    <a:pt x="969" y="67"/>
                  </a:cubicBezTo>
                  <a:cubicBezTo>
                    <a:pt x="968" y="79"/>
                    <a:pt x="968" y="79"/>
                    <a:pt x="968" y="79"/>
                  </a:cubicBezTo>
                  <a:cubicBezTo>
                    <a:pt x="967" y="86"/>
                    <a:pt x="963" y="107"/>
                    <a:pt x="954" y="113"/>
                  </a:cubicBezTo>
                  <a:cubicBezTo>
                    <a:pt x="950" y="116"/>
                    <a:pt x="946" y="117"/>
                    <a:pt x="943" y="116"/>
                  </a:cubicBezTo>
                  <a:cubicBezTo>
                    <a:pt x="944" y="107"/>
                    <a:pt x="946" y="86"/>
                    <a:pt x="943" y="78"/>
                  </a:cubicBezTo>
                  <a:cubicBezTo>
                    <a:pt x="939" y="69"/>
                    <a:pt x="932" y="53"/>
                    <a:pt x="932" y="5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23" y="52"/>
                    <a:pt x="923" y="52"/>
                    <a:pt x="923" y="52"/>
                  </a:cubicBezTo>
                  <a:cubicBezTo>
                    <a:pt x="923" y="52"/>
                    <a:pt x="904" y="76"/>
                    <a:pt x="882" y="88"/>
                  </a:cubicBezTo>
                  <a:cubicBezTo>
                    <a:pt x="866" y="96"/>
                    <a:pt x="841" y="101"/>
                    <a:pt x="828" y="103"/>
                  </a:cubicBezTo>
                  <a:cubicBezTo>
                    <a:pt x="831" y="96"/>
                    <a:pt x="835" y="84"/>
                    <a:pt x="835" y="76"/>
                  </a:cubicBezTo>
                  <a:cubicBezTo>
                    <a:pt x="835" y="63"/>
                    <a:pt x="826" y="43"/>
                    <a:pt x="825" y="42"/>
                  </a:cubicBezTo>
                  <a:cubicBezTo>
                    <a:pt x="821" y="32"/>
                    <a:pt x="821" y="32"/>
                    <a:pt x="821" y="32"/>
                  </a:cubicBezTo>
                  <a:cubicBezTo>
                    <a:pt x="816" y="42"/>
                    <a:pt x="816" y="42"/>
                    <a:pt x="816" y="42"/>
                  </a:cubicBezTo>
                  <a:cubicBezTo>
                    <a:pt x="811" y="50"/>
                    <a:pt x="798" y="74"/>
                    <a:pt x="789" y="81"/>
                  </a:cubicBezTo>
                  <a:cubicBezTo>
                    <a:pt x="783" y="85"/>
                    <a:pt x="767" y="88"/>
                    <a:pt x="754" y="90"/>
                  </a:cubicBezTo>
                  <a:cubicBezTo>
                    <a:pt x="758" y="84"/>
                    <a:pt x="762" y="76"/>
                    <a:pt x="764" y="65"/>
                  </a:cubicBezTo>
                  <a:cubicBezTo>
                    <a:pt x="767" y="39"/>
                    <a:pt x="764" y="21"/>
                    <a:pt x="764" y="20"/>
                  </a:cubicBezTo>
                  <a:cubicBezTo>
                    <a:pt x="759" y="0"/>
                    <a:pt x="759" y="0"/>
                    <a:pt x="759" y="0"/>
                  </a:cubicBezTo>
                  <a:cubicBezTo>
                    <a:pt x="753" y="20"/>
                    <a:pt x="753" y="20"/>
                    <a:pt x="753" y="20"/>
                  </a:cubicBezTo>
                  <a:cubicBezTo>
                    <a:pt x="753" y="20"/>
                    <a:pt x="745" y="46"/>
                    <a:pt x="719" y="57"/>
                  </a:cubicBezTo>
                  <a:cubicBezTo>
                    <a:pt x="696" y="67"/>
                    <a:pt x="664" y="70"/>
                    <a:pt x="610" y="75"/>
                  </a:cubicBezTo>
                  <a:cubicBezTo>
                    <a:pt x="600" y="76"/>
                    <a:pt x="589" y="77"/>
                    <a:pt x="577" y="78"/>
                  </a:cubicBezTo>
                  <a:cubicBezTo>
                    <a:pt x="502" y="85"/>
                    <a:pt x="389" y="180"/>
                    <a:pt x="355" y="218"/>
                  </a:cubicBezTo>
                  <a:cubicBezTo>
                    <a:pt x="324" y="253"/>
                    <a:pt x="326" y="323"/>
                    <a:pt x="327" y="335"/>
                  </a:cubicBezTo>
                  <a:cubicBezTo>
                    <a:pt x="322" y="344"/>
                    <a:pt x="298" y="398"/>
                    <a:pt x="298" y="439"/>
                  </a:cubicBezTo>
                  <a:cubicBezTo>
                    <a:pt x="298" y="468"/>
                    <a:pt x="311" y="529"/>
                    <a:pt x="319" y="566"/>
                  </a:cubicBezTo>
                  <a:cubicBezTo>
                    <a:pt x="314" y="572"/>
                    <a:pt x="308" y="581"/>
                    <a:pt x="305" y="593"/>
                  </a:cubicBezTo>
                  <a:cubicBezTo>
                    <a:pt x="286" y="662"/>
                    <a:pt x="307" y="741"/>
                    <a:pt x="338" y="775"/>
                  </a:cubicBezTo>
                  <a:cubicBezTo>
                    <a:pt x="358" y="797"/>
                    <a:pt x="384" y="806"/>
                    <a:pt x="402" y="809"/>
                  </a:cubicBezTo>
                  <a:cubicBezTo>
                    <a:pt x="425" y="878"/>
                    <a:pt x="474" y="941"/>
                    <a:pt x="527" y="988"/>
                  </a:cubicBezTo>
                  <a:cubicBezTo>
                    <a:pt x="527" y="991"/>
                    <a:pt x="527" y="993"/>
                    <a:pt x="526" y="997"/>
                  </a:cubicBezTo>
                  <a:cubicBezTo>
                    <a:pt x="523" y="1101"/>
                    <a:pt x="517" y="1135"/>
                    <a:pt x="513" y="1145"/>
                  </a:cubicBezTo>
                  <a:cubicBezTo>
                    <a:pt x="506" y="1148"/>
                    <a:pt x="493" y="1154"/>
                    <a:pt x="476" y="1161"/>
                  </a:cubicBezTo>
                  <a:cubicBezTo>
                    <a:pt x="472" y="1159"/>
                    <a:pt x="466" y="1158"/>
                    <a:pt x="457" y="1158"/>
                  </a:cubicBezTo>
                  <a:cubicBezTo>
                    <a:pt x="449" y="1158"/>
                    <a:pt x="441" y="1159"/>
                    <a:pt x="432" y="1162"/>
                  </a:cubicBezTo>
                  <a:cubicBezTo>
                    <a:pt x="391" y="1177"/>
                    <a:pt x="191" y="1223"/>
                    <a:pt x="145" y="1244"/>
                  </a:cubicBezTo>
                  <a:cubicBezTo>
                    <a:pt x="128" y="1252"/>
                    <a:pt x="101" y="1290"/>
                    <a:pt x="84" y="1336"/>
                  </a:cubicBezTo>
                  <a:cubicBezTo>
                    <a:pt x="36" y="1465"/>
                    <a:pt x="8" y="1776"/>
                    <a:pt x="0" y="1857"/>
                  </a:cubicBezTo>
                  <a:lnTo>
                    <a:pt x="2365" y="18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21051283" y="7546386"/>
            <a:ext cx="729079" cy="730693"/>
            <a:chOff x="10770059" y="3654101"/>
            <a:chExt cx="368522" cy="369338"/>
          </a:xfrm>
        </p:grpSpPr>
        <p:sp>
          <p:nvSpPr>
            <p:cNvPr id="55" name="Freeform 64"/>
            <p:cNvSpPr>
              <a:spLocks/>
            </p:cNvSpPr>
            <p:nvPr/>
          </p:nvSpPr>
          <p:spPr bwMode="auto">
            <a:xfrm>
              <a:off x="10770059" y="3654101"/>
              <a:ext cx="368522" cy="369338"/>
            </a:xfrm>
            <a:custGeom>
              <a:avLst/>
              <a:gdLst>
                <a:gd name="T0" fmla="*/ 23 w 191"/>
                <a:gd name="T1" fmla="*/ 54 h 191"/>
                <a:gd name="T2" fmla="*/ 54 w 191"/>
                <a:gd name="T3" fmla="*/ 168 h 191"/>
                <a:gd name="T4" fmla="*/ 168 w 191"/>
                <a:gd name="T5" fmla="*/ 137 h 191"/>
                <a:gd name="T6" fmla="*/ 138 w 191"/>
                <a:gd name="T7" fmla="*/ 23 h 191"/>
                <a:gd name="T8" fmla="*/ 23 w 191"/>
                <a:gd name="T9" fmla="*/ 5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91">
                  <a:moveTo>
                    <a:pt x="23" y="54"/>
                  </a:moveTo>
                  <a:cubicBezTo>
                    <a:pt x="0" y="94"/>
                    <a:pt x="14" y="145"/>
                    <a:pt x="54" y="168"/>
                  </a:cubicBezTo>
                  <a:cubicBezTo>
                    <a:pt x="94" y="191"/>
                    <a:pt x="145" y="177"/>
                    <a:pt x="168" y="137"/>
                  </a:cubicBezTo>
                  <a:cubicBezTo>
                    <a:pt x="191" y="97"/>
                    <a:pt x="177" y="46"/>
                    <a:pt x="138" y="23"/>
                  </a:cubicBezTo>
                  <a:cubicBezTo>
                    <a:pt x="98" y="0"/>
                    <a:pt x="47" y="14"/>
                    <a:pt x="23" y="5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10859165" y="3764028"/>
              <a:ext cx="190310" cy="149485"/>
            </a:xfrm>
            <a:custGeom>
              <a:avLst/>
              <a:gdLst>
                <a:gd name="T0" fmla="*/ 2220 w 2365"/>
                <a:gd name="T1" fmla="*/ 1341 h 1857"/>
                <a:gd name="T2" fmla="*/ 1844 w 2365"/>
                <a:gd name="T3" fmla="*/ 1154 h 1857"/>
                <a:gd name="T4" fmla="*/ 1889 w 2365"/>
                <a:gd name="T5" fmla="*/ 1051 h 1857"/>
                <a:gd name="T6" fmla="*/ 2052 w 2365"/>
                <a:gd name="T7" fmla="*/ 892 h 1857"/>
                <a:gd name="T8" fmla="*/ 1985 w 2365"/>
                <a:gd name="T9" fmla="*/ 297 h 1857"/>
                <a:gd name="T10" fmla="*/ 1563 w 2365"/>
                <a:gd name="T11" fmla="*/ 181 h 1857"/>
                <a:gd name="T12" fmla="*/ 1280 w 2365"/>
                <a:gd name="T13" fmla="*/ 843 h 1857"/>
                <a:gd name="T14" fmla="*/ 1531 w 2365"/>
                <a:gd name="T15" fmla="*/ 1088 h 1857"/>
                <a:gd name="T16" fmla="*/ 1473 w 2365"/>
                <a:gd name="T17" fmla="*/ 1231 h 1857"/>
                <a:gd name="T18" fmla="*/ 1229 w 2365"/>
                <a:gd name="T19" fmla="*/ 1244 h 1857"/>
                <a:gd name="T20" fmla="*/ 917 w 2365"/>
                <a:gd name="T21" fmla="*/ 1158 h 1857"/>
                <a:gd name="T22" fmla="*/ 889 w 2365"/>
                <a:gd name="T23" fmla="*/ 1157 h 1857"/>
                <a:gd name="T24" fmla="*/ 857 w 2365"/>
                <a:gd name="T25" fmla="*/ 988 h 1857"/>
                <a:gd name="T26" fmla="*/ 1045 w 2365"/>
                <a:gd name="T27" fmla="*/ 775 h 1857"/>
                <a:gd name="T28" fmla="*/ 1037 w 2365"/>
                <a:gd name="T29" fmla="*/ 555 h 1857"/>
                <a:gd name="T30" fmla="*/ 1057 w 2365"/>
                <a:gd name="T31" fmla="*/ 406 h 1857"/>
                <a:gd name="T32" fmla="*/ 1043 w 2365"/>
                <a:gd name="T33" fmla="*/ 237 h 1857"/>
                <a:gd name="T34" fmla="*/ 1043 w 2365"/>
                <a:gd name="T35" fmla="*/ 157 h 1857"/>
                <a:gd name="T36" fmla="*/ 1027 w 2365"/>
                <a:gd name="T37" fmla="*/ 114 h 1857"/>
                <a:gd name="T38" fmla="*/ 1007 w 2365"/>
                <a:gd name="T39" fmla="*/ 143 h 1857"/>
                <a:gd name="T40" fmla="*/ 996 w 2365"/>
                <a:gd name="T41" fmla="*/ 102 h 1857"/>
                <a:gd name="T42" fmla="*/ 969 w 2365"/>
                <a:gd name="T43" fmla="*/ 67 h 1857"/>
                <a:gd name="T44" fmla="*/ 954 w 2365"/>
                <a:gd name="T45" fmla="*/ 113 h 1857"/>
                <a:gd name="T46" fmla="*/ 943 w 2365"/>
                <a:gd name="T47" fmla="*/ 78 h 1857"/>
                <a:gd name="T48" fmla="*/ 928 w 2365"/>
                <a:gd name="T49" fmla="*/ 45 h 1857"/>
                <a:gd name="T50" fmla="*/ 882 w 2365"/>
                <a:gd name="T51" fmla="*/ 88 h 1857"/>
                <a:gd name="T52" fmla="*/ 835 w 2365"/>
                <a:gd name="T53" fmla="*/ 76 h 1857"/>
                <a:gd name="T54" fmla="*/ 821 w 2365"/>
                <a:gd name="T55" fmla="*/ 32 h 1857"/>
                <a:gd name="T56" fmla="*/ 789 w 2365"/>
                <a:gd name="T57" fmla="*/ 81 h 1857"/>
                <a:gd name="T58" fmla="*/ 764 w 2365"/>
                <a:gd name="T59" fmla="*/ 65 h 1857"/>
                <a:gd name="T60" fmla="*/ 759 w 2365"/>
                <a:gd name="T61" fmla="*/ 0 h 1857"/>
                <a:gd name="T62" fmla="*/ 719 w 2365"/>
                <a:gd name="T63" fmla="*/ 57 h 1857"/>
                <a:gd name="T64" fmla="*/ 577 w 2365"/>
                <a:gd name="T65" fmla="*/ 78 h 1857"/>
                <a:gd name="T66" fmla="*/ 327 w 2365"/>
                <a:gd name="T67" fmla="*/ 335 h 1857"/>
                <a:gd name="T68" fmla="*/ 319 w 2365"/>
                <a:gd name="T69" fmla="*/ 566 h 1857"/>
                <a:gd name="T70" fmla="*/ 338 w 2365"/>
                <a:gd name="T71" fmla="*/ 775 h 1857"/>
                <a:gd name="T72" fmla="*/ 527 w 2365"/>
                <a:gd name="T73" fmla="*/ 988 h 1857"/>
                <a:gd name="T74" fmla="*/ 513 w 2365"/>
                <a:gd name="T75" fmla="*/ 1145 h 1857"/>
                <a:gd name="T76" fmla="*/ 457 w 2365"/>
                <a:gd name="T77" fmla="*/ 1158 h 1857"/>
                <a:gd name="T78" fmla="*/ 145 w 2365"/>
                <a:gd name="T79" fmla="*/ 1244 h 1857"/>
                <a:gd name="T80" fmla="*/ 0 w 2365"/>
                <a:gd name="T81" fmla="*/ 1857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5" h="1857">
                  <a:moveTo>
                    <a:pt x="2365" y="1857"/>
                  </a:moveTo>
                  <a:cubicBezTo>
                    <a:pt x="2345" y="1727"/>
                    <a:pt x="2287" y="1412"/>
                    <a:pt x="2220" y="1341"/>
                  </a:cubicBezTo>
                  <a:cubicBezTo>
                    <a:pt x="2215" y="1336"/>
                    <a:pt x="1913" y="1229"/>
                    <a:pt x="1909" y="1231"/>
                  </a:cubicBezTo>
                  <a:cubicBezTo>
                    <a:pt x="1877" y="1205"/>
                    <a:pt x="1848" y="1175"/>
                    <a:pt x="1844" y="1154"/>
                  </a:cubicBezTo>
                  <a:cubicBezTo>
                    <a:pt x="1841" y="1133"/>
                    <a:pt x="1848" y="1097"/>
                    <a:pt x="1856" y="1065"/>
                  </a:cubicBezTo>
                  <a:cubicBezTo>
                    <a:pt x="1889" y="1051"/>
                    <a:pt x="1889" y="1051"/>
                    <a:pt x="1889" y="1051"/>
                  </a:cubicBezTo>
                  <a:cubicBezTo>
                    <a:pt x="1916" y="1039"/>
                    <a:pt x="1916" y="1039"/>
                    <a:pt x="1916" y="1039"/>
                  </a:cubicBezTo>
                  <a:cubicBezTo>
                    <a:pt x="1920" y="1036"/>
                    <a:pt x="2028" y="986"/>
                    <a:pt x="2052" y="892"/>
                  </a:cubicBezTo>
                  <a:cubicBezTo>
                    <a:pt x="2073" y="810"/>
                    <a:pt x="2078" y="721"/>
                    <a:pt x="2069" y="585"/>
                  </a:cubicBezTo>
                  <a:cubicBezTo>
                    <a:pt x="2060" y="448"/>
                    <a:pt x="2043" y="388"/>
                    <a:pt x="1985" y="297"/>
                  </a:cubicBezTo>
                  <a:cubicBezTo>
                    <a:pt x="1910" y="178"/>
                    <a:pt x="1779" y="199"/>
                    <a:pt x="1779" y="199"/>
                  </a:cubicBezTo>
                  <a:cubicBezTo>
                    <a:pt x="1779" y="199"/>
                    <a:pt x="1652" y="137"/>
                    <a:pt x="1563" y="181"/>
                  </a:cubicBezTo>
                  <a:cubicBezTo>
                    <a:pt x="1474" y="224"/>
                    <a:pt x="1372" y="353"/>
                    <a:pt x="1321" y="495"/>
                  </a:cubicBezTo>
                  <a:cubicBezTo>
                    <a:pt x="1273" y="628"/>
                    <a:pt x="1262" y="791"/>
                    <a:pt x="1280" y="843"/>
                  </a:cubicBezTo>
                  <a:cubicBezTo>
                    <a:pt x="1296" y="892"/>
                    <a:pt x="1403" y="1039"/>
                    <a:pt x="1512" y="1081"/>
                  </a:cubicBezTo>
                  <a:cubicBezTo>
                    <a:pt x="1519" y="1083"/>
                    <a:pt x="1525" y="1086"/>
                    <a:pt x="1531" y="1088"/>
                  </a:cubicBezTo>
                  <a:cubicBezTo>
                    <a:pt x="1536" y="1113"/>
                    <a:pt x="1540" y="1138"/>
                    <a:pt x="1537" y="1154"/>
                  </a:cubicBezTo>
                  <a:cubicBezTo>
                    <a:pt x="1534" y="1175"/>
                    <a:pt x="1505" y="1205"/>
                    <a:pt x="1473" y="1231"/>
                  </a:cubicBezTo>
                  <a:cubicBezTo>
                    <a:pt x="1469" y="1229"/>
                    <a:pt x="1315" y="1275"/>
                    <a:pt x="1267" y="1288"/>
                  </a:cubicBezTo>
                  <a:cubicBezTo>
                    <a:pt x="1254" y="1265"/>
                    <a:pt x="1240" y="1249"/>
                    <a:pt x="1229" y="1244"/>
                  </a:cubicBezTo>
                  <a:cubicBezTo>
                    <a:pt x="1183" y="1223"/>
                    <a:pt x="983" y="1177"/>
                    <a:pt x="942" y="1162"/>
                  </a:cubicBezTo>
                  <a:cubicBezTo>
                    <a:pt x="933" y="1159"/>
                    <a:pt x="925" y="1158"/>
                    <a:pt x="917" y="1158"/>
                  </a:cubicBezTo>
                  <a:cubicBezTo>
                    <a:pt x="909" y="1158"/>
                    <a:pt x="902" y="1159"/>
                    <a:pt x="898" y="1161"/>
                  </a:cubicBezTo>
                  <a:cubicBezTo>
                    <a:pt x="895" y="1159"/>
                    <a:pt x="892" y="1158"/>
                    <a:pt x="889" y="1157"/>
                  </a:cubicBezTo>
                  <a:cubicBezTo>
                    <a:pt x="881" y="1153"/>
                    <a:pt x="876" y="1149"/>
                    <a:pt x="873" y="1147"/>
                  </a:cubicBezTo>
                  <a:cubicBezTo>
                    <a:pt x="871" y="1141"/>
                    <a:pt x="864" y="1113"/>
                    <a:pt x="857" y="988"/>
                  </a:cubicBezTo>
                  <a:cubicBezTo>
                    <a:pt x="910" y="940"/>
                    <a:pt x="959" y="878"/>
                    <a:pt x="982" y="809"/>
                  </a:cubicBezTo>
                  <a:cubicBezTo>
                    <a:pt x="1000" y="806"/>
                    <a:pt x="1026" y="797"/>
                    <a:pt x="1045" y="775"/>
                  </a:cubicBezTo>
                  <a:cubicBezTo>
                    <a:pt x="1076" y="741"/>
                    <a:pt x="1098" y="662"/>
                    <a:pt x="1079" y="593"/>
                  </a:cubicBezTo>
                  <a:cubicBezTo>
                    <a:pt x="1070" y="560"/>
                    <a:pt x="1049" y="555"/>
                    <a:pt x="1037" y="555"/>
                  </a:cubicBezTo>
                  <a:cubicBezTo>
                    <a:pt x="1037" y="555"/>
                    <a:pt x="1037" y="555"/>
                    <a:pt x="1037" y="555"/>
                  </a:cubicBezTo>
                  <a:cubicBezTo>
                    <a:pt x="1046" y="512"/>
                    <a:pt x="1060" y="441"/>
                    <a:pt x="1057" y="406"/>
                  </a:cubicBezTo>
                  <a:cubicBezTo>
                    <a:pt x="1053" y="359"/>
                    <a:pt x="1036" y="291"/>
                    <a:pt x="1034" y="281"/>
                  </a:cubicBezTo>
                  <a:cubicBezTo>
                    <a:pt x="1035" y="276"/>
                    <a:pt x="1040" y="258"/>
                    <a:pt x="1043" y="237"/>
                  </a:cubicBezTo>
                  <a:cubicBezTo>
                    <a:pt x="1047" y="215"/>
                    <a:pt x="1044" y="201"/>
                    <a:pt x="1043" y="196"/>
                  </a:cubicBezTo>
                  <a:cubicBezTo>
                    <a:pt x="1043" y="192"/>
                    <a:pt x="1044" y="172"/>
                    <a:pt x="1043" y="157"/>
                  </a:cubicBezTo>
                  <a:cubicBezTo>
                    <a:pt x="1041" y="141"/>
                    <a:pt x="1032" y="123"/>
                    <a:pt x="1031" y="122"/>
                  </a:cubicBezTo>
                  <a:cubicBezTo>
                    <a:pt x="1027" y="114"/>
                    <a:pt x="1027" y="114"/>
                    <a:pt x="1027" y="114"/>
                  </a:cubicBezTo>
                  <a:cubicBezTo>
                    <a:pt x="1022" y="121"/>
                    <a:pt x="1022" y="121"/>
                    <a:pt x="1022" y="121"/>
                  </a:cubicBezTo>
                  <a:cubicBezTo>
                    <a:pt x="1022" y="121"/>
                    <a:pt x="1013" y="134"/>
                    <a:pt x="1007" y="143"/>
                  </a:cubicBezTo>
                  <a:cubicBezTo>
                    <a:pt x="1005" y="146"/>
                    <a:pt x="1001" y="148"/>
                    <a:pt x="997" y="150"/>
                  </a:cubicBezTo>
                  <a:cubicBezTo>
                    <a:pt x="999" y="136"/>
                    <a:pt x="1000" y="111"/>
                    <a:pt x="996" y="102"/>
                  </a:cubicBezTo>
                  <a:cubicBezTo>
                    <a:pt x="990" y="91"/>
                    <a:pt x="978" y="77"/>
                    <a:pt x="977" y="76"/>
                  </a:cubicBezTo>
                  <a:cubicBezTo>
                    <a:pt x="969" y="67"/>
                    <a:pt x="969" y="67"/>
                    <a:pt x="969" y="67"/>
                  </a:cubicBezTo>
                  <a:cubicBezTo>
                    <a:pt x="968" y="79"/>
                    <a:pt x="968" y="79"/>
                    <a:pt x="968" y="79"/>
                  </a:cubicBezTo>
                  <a:cubicBezTo>
                    <a:pt x="967" y="86"/>
                    <a:pt x="963" y="107"/>
                    <a:pt x="954" y="113"/>
                  </a:cubicBezTo>
                  <a:cubicBezTo>
                    <a:pt x="950" y="116"/>
                    <a:pt x="946" y="117"/>
                    <a:pt x="943" y="116"/>
                  </a:cubicBezTo>
                  <a:cubicBezTo>
                    <a:pt x="944" y="107"/>
                    <a:pt x="946" y="86"/>
                    <a:pt x="943" y="78"/>
                  </a:cubicBezTo>
                  <a:cubicBezTo>
                    <a:pt x="939" y="69"/>
                    <a:pt x="932" y="53"/>
                    <a:pt x="932" y="5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23" y="52"/>
                    <a:pt x="923" y="52"/>
                    <a:pt x="923" y="52"/>
                  </a:cubicBezTo>
                  <a:cubicBezTo>
                    <a:pt x="923" y="52"/>
                    <a:pt x="904" y="76"/>
                    <a:pt x="882" y="88"/>
                  </a:cubicBezTo>
                  <a:cubicBezTo>
                    <a:pt x="866" y="96"/>
                    <a:pt x="841" y="101"/>
                    <a:pt x="828" y="103"/>
                  </a:cubicBezTo>
                  <a:cubicBezTo>
                    <a:pt x="831" y="96"/>
                    <a:pt x="835" y="84"/>
                    <a:pt x="835" y="76"/>
                  </a:cubicBezTo>
                  <a:cubicBezTo>
                    <a:pt x="835" y="63"/>
                    <a:pt x="826" y="43"/>
                    <a:pt x="825" y="42"/>
                  </a:cubicBezTo>
                  <a:cubicBezTo>
                    <a:pt x="821" y="32"/>
                    <a:pt x="821" y="32"/>
                    <a:pt x="821" y="32"/>
                  </a:cubicBezTo>
                  <a:cubicBezTo>
                    <a:pt x="816" y="42"/>
                    <a:pt x="816" y="42"/>
                    <a:pt x="816" y="42"/>
                  </a:cubicBezTo>
                  <a:cubicBezTo>
                    <a:pt x="811" y="50"/>
                    <a:pt x="798" y="74"/>
                    <a:pt x="789" y="81"/>
                  </a:cubicBezTo>
                  <a:cubicBezTo>
                    <a:pt x="783" y="85"/>
                    <a:pt x="767" y="88"/>
                    <a:pt x="754" y="90"/>
                  </a:cubicBezTo>
                  <a:cubicBezTo>
                    <a:pt x="758" y="84"/>
                    <a:pt x="762" y="76"/>
                    <a:pt x="764" y="65"/>
                  </a:cubicBezTo>
                  <a:cubicBezTo>
                    <a:pt x="767" y="39"/>
                    <a:pt x="764" y="21"/>
                    <a:pt x="764" y="20"/>
                  </a:cubicBezTo>
                  <a:cubicBezTo>
                    <a:pt x="759" y="0"/>
                    <a:pt x="759" y="0"/>
                    <a:pt x="759" y="0"/>
                  </a:cubicBezTo>
                  <a:cubicBezTo>
                    <a:pt x="753" y="20"/>
                    <a:pt x="753" y="20"/>
                    <a:pt x="753" y="20"/>
                  </a:cubicBezTo>
                  <a:cubicBezTo>
                    <a:pt x="753" y="20"/>
                    <a:pt x="745" y="46"/>
                    <a:pt x="719" y="57"/>
                  </a:cubicBezTo>
                  <a:cubicBezTo>
                    <a:pt x="696" y="67"/>
                    <a:pt x="664" y="70"/>
                    <a:pt x="610" y="75"/>
                  </a:cubicBezTo>
                  <a:cubicBezTo>
                    <a:pt x="600" y="76"/>
                    <a:pt x="589" y="77"/>
                    <a:pt x="577" y="78"/>
                  </a:cubicBezTo>
                  <a:cubicBezTo>
                    <a:pt x="502" y="85"/>
                    <a:pt x="389" y="180"/>
                    <a:pt x="355" y="218"/>
                  </a:cubicBezTo>
                  <a:cubicBezTo>
                    <a:pt x="324" y="253"/>
                    <a:pt x="326" y="323"/>
                    <a:pt x="327" y="335"/>
                  </a:cubicBezTo>
                  <a:cubicBezTo>
                    <a:pt x="322" y="344"/>
                    <a:pt x="298" y="398"/>
                    <a:pt x="298" y="439"/>
                  </a:cubicBezTo>
                  <a:cubicBezTo>
                    <a:pt x="298" y="468"/>
                    <a:pt x="311" y="529"/>
                    <a:pt x="319" y="566"/>
                  </a:cubicBezTo>
                  <a:cubicBezTo>
                    <a:pt x="314" y="572"/>
                    <a:pt x="308" y="581"/>
                    <a:pt x="305" y="593"/>
                  </a:cubicBezTo>
                  <a:cubicBezTo>
                    <a:pt x="286" y="662"/>
                    <a:pt x="307" y="741"/>
                    <a:pt x="338" y="775"/>
                  </a:cubicBezTo>
                  <a:cubicBezTo>
                    <a:pt x="358" y="797"/>
                    <a:pt x="384" y="806"/>
                    <a:pt x="402" y="809"/>
                  </a:cubicBezTo>
                  <a:cubicBezTo>
                    <a:pt x="425" y="878"/>
                    <a:pt x="474" y="941"/>
                    <a:pt x="527" y="988"/>
                  </a:cubicBezTo>
                  <a:cubicBezTo>
                    <a:pt x="527" y="991"/>
                    <a:pt x="527" y="993"/>
                    <a:pt x="526" y="997"/>
                  </a:cubicBezTo>
                  <a:cubicBezTo>
                    <a:pt x="523" y="1101"/>
                    <a:pt x="517" y="1135"/>
                    <a:pt x="513" y="1145"/>
                  </a:cubicBezTo>
                  <a:cubicBezTo>
                    <a:pt x="506" y="1148"/>
                    <a:pt x="493" y="1154"/>
                    <a:pt x="476" y="1161"/>
                  </a:cubicBezTo>
                  <a:cubicBezTo>
                    <a:pt x="472" y="1159"/>
                    <a:pt x="466" y="1158"/>
                    <a:pt x="457" y="1158"/>
                  </a:cubicBezTo>
                  <a:cubicBezTo>
                    <a:pt x="449" y="1158"/>
                    <a:pt x="441" y="1159"/>
                    <a:pt x="432" y="1162"/>
                  </a:cubicBezTo>
                  <a:cubicBezTo>
                    <a:pt x="391" y="1177"/>
                    <a:pt x="191" y="1223"/>
                    <a:pt x="145" y="1244"/>
                  </a:cubicBezTo>
                  <a:cubicBezTo>
                    <a:pt x="128" y="1252"/>
                    <a:pt x="101" y="1290"/>
                    <a:pt x="84" y="1336"/>
                  </a:cubicBezTo>
                  <a:cubicBezTo>
                    <a:pt x="36" y="1465"/>
                    <a:pt x="8" y="1776"/>
                    <a:pt x="0" y="1857"/>
                  </a:cubicBezTo>
                  <a:lnTo>
                    <a:pt x="2365" y="18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21051283" y="5884987"/>
            <a:ext cx="729079" cy="730693"/>
            <a:chOff x="10770059" y="2814326"/>
            <a:chExt cx="368522" cy="369338"/>
          </a:xfrm>
        </p:grpSpPr>
        <p:sp>
          <p:nvSpPr>
            <p:cNvPr id="56" name="Freeform 65"/>
            <p:cNvSpPr>
              <a:spLocks/>
            </p:cNvSpPr>
            <p:nvPr/>
          </p:nvSpPr>
          <p:spPr bwMode="auto">
            <a:xfrm>
              <a:off x="10770059" y="2814326"/>
              <a:ext cx="368522" cy="369338"/>
            </a:xfrm>
            <a:custGeom>
              <a:avLst/>
              <a:gdLst>
                <a:gd name="T0" fmla="*/ 23 w 191"/>
                <a:gd name="T1" fmla="*/ 137 h 191"/>
                <a:gd name="T2" fmla="*/ 138 w 191"/>
                <a:gd name="T3" fmla="*/ 168 h 191"/>
                <a:gd name="T4" fmla="*/ 168 w 191"/>
                <a:gd name="T5" fmla="*/ 54 h 191"/>
                <a:gd name="T6" fmla="*/ 54 w 191"/>
                <a:gd name="T7" fmla="*/ 23 h 191"/>
                <a:gd name="T8" fmla="*/ 23 w 191"/>
                <a:gd name="T9" fmla="*/ 137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91">
                  <a:moveTo>
                    <a:pt x="23" y="137"/>
                  </a:moveTo>
                  <a:cubicBezTo>
                    <a:pt x="47" y="177"/>
                    <a:pt x="98" y="191"/>
                    <a:pt x="138" y="168"/>
                  </a:cubicBezTo>
                  <a:cubicBezTo>
                    <a:pt x="177" y="145"/>
                    <a:pt x="191" y="94"/>
                    <a:pt x="168" y="54"/>
                  </a:cubicBezTo>
                  <a:cubicBezTo>
                    <a:pt x="145" y="14"/>
                    <a:pt x="94" y="0"/>
                    <a:pt x="54" y="23"/>
                  </a:cubicBezTo>
                  <a:cubicBezTo>
                    <a:pt x="14" y="46"/>
                    <a:pt x="0" y="97"/>
                    <a:pt x="23" y="1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10859165" y="2924253"/>
              <a:ext cx="190310" cy="149485"/>
            </a:xfrm>
            <a:custGeom>
              <a:avLst/>
              <a:gdLst>
                <a:gd name="T0" fmla="*/ 2220 w 2365"/>
                <a:gd name="T1" fmla="*/ 1341 h 1857"/>
                <a:gd name="T2" fmla="*/ 1844 w 2365"/>
                <a:gd name="T3" fmla="*/ 1154 h 1857"/>
                <a:gd name="T4" fmla="*/ 1889 w 2365"/>
                <a:gd name="T5" fmla="*/ 1051 h 1857"/>
                <a:gd name="T6" fmla="*/ 2052 w 2365"/>
                <a:gd name="T7" fmla="*/ 892 h 1857"/>
                <a:gd name="T8" fmla="*/ 1985 w 2365"/>
                <a:gd name="T9" fmla="*/ 297 h 1857"/>
                <a:gd name="T10" fmla="*/ 1563 w 2365"/>
                <a:gd name="T11" fmla="*/ 181 h 1857"/>
                <a:gd name="T12" fmla="*/ 1280 w 2365"/>
                <a:gd name="T13" fmla="*/ 843 h 1857"/>
                <a:gd name="T14" fmla="*/ 1531 w 2365"/>
                <a:gd name="T15" fmla="*/ 1088 h 1857"/>
                <a:gd name="T16" fmla="*/ 1473 w 2365"/>
                <a:gd name="T17" fmla="*/ 1231 h 1857"/>
                <a:gd name="T18" fmla="*/ 1229 w 2365"/>
                <a:gd name="T19" fmla="*/ 1244 h 1857"/>
                <a:gd name="T20" fmla="*/ 917 w 2365"/>
                <a:gd name="T21" fmla="*/ 1158 h 1857"/>
                <a:gd name="T22" fmla="*/ 889 w 2365"/>
                <a:gd name="T23" fmla="*/ 1157 h 1857"/>
                <a:gd name="T24" fmla="*/ 857 w 2365"/>
                <a:gd name="T25" fmla="*/ 988 h 1857"/>
                <a:gd name="T26" fmla="*/ 1045 w 2365"/>
                <a:gd name="T27" fmla="*/ 775 h 1857"/>
                <a:gd name="T28" fmla="*/ 1037 w 2365"/>
                <a:gd name="T29" fmla="*/ 555 h 1857"/>
                <a:gd name="T30" fmla="*/ 1057 w 2365"/>
                <a:gd name="T31" fmla="*/ 406 h 1857"/>
                <a:gd name="T32" fmla="*/ 1043 w 2365"/>
                <a:gd name="T33" fmla="*/ 237 h 1857"/>
                <a:gd name="T34" fmla="*/ 1043 w 2365"/>
                <a:gd name="T35" fmla="*/ 157 h 1857"/>
                <a:gd name="T36" fmla="*/ 1027 w 2365"/>
                <a:gd name="T37" fmla="*/ 114 h 1857"/>
                <a:gd name="T38" fmla="*/ 1007 w 2365"/>
                <a:gd name="T39" fmla="*/ 143 h 1857"/>
                <a:gd name="T40" fmla="*/ 996 w 2365"/>
                <a:gd name="T41" fmla="*/ 102 h 1857"/>
                <a:gd name="T42" fmla="*/ 969 w 2365"/>
                <a:gd name="T43" fmla="*/ 67 h 1857"/>
                <a:gd name="T44" fmla="*/ 954 w 2365"/>
                <a:gd name="T45" fmla="*/ 113 h 1857"/>
                <a:gd name="T46" fmla="*/ 943 w 2365"/>
                <a:gd name="T47" fmla="*/ 78 h 1857"/>
                <a:gd name="T48" fmla="*/ 928 w 2365"/>
                <a:gd name="T49" fmla="*/ 45 h 1857"/>
                <a:gd name="T50" fmla="*/ 882 w 2365"/>
                <a:gd name="T51" fmla="*/ 88 h 1857"/>
                <a:gd name="T52" fmla="*/ 835 w 2365"/>
                <a:gd name="T53" fmla="*/ 76 h 1857"/>
                <a:gd name="T54" fmla="*/ 821 w 2365"/>
                <a:gd name="T55" fmla="*/ 32 h 1857"/>
                <a:gd name="T56" fmla="*/ 789 w 2365"/>
                <a:gd name="T57" fmla="*/ 81 h 1857"/>
                <a:gd name="T58" fmla="*/ 764 w 2365"/>
                <a:gd name="T59" fmla="*/ 65 h 1857"/>
                <a:gd name="T60" fmla="*/ 759 w 2365"/>
                <a:gd name="T61" fmla="*/ 0 h 1857"/>
                <a:gd name="T62" fmla="*/ 719 w 2365"/>
                <a:gd name="T63" fmla="*/ 57 h 1857"/>
                <a:gd name="T64" fmla="*/ 577 w 2365"/>
                <a:gd name="T65" fmla="*/ 78 h 1857"/>
                <a:gd name="T66" fmla="*/ 327 w 2365"/>
                <a:gd name="T67" fmla="*/ 335 h 1857"/>
                <a:gd name="T68" fmla="*/ 319 w 2365"/>
                <a:gd name="T69" fmla="*/ 566 h 1857"/>
                <a:gd name="T70" fmla="*/ 338 w 2365"/>
                <a:gd name="T71" fmla="*/ 775 h 1857"/>
                <a:gd name="T72" fmla="*/ 527 w 2365"/>
                <a:gd name="T73" fmla="*/ 988 h 1857"/>
                <a:gd name="T74" fmla="*/ 513 w 2365"/>
                <a:gd name="T75" fmla="*/ 1145 h 1857"/>
                <a:gd name="T76" fmla="*/ 457 w 2365"/>
                <a:gd name="T77" fmla="*/ 1158 h 1857"/>
                <a:gd name="T78" fmla="*/ 145 w 2365"/>
                <a:gd name="T79" fmla="*/ 1244 h 1857"/>
                <a:gd name="T80" fmla="*/ 0 w 2365"/>
                <a:gd name="T81" fmla="*/ 1857 h 1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365" h="1857">
                  <a:moveTo>
                    <a:pt x="2365" y="1857"/>
                  </a:moveTo>
                  <a:cubicBezTo>
                    <a:pt x="2345" y="1727"/>
                    <a:pt x="2287" y="1412"/>
                    <a:pt x="2220" y="1341"/>
                  </a:cubicBezTo>
                  <a:cubicBezTo>
                    <a:pt x="2215" y="1336"/>
                    <a:pt x="1913" y="1229"/>
                    <a:pt x="1909" y="1231"/>
                  </a:cubicBezTo>
                  <a:cubicBezTo>
                    <a:pt x="1877" y="1205"/>
                    <a:pt x="1848" y="1175"/>
                    <a:pt x="1844" y="1154"/>
                  </a:cubicBezTo>
                  <a:cubicBezTo>
                    <a:pt x="1841" y="1133"/>
                    <a:pt x="1848" y="1097"/>
                    <a:pt x="1856" y="1065"/>
                  </a:cubicBezTo>
                  <a:cubicBezTo>
                    <a:pt x="1889" y="1051"/>
                    <a:pt x="1889" y="1051"/>
                    <a:pt x="1889" y="1051"/>
                  </a:cubicBezTo>
                  <a:cubicBezTo>
                    <a:pt x="1916" y="1039"/>
                    <a:pt x="1916" y="1039"/>
                    <a:pt x="1916" y="1039"/>
                  </a:cubicBezTo>
                  <a:cubicBezTo>
                    <a:pt x="1920" y="1036"/>
                    <a:pt x="2028" y="986"/>
                    <a:pt x="2052" y="892"/>
                  </a:cubicBezTo>
                  <a:cubicBezTo>
                    <a:pt x="2073" y="810"/>
                    <a:pt x="2078" y="721"/>
                    <a:pt x="2069" y="585"/>
                  </a:cubicBezTo>
                  <a:cubicBezTo>
                    <a:pt x="2060" y="448"/>
                    <a:pt x="2043" y="388"/>
                    <a:pt x="1985" y="297"/>
                  </a:cubicBezTo>
                  <a:cubicBezTo>
                    <a:pt x="1910" y="178"/>
                    <a:pt x="1779" y="199"/>
                    <a:pt x="1779" y="199"/>
                  </a:cubicBezTo>
                  <a:cubicBezTo>
                    <a:pt x="1779" y="199"/>
                    <a:pt x="1652" y="137"/>
                    <a:pt x="1563" y="181"/>
                  </a:cubicBezTo>
                  <a:cubicBezTo>
                    <a:pt x="1474" y="224"/>
                    <a:pt x="1372" y="353"/>
                    <a:pt x="1321" y="495"/>
                  </a:cubicBezTo>
                  <a:cubicBezTo>
                    <a:pt x="1273" y="628"/>
                    <a:pt x="1262" y="791"/>
                    <a:pt x="1280" y="843"/>
                  </a:cubicBezTo>
                  <a:cubicBezTo>
                    <a:pt x="1296" y="892"/>
                    <a:pt x="1403" y="1039"/>
                    <a:pt x="1512" y="1081"/>
                  </a:cubicBezTo>
                  <a:cubicBezTo>
                    <a:pt x="1519" y="1083"/>
                    <a:pt x="1525" y="1086"/>
                    <a:pt x="1531" y="1088"/>
                  </a:cubicBezTo>
                  <a:cubicBezTo>
                    <a:pt x="1536" y="1113"/>
                    <a:pt x="1540" y="1138"/>
                    <a:pt x="1537" y="1154"/>
                  </a:cubicBezTo>
                  <a:cubicBezTo>
                    <a:pt x="1534" y="1175"/>
                    <a:pt x="1505" y="1205"/>
                    <a:pt x="1473" y="1231"/>
                  </a:cubicBezTo>
                  <a:cubicBezTo>
                    <a:pt x="1469" y="1229"/>
                    <a:pt x="1315" y="1275"/>
                    <a:pt x="1267" y="1288"/>
                  </a:cubicBezTo>
                  <a:cubicBezTo>
                    <a:pt x="1254" y="1265"/>
                    <a:pt x="1240" y="1249"/>
                    <a:pt x="1229" y="1244"/>
                  </a:cubicBezTo>
                  <a:cubicBezTo>
                    <a:pt x="1183" y="1223"/>
                    <a:pt x="983" y="1177"/>
                    <a:pt x="942" y="1162"/>
                  </a:cubicBezTo>
                  <a:cubicBezTo>
                    <a:pt x="933" y="1159"/>
                    <a:pt x="925" y="1158"/>
                    <a:pt x="917" y="1158"/>
                  </a:cubicBezTo>
                  <a:cubicBezTo>
                    <a:pt x="909" y="1158"/>
                    <a:pt x="902" y="1159"/>
                    <a:pt x="898" y="1161"/>
                  </a:cubicBezTo>
                  <a:cubicBezTo>
                    <a:pt x="895" y="1159"/>
                    <a:pt x="892" y="1158"/>
                    <a:pt x="889" y="1157"/>
                  </a:cubicBezTo>
                  <a:cubicBezTo>
                    <a:pt x="881" y="1153"/>
                    <a:pt x="876" y="1149"/>
                    <a:pt x="873" y="1147"/>
                  </a:cubicBezTo>
                  <a:cubicBezTo>
                    <a:pt x="871" y="1141"/>
                    <a:pt x="864" y="1113"/>
                    <a:pt x="857" y="988"/>
                  </a:cubicBezTo>
                  <a:cubicBezTo>
                    <a:pt x="910" y="940"/>
                    <a:pt x="959" y="878"/>
                    <a:pt x="982" y="809"/>
                  </a:cubicBezTo>
                  <a:cubicBezTo>
                    <a:pt x="1000" y="806"/>
                    <a:pt x="1026" y="797"/>
                    <a:pt x="1045" y="775"/>
                  </a:cubicBezTo>
                  <a:cubicBezTo>
                    <a:pt x="1076" y="741"/>
                    <a:pt x="1098" y="662"/>
                    <a:pt x="1079" y="593"/>
                  </a:cubicBezTo>
                  <a:cubicBezTo>
                    <a:pt x="1070" y="560"/>
                    <a:pt x="1049" y="555"/>
                    <a:pt x="1037" y="555"/>
                  </a:cubicBezTo>
                  <a:cubicBezTo>
                    <a:pt x="1037" y="555"/>
                    <a:pt x="1037" y="555"/>
                    <a:pt x="1037" y="555"/>
                  </a:cubicBezTo>
                  <a:cubicBezTo>
                    <a:pt x="1046" y="512"/>
                    <a:pt x="1060" y="441"/>
                    <a:pt x="1057" y="406"/>
                  </a:cubicBezTo>
                  <a:cubicBezTo>
                    <a:pt x="1053" y="359"/>
                    <a:pt x="1036" y="291"/>
                    <a:pt x="1034" y="281"/>
                  </a:cubicBezTo>
                  <a:cubicBezTo>
                    <a:pt x="1035" y="276"/>
                    <a:pt x="1040" y="258"/>
                    <a:pt x="1043" y="237"/>
                  </a:cubicBezTo>
                  <a:cubicBezTo>
                    <a:pt x="1047" y="215"/>
                    <a:pt x="1044" y="201"/>
                    <a:pt x="1043" y="196"/>
                  </a:cubicBezTo>
                  <a:cubicBezTo>
                    <a:pt x="1043" y="192"/>
                    <a:pt x="1044" y="172"/>
                    <a:pt x="1043" y="157"/>
                  </a:cubicBezTo>
                  <a:cubicBezTo>
                    <a:pt x="1041" y="141"/>
                    <a:pt x="1032" y="123"/>
                    <a:pt x="1031" y="122"/>
                  </a:cubicBezTo>
                  <a:cubicBezTo>
                    <a:pt x="1027" y="114"/>
                    <a:pt x="1027" y="114"/>
                    <a:pt x="1027" y="114"/>
                  </a:cubicBezTo>
                  <a:cubicBezTo>
                    <a:pt x="1022" y="121"/>
                    <a:pt x="1022" y="121"/>
                    <a:pt x="1022" y="121"/>
                  </a:cubicBezTo>
                  <a:cubicBezTo>
                    <a:pt x="1022" y="121"/>
                    <a:pt x="1013" y="134"/>
                    <a:pt x="1007" y="143"/>
                  </a:cubicBezTo>
                  <a:cubicBezTo>
                    <a:pt x="1005" y="146"/>
                    <a:pt x="1001" y="148"/>
                    <a:pt x="997" y="150"/>
                  </a:cubicBezTo>
                  <a:cubicBezTo>
                    <a:pt x="999" y="136"/>
                    <a:pt x="1000" y="111"/>
                    <a:pt x="996" y="102"/>
                  </a:cubicBezTo>
                  <a:cubicBezTo>
                    <a:pt x="990" y="91"/>
                    <a:pt x="978" y="77"/>
                    <a:pt x="977" y="76"/>
                  </a:cubicBezTo>
                  <a:cubicBezTo>
                    <a:pt x="969" y="67"/>
                    <a:pt x="969" y="67"/>
                    <a:pt x="969" y="67"/>
                  </a:cubicBezTo>
                  <a:cubicBezTo>
                    <a:pt x="968" y="79"/>
                    <a:pt x="968" y="79"/>
                    <a:pt x="968" y="79"/>
                  </a:cubicBezTo>
                  <a:cubicBezTo>
                    <a:pt x="967" y="86"/>
                    <a:pt x="963" y="107"/>
                    <a:pt x="954" y="113"/>
                  </a:cubicBezTo>
                  <a:cubicBezTo>
                    <a:pt x="950" y="116"/>
                    <a:pt x="946" y="117"/>
                    <a:pt x="943" y="116"/>
                  </a:cubicBezTo>
                  <a:cubicBezTo>
                    <a:pt x="944" y="107"/>
                    <a:pt x="946" y="86"/>
                    <a:pt x="943" y="78"/>
                  </a:cubicBezTo>
                  <a:cubicBezTo>
                    <a:pt x="939" y="69"/>
                    <a:pt x="932" y="53"/>
                    <a:pt x="932" y="5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23" y="52"/>
                    <a:pt x="923" y="52"/>
                    <a:pt x="923" y="52"/>
                  </a:cubicBezTo>
                  <a:cubicBezTo>
                    <a:pt x="923" y="52"/>
                    <a:pt x="904" y="76"/>
                    <a:pt x="882" y="88"/>
                  </a:cubicBezTo>
                  <a:cubicBezTo>
                    <a:pt x="866" y="96"/>
                    <a:pt x="841" y="101"/>
                    <a:pt x="828" y="103"/>
                  </a:cubicBezTo>
                  <a:cubicBezTo>
                    <a:pt x="831" y="96"/>
                    <a:pt x="835" y="84"/>
                    <a:pt x="835" y="76"/>
                  </a:cubicBezTo>
                  <a:cubicBezTo>
                    <a:pt x="835" y="63"/>
                    <a:pt x="826" y="43"/>
                    <a:pt x="825" y="42"/>
                  </a:cubicBezTo>
                  <a:cubicBezTo>
                    <a:pt x="821" y="32"/>
                    <a:pt x="821" y="32"/>
                    <a:pt x="821" y="32"/>
                  </a:cubicBezTo>
                  <a:cubicBezTo>
                    <a:pt x="816" y="42"/>
                    <a:pt x="816" y="42"/>
                    <a:pt x="816" y="42"/>
                  </a:cubicBezTo>
                  <a:cubicBezTo>
                    <a:pt x="811" y="50"/>
                    <a:pt x="798" y="74"/>
                    <a:pt x="789" y="81"/>
                  </a:cubicBezTo>
                  <a:cubicBezTo>
                    <a:pt x="783" y="85"/>
                    <a:pt x="767" y="88"/>
                    <a:pt x="754" y="90"/>
                  </a:cubicBezTo>
                  <a:cubicBezTo>
                    <a:pt x="758" y="84"/>
                    <a:pt x="762" y="76"/>
                    <a:pt x="764" y="65"/>
                  </a:cubicBezTo>
                  <a:cubicBezTo>
                    <a:pt x="767" y="39"/>
                    <a:pt x="764" y="21"/>
                    <a:pt x="764" y="20"/>
                  </a:cubicBezTo>
                  <a:cubicBezTo>
                    <a:pt x="759" y="0"/>
                    <a:pt x="759" y="0"/>
                    <a:pt x="759" y="0"/>
                  </a:cubicBezTo>
                  <a:cubicBezTo>
                    <a:pt x="753" y="20"/>
                    <a:pt x="753" y="20"/>
                    <a:pt x="753" y="20"/>
                  </a:cubicBezTo>
                  <a:cubicBezTo>
                    <a:pt x="753" y="20"/>
                    <a:pt x="745" y="46"/>
                    <a:pt x="719" y="57"/>
                  </a:cubicBezTo>
                  <a:cubicBezTo>
                    <a:pt x="696" y="67"/>
                    <a:pt x="664" y="70"/>
                    <a:pt x="610" y="75"/>
                  </a:cubicBezTo>
                  <a:cubicBezTo>
                    <a:pt x="600" y="76"/>
                    <a:pt x="589" y="77"/>
                    <a:pt x="577" y="78"/>
                  </a:cubicBezTo>
                  <a:cubicBezTo>
                    <a:pt x="502" y="85"/>
                    <a:pt x="389" y="180"/>
                    <a:pt x="355" y="218"/>
                  </a:cubicBezTo>
                  <a:cubicBezTo>
                    <a:pt x="324" y="253"/>
                    <a:pt x="326" y="323"/>
                    <a:pt x="327" y="335"/>
                  </a:cubicBezTo>
                  <a:cubicBezTo>
                    <a:pt x="322" y="344"/>
                    <a:pt x="298" y="398"/>
                    <a:pt x="298" y="439"/>
                  </a:cubicBezTo>
                  <a:cubicBezTo>
                    <a:pt x="298" y="468"/>
                    <a:pt x="311" y="529"/>
                    <a:pt x="319" y="566"/>
                  </a:cubicBezTo>
                  <a:cubicBezTo>
                    <a:pt x="314" y="572"/>
                    <a:pt x="308" y="581"/>
                    <a:pt x="305" y="593"/>
                  </a:cubicBezTo>
                  <a:cubicBezTo>
                    <a:pt x="286" y="662"/>
                    <a:pt x="307" y="741"/>
                    <a:pt x="338" y="775"/>
                  </a:cubicBezTo>
                  <a:cubicBezTo>
                    <a:pt x="358" y="797"/>
                    <a:pt x="384" y="806"/>
                    <a:pt x="402" y="809"/>
                  </a:cubicBezTo>
                  <a:cubicBezTo>
                    <a:pt x="425" y="878"/>
                    <a:pt x="474" y="941"/>
                    <a:pt x="527" y="988"/>
                  </a:cubicBezTo>
                  <a:cubicBezTo>
                    <a:pt x="527" y="991"/>
                    <a:pt x="527" y="993"/>
                    <a:pt x="526" y="997"/>
                  </a:cubicBezTo>
                  <a:cubicBezTo>
                    <a:pt x="523" y="1101"/>
                    <a:pt x="517" y="1135"/>
                    <a:pt x="513" y="1145"/>
                  </a:cubicBezTo>
                  <a:cubicBezTo>
                    <a:pt x="506" y="1148"/>
                    <a:pt x="493" y="1154"/>
                    <a:pt x="476" y="1161"/>
                  </a:cubicBezTo>
                  <a:cubicBezTo>
                    <a:pt x="472" y="1159"/>
                    <a:pt x="466" y="1158"/>
                    <a:pt x="457" y="1158"/>
                  </a:cubicBezTo>
                  <a:cubicBezTo>
                    <a:pt x="449" y="1158"/>
                    <a:pt x="441" y="1159"/>
                    <a:pt x="432" y="1162"/>
                  </a:cubicBezTo>
                  <a:cubicBezTo>
                    <a:pt x="391" y="1177"/>
                    <a:pt x="191" y="1223"/>
                    <a:pt x="145" y="1244"/>
                  </a:cubicBezTo>
                  <a:cubicBezTo>
                    <a:pt x="128" y="1252"/>
                    <a:pt x="101" y="1290"/>
                    <a:pt x="84" y="1336"/>
                  </a:cubicBezTo>
                  <a:cubicBezTo>
                    <a:pt x="36" y="1465"/>
                    <a:pt x="8" y="1776"/>
                    <a:pt x="0" y="1857"/>
                  </a:cubicBezTo>
                  <a:lnTo>
                    <a:pt x="2365" y="18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3" name="成组">
            <a:extLst>
              <a:ext uri="{FF2B5EF4-FFF2-40B4-BE49-F238E27FC236}">
                <a16:creationId xmlns:a16="http://schemas.microsoft.com/office/drawing/2014/main" id="{0FC30B91-9F58-8224-F3F6-0E32ADB8976F}"/>
              </a:ext>
            </a:extLst>
          </p:cNvPr>
          <p:cNvGrpSpPr/>
          <p:nvPr/>
        </p:nvGrpSpPr>
        <p:grpSpPr>
          <a:xfrm>
            <a:off x="7000394" y="6768678"/>
            <a:ext cx="574919" cy="574915"/>
            <a:chOff x="0" y="0"/>
            <a:chExt cx="457200" cy="457200"/>
          </a:xfrm>
        </p:grpSpPr>
        <p:sp>
          <p:nvSpPr>
            <p:cNvPr id="4" name="任意形状 393">
              <a:extLst>
                <a:ext uri="{FF2B5EF4-FFF2-40B4-BE49-F238E27FC236}">
                  <a16:creationId xmlns:a16="http://schemas.microsoft.com/office/drawing/2014/main" id="{BE306F42-2146-0C60-F523-E5382FA228F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" name="任意形状 394">
              <a:extLst>
                <a:ext uri="{FF2B5EF4-FFF2-40B4-BE49-F238E27FC236}">
                  <a16:creationId xmlns:a16="http://schemas.microsoft.com/office/drawing/2014/main" id="{851B613C-4EDD-C80B-E96D-A6EFD6CA508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1" name="成组">
            <a:extLst>
              <a:ext uri="{FF2B5EF4-FFF2-40B4-BE49-F238E27FC236}">
                <a16:creationId xmlns:a16="http://schemas.microsoft.com/office/drawing/2014/main" id="{8163D797-BFD6-8FF1-FD07-B15E06106988}"/>
              </a:ext>
            </a:extLst>
          </p:cNvPr>
          <p:cNvGrpSpPr/>
          <p:nvPr/>
        </p:nvGrpSpPr>
        <p:grpSpPr>
          <a:xfrm>
            <a:off x="15144355" y="6871297"/>
            <a:ext cx="487486" cy="487486"/>
            <a:chOff x="0" y="0"/>
            <a:chExt cx="457200" cy="457200"/>
          </a:xfrm>
        </p:grpSpPr>
        <p:sp>
          <p:nvSpPr>
            <p:cNvPr id="72" name="任意形状 399">
              <a:extLst>
                <a:ext uri="{FF2B5EF4-FFF2-40B4-BE49-F238E27FC236}">
                  <a16:creationId xmlns:a16="http://schemas.microsoft.com/office/drawing/2014/main" id="{96C15DE4-60D4-60BB-CC33-07D0808D6DA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3" name="任意形状 400">
              <a:extLst>
                <a:ext uri="{FF2B5EF4-FFF2-40B4-BE49-F238E27FC236}">
                  <a16:creationId xmlns:a16="http://schemas.microsoft.com/office/drawing/2014/main" id="{273ED65D-CF89-656F-8C38-C1AF36BBE4B0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2820490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3"/>
          <p:cNvGrpSpPr>
            <a:grpSpLocks noChangeAspect="1"/>
          </p:cNvGrpSpPr>
          <p:nvPr/>
        </p:nvGrpSpPr>
        <p:grpSpPr bwMode="auto">
          <a:xfrm>
            <a:off x="13723548" y="6546291"/>
            <a:ext cx="1674472" cy="1681657"/>
            <a:chOff x="5" y="9"/>
            <a:chExt cx="699" cy="702"/>
          </a:xfrm>
        </p:grpSpPr>
        <p:sp>
          <p:nvSpPr>
            <p:cNvPr id="6" name="Freeform 24"/>
            <p:cNvSpPr>
              <a:spLocks/>
            </p:cNvSpPr>
            <p:nvPr/>
          </p:nvSpPr>
          <p:spPr bwMode="auto">
            <a:xfrm>
              <a:off x="5" y="9"/>
              <a:ext cx="313" cy="313"/>
            </a:xfrm>
            <a:custGeom>
              <a:avLst/>
              <a:gdLst>
                <a:gd name="T0" fmla="*/ 131 w 131"/>
                <a:gd name="T1" fmla="*/ 0 h 131"/>
                <a:gd name="T2" fmla="*/ 0 w 131"/>
                <a:gd name="T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1">
                  <a:moveTo>
                    <a:pt x="131" y="0"/>
                  </a:moveTo>
                  <a:cubicBezTo>
                    <a:pt x="62" y="7"/>
                    <a:pt x="7" y="62"/>
                    <a:pt x="0" y="131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Freeform 25"/>
            <p:cNvSpPr>
              <a:spLocks/>
            </p:cNvSpPr>
            <p:nvPr/>
          </p:nvSpPr>
          <p:spPr bwMode="auto">
            <a:xfrm>
              <a:off x="392" y="9"/>
              <a:ext cx="312" cy="313"/>
            </a:xfrm>
            <a:custGeom>
              <a:avLst/>
              <a:gdLst>
                <a:gd name="T0" fmla="*/ 131 w 131"/>
                <a:gd name="T1" fmla="*/ 131 h 131"/>
                <a:gd name="T2" fmla="*/ 0 w 131"/>
                <a:gd name="T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1">
                  <a:moveTo>
                    <a:pt x="131" y="131"/>
                  </a:moveTo>
                  <a:cubicBezTo>
                    <a:pt x="124" y="62"/>
                    <a:pt x="69" y="7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Freeform 26"/>
            <p:cNvSpPr>
              <a:spLocks/>
            </p:cNvSpPr>
            <p:nvPr/>
          </p:nvSpPr>
          <p:spPr bwMode="auto">
            <a:xfrm>
              <a:off x="5" y="396"/>
              <a:ext cx="313" cy="315"/>
            </a:xfrm>
            <a:custGeom>
              <a:avLst/>
              <a:gdLst>
                <a:gd name="T0" fmla="*/ 0 w 131"/>
                <a:gd name="T1" fmla="*/ 0 h 132"/>
                <a:gd name="T2" fmla="*/ 131 w 131"/>
                <a:gd name="T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2">
                  <a:moveTo>
                    <a:pt x="0" y="0"/>
                  </a:moveTo>
                  <a:cubicBezTo>
                    <a:pt x="7" y="69"/>
                    <a:pt x="62" y="124"/>
                    <a:pt x="131" y="132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Freeform 27"/>
            <p:cNvSpPr>
              <a:spLocks/>
            </p:cNvSpPr>
            <p:nvPr/>
          </p:nvSpPr>
          <p:spPr bwMode="auto">
            <a:xfrm>
              <a:off x="392" y="396"/>
              <a:ext cx="312" cy="315"/>
            </a:xfrm>
            <a:custGeom>
              <a:avLst/>
              <a:gdLst>
                <a:gd name="T0" fmla="*/ 0 w 131"/>
                <a:gd name="T1" fmla="*/ 132 h 132"/>
                <a:gd name="T2" fmla="*/ 131 w 131"/>
                <a:gd name="T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2">
                  <a:moveTo>
                    <a:pt x="0" y="132"/>
                  </a:moveTo>
                  <a:cubicBezTo>
                    <a:pt x="69" y="124"/>
                    <a:pt x="124" y="69"/>
                    <a:pt x="131" y="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0" name="Freeform 5"/>
          <p:cNvSpPr>
            <a:spLocks/>
          </p:cNvSpPr>
          <p:nvPr/>
        </p:nvSpPr>
        <p:spPr bwMode="auto">
          <a:xfrm>
            <a:off x="2571082" y="6316984"/>
            <a:ext cx="616057" cy="2140271"/>
          </a:xfrm>
          <a:custGeom>
            <a:avLst/>
            <a:gdLst>
              <a:gd name="T0" fmla="*/ 98 w 98"/>
              <a:gd name="T1" fmla="*/ 0 h 340"/>
              <a:gd name="T2" fmla="*/ 0 w 98"/>
              <a:gd name="T3" fmla="*/ 170 h 340"/>
              <a:gd name="T4" fmla="*/ 98 w 98"/>
              <a:gd name="T5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8" h="340">
                <a:moveTo>
                  <a:pt x="98" y="0"/>
                </a:moveTo>
                <a:cubicBezTo>
                  <a:pt x="39" y="34"/>
                  <a:pt x="0" y="97"/>
                  <a:pt x="0" y="170"/>
                </a:cubicBezTo>
                <a:cubicBezTo>
                  <a:pt x="0" y="242"/>
                  <a:pt x="39" y="305"/>
                  <a:pt x="98" y="340"/>
                </a:cubicBezTo>
              </a:path>
            </a:pathLst>
          </a:custGeom>
          <a:noFill/>
          <a:ln w="50800" cap="flat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2860523" y="6433821"/>
            <a:ext cx="1903939" cy="19065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4875739" y="7387118"/>
            <a:ext cx="7944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781490" y="5318545"/>
            <a:ext cx="4131840" cy="4137150"/>
            <a:chOff x="2922327" y="2660090"/>
            <a:chExt cx="2088491" cy="2091175"/>
          </a:xfrm>
        </p:grpSpPr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4429637" y="2944640"/>
              <a:ext cx="425483" cy="1522075"/>
            </a:xfrm>
            <a:custGeom>
              <a:avLst/>
              <a:gdLst>
                <a:gd name="T0" fmla="*/ 0 w 134"/>
                <a:gd name="T1" fmla="*/ 479 h 479"/>
                <a:gd name="T2" fmla="*/ 134 w 134"/>
                <a:gd name="T3" fmla="*/ 240 h 479"/>
                <a:gd name="T4" fmla="*/ 0 w 134"/>
                <a:gd name="T5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479">
                  <a:moveTo>
                    <a:pt x="0" y="479"/>
                  </a:moveTo>
                  <a:cubicBezTo>
                    <a:pt x="80" y="430"/>
                    <a:pt x="134" y="341"/>
                    <a:pt x="134" y="240"/>
                  </a:cubicBezTo>
                  <a:cubicBezTo>
                    <a:pt x="134" y="138"/>
                    <a:pt x="80" y="50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3078024" y="2944640"/>
              <a:ext cx="424141" cy="1522075"/>
            </a:xfrm>
            <a:custGeom>
              <a:avLst/>
              <a:gdLst>
                <a:gd name="T0" fmla="*/ 134 w 134"/>
                <a:gd name="T1" fmla="*/ 0 h 479"/>
                <a:gd name="T2" fmla="*/ 0 w 134"/>
                <a:gd name="T3" fmla="*/ 240 h 479"/>
                <a:gd name="T4" fmla="*/ 134 w 134"/>
                <a:gd name="T5" fmla="*/ 479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479">
                  <a:moveTo>
                    <a:pt x="134" y="0"/>
                  </a:moveTo>
                  <a:cubicBezTo>
                    <a:pt x="54" y="50"/>
                    <a:pt x="0" y="138"/>
                    <a:pt x="0" y="240"/>
                  </a:cubicBezTo>
                  <a:cubicBezTo>
                    <a:pt x="0" y="341"/>
                    <a:pt x="54" y="430"/>
                    <a:pt x="134" y="479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" name="Oval 9"/>
            <p:cNvSpPr>
              <a:spLocks noChangeArrowheads="1"/>
            </p:cNvSpPr>
            <p:nvPr/>
          </p:nvSpPr>
          <p:spPr bwMode="auto">
            <a:xfrm>
              <a:off x="2922327" y="2660090"/>
              <a:ext cx="2088491" cy="2091175"/>
            </a:xfrm>
            <a:prstGeom prst="ellipse">
              <a:avLst/>
            </a:prstGeom>
            <a:noFill/>
            <a:ln w="12700" cap="flat">
              <a:noFill/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5781490" y="5318545"/>
            <a:ext cx="4131840" cy="4137150"/>
          </a:xfrm>
          <a:prstGeom prst="ellips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Oval 11"/>
          <p:cNvSpPr>
            <a:spLocks noChangeArrowheads="1"/>
          </p:cNvSpPr>
          <p:nvPr/>
        </p:nvSpPr>
        <p:spPr bwMode="auto">
          <a:xfrm>
            <a:off x="7199485" y="4670621"/>
            <a:ext cx="1293191" cy="12958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Oval 10"/>
          <p:cNvSpPr>
            <a:spLocks noChangeArrowheads="1"/>
          </p:cNvSpPr>
          <p:nvPr/>
        </p:nvSpPr>
        <p:spPr bwMode="auto">
          <a:xfrm>
            <a:off x="7199485" y="8807771"/>
            <a:ext cx="1293191" cy="12958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9946272" y="7387118"/>
            <a:ext cx="7944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12"/>
          <p:cNvSpPr>
            <a:spLocks noChangeArrowheads="1"/>
          </p:cNvSpPr>
          <p:nvPr/>
        </p:nvSpPr>
        <p:spPr bwMode="auto">
          <a:xfrm>
            <a:off x="10773686" y="6490914"/>
            <a:ext cx="1795066" cy="179241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Freeform 5"/>
          <p:cNvSpPr>
            <a:spLocks/>
          </p:cNvSpPr>
          <p:nvPr/>
        </p:nvSpPr>
        <p:spPr bwMode="auto">
          <a:xfrm flipH="1">
            <a:off x="12247446" y="6375401"/>
            <a:ext cx="584193" cy="2023433"/>
          </a:xfrm>
          <a:custGeom>
            <a:avLst/>
            <a:gdLst>
              <a:gd name="T0" fmla="*/ 98 w 98"/>
              <a:gd name="T1" fmla="*/ 0 h 340"/>
              <a:gd name="T2" fmla="*/ 0 w 98"/>
              <a:gd name="T3" fmla="*/ 170 h 340"/>
              <a:gd name="T4" fmla="*/ 98 w 98"/>
              <a:gd name="T5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8" h="340">
                <a:moveTo>
                  <a:pt x="98" y="0"/>
                </a:moveTo>
                <a:cubicBezTo>
                  <a:pt x="39" y="34"/>
                  <a:pt x="0" y="97"/>
                  <a:pt x="0" y="170"/>
                </a:cubicBezTo>
                <a:cubicBezTo>
                  <a:pt x="0" y="242"/>
                  <a:pt x="39" y="305"/>
                  <a:pt x="98" y="340"/>
                </a:cubicBezTo>
              </a:path>
            </a:pathLst>
          </a:custGeom>
          <a:noFill/>
          <a:ln w="50800" cap="flat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2927005" y="7387118"/>
            <a:ext cx="6940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3"/>
          <p:cNvSpPr>
            <a:spLocks noChangeArrowheads="1"/>
          </p:cNvSpPr>
          <p:nvPr/>
        </p:nvSpPr>
        <p:spPr bwMode="auto">
          <a:xfrm>
            <a:off x="13829472" y="6651567"/>
            <a:ext cx="1476416" cy="14711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4567680" y="5491304"/>
            <a:ext cx="0" cy="3791627"/>
            <a:chOff x="7287219" y="2746072"/>
            <a:chExt cx="0" cy="1916526"/>
          </a:xfrm>
        </p:grpSpPr>
        <p:cxnSp>
          <p:nvCxnSpPr>
            <p:cNvPr id="26" name="Straight Connector 25"/>
            <p:cNvCxnSpPr/>
            <p:nvPr/>
          </p:nvCxnSpPr>
          <p:spPr>
            <a:xfrm rot="16200000">
              <a:off x="7010946" y="3022345"/>
              <a:ext cx="55254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 flipV="1">
              <a:off x="7010946" y="4386325"/>
              <a:ext cx="55254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15"/>
          <p:cNvSpPr>
            <a:spLocks noChangeArrowheads="1"/>
          </p:cNvSpPr>
          <p:nvPr/>
        </p:nvSpPr>
        <p:spPr bwMode="auto">
          <a:xfrm>
            <a:off x="14031285" y="4391801"/>
            <a:ext cx="1072791" cy="10781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Oval 14"/>
          <p:cNvSpPr>
            <a:spLocks noChangeArrowheads="1"/>
          </p:cNvSpPr>
          <p:nvPr/>
        </p:nvSpPr>
        <p:spPr bwMode="auto">
          <a:xfrm>
            <a:off x="14031285" y="9299025"/>
            <a:ext cx="1072791" cy="10834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15450311" y="7387118"/>
            <a:ext cx="87402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15305888" y="4821979"/>
            <a:ext cx="1771167" cy="5124968"/>
            <a:chOff x="7660355" y="2409095"/>
            <a:chExt cx="895259" cy="2590480"/>
          </a:xfrm>
        </p:grpSpPr>
        <p:sp>
          <p:nvSpPr>
            <p:cNvPr id="36" name="Freeform 16"/>
            <p:cNvSpPr>
              <a:spLocks/>
            </p:cNvSpPr>
            <p:nvPr/>
          </p:nvSpPr>
          <p:spPr bwMode="auto">
            <a:xfrm>
              <a:off x="7660355" y="4227800"/>
              <a:ext cx="867073" cy="771775"/>
            </a:xfrm>
            <a:custGeom>
              <a:avLst/>
              <a:gdLst>
                <a:gd name="T0" fmla="*/ 0 w 273"/>
                <a:gd name="T1" fmla="*/ 243 h 243"/>
                <a:gd name="T2" fmla="*/ 273 w 273"/>
                <a:gd name="T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3" h="243">
                  <a:moveTo>
                    <a:pt x="0" y="243"/>
                  </a:moveTo>
                  <a:cubicBezTo>
                    <a:pt x="123" y="208"/>
                    <a:pt x="224" y="117"/>
                    <a:pt x="273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7" name="Freeform 17"/>
            <p:cNvSpPr>
              <a:spLocks/>
            </p:cNvSpPr>
            <p:nvPr/>
          </p:nvSpPr>
          <p:spPr bwMode="auto">
            <a:xfrm>
              <a:off x="7660355" y="2409095"/>
              <a:ext cx="895259" cy="841570"/>
            </a:xfrm>
            <a:custGeom>
              <a:avLst/>
              <a:gdLst>
                <a:gd name="T0" fmla="*/ 282 w 282"/>
                <a:gd name="T1" fmla="*/ 265 h 265"/>
                <a:gd name="T2" fmla="*/ 0 w 282"/>
                <a:gd name="T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2" h="265">
                  <a:moveTo>
                    <a:pt x="282" y="265"/>
                  </a:moveTo>
                  <a:cubicBezTo>
                    <a:pt x="236" y="137"/>
                    <a:pt x="131" y="38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8" name="Oval 18"/>
          <p:cNvSpPr>
            <a:spLocks noChangeArrowheads="1"/>
          </p:cNvSpPr>
          <p:nvPr/>
        </p:nvSpPr>
        <p:spPr bwMode="auto">
          <a:xfrm>
            <a:off x="16418509" y="6651567"/>
            <a:ext cx="1468449" cy="14711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17944693" y="7387118"/>
            <a:ext cx="109314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20"/>
          <p:cNvSpPr>
            <a:spLocks noChangeArrowheads="1"/>
          </p:cNvSpPr>
          <p:nvPr/>
        </p:nvSpPr>
        <p:spPr bwMode="auto">
          <a:xfrm>
            <a:off x="19246537" y="6216076"/>
            <a:ext cx="2334117" cy="234208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Oval 19"/>
          <p:cNvSpPr>
            <a:spLocks noChangeArrowheads="1"/>
          </p:cNvSpPr>
          <p:nvPr/>
        </p:nvSpPr>
        <p:spPr bwMode="auto">
          <a:xfrm>
            <a:off x="19127043" y="6097912"/>
            <a:ext cx="2573106" cy="2578416"/>
          </a:xfrm>
          <a:prstGeom prst="ellipse">
            <a:avLst/>
          </a:prstGeom>
          <a:noFill/>
          <a:ln w="38100" cap="flat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44779" y="9280277"/>
            <a:ext cx="2520653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t">
            <a:spAutoFit/>
          </a:bodyPr>
          <a:lstStyle/>
          <a:p>
            <a:pPr algn="ctr"/>
            <a:r>
              <a:rPr lang="en-US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1</a:t>
            </a:r>
            <a:endParaRPr lang="id-ID" sz="3363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4254" y="6797688"/>
            <a:ext cx="3322154" cy="1178862"/>
          </a:xfrm>
          <a:prstGeom prst="rect">
            <a:avLst/>
          </a:prstGeom>
          <a:noFill/>
        </p:spPr>
        <p:txBody>
          <a:bodyPr wrap="none" lIns="142444" tIns="71222" rIns="142444" bIns="71222" rtlCol="0" anchor="ctr">
            <a:spAutoFit/>
          </a:bodyPr>
          <a:lstStyle/>
          <a:p>
            <a:pPr algn="ctr"/>
            <a:r>
              <a:rPr lang="en-US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RESEARCHING</a:t>
            </a:r>
          </a:p>
          <a:p>
            <a:pPr algn="ctr"/>
            <a:r>
              <a:rPr lang="en-US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</a:t>
            </a:r>
            <a:endParaRPr lang="id-ID" sz="3363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95701" y="10574119"/>
            <a:ext cx="2605612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t">
            <a:spAutoFit/>
          </a:bodyPr>
          <a:lstStyle/>
          <a:p>
            <a:pPr algn="ctr"/>
            <a:r>
              <a:rPr lang="en-US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2</a:t>
            </a:r>
            <a:endParaRPr lang="id-ID" sz="3363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042257" y="7056445"/>
            <a:ext cx="1287944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ctr">
            <a:spAutoFit/>
          </a:bodyPr>
          <a:lstStyle/>
          <a:p>
            <a:pPr algn="ctr"/>
            <a:r>
              <a:rPr lang="en-US" sz="336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FIND</a:t>
            </a:r>
            <a:endParaRPr lang="id-ID" sz="3363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257664" y="10859151"/>
            <a:ext cx="2620040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t">
            <a:spAutoFit/>
          </a:bodyPr>
          <a:lstStyle/>
          <a:p>
            <a:pPr algn="ctr"/>
            <a:r>
              <a:rPr lang="en-US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3</a:t>
            </a:r>
            <a:endParaRPr lang="id-ID" sz="3363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9271368" y="9280277"/>
            <a:ext cx="2650496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t">
            <a:spAutoFit/>
          </a:bodyPr>
          <a:lstStyle/>
          <a:p>
            <a:pPr algn="ctr"/>
            <a:r>
              <a:rPr lang="en-US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4</a:t>
            </a:r>
            <a:endParaRPr lang="id-ID" sz="3363" b="1" dirty="0">
              <a:solidFill>
                <a:schemeClr val="tx1">
                  <a:lumMod val="85000"/>
                  <a:lumOff val="1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" name="成组">
            <a:extLst>
              <a:ext uri="{FF2B5EF4-FFF2-40B4-BE49-F238E27FC236}">
                <a16:creationId xmlns:a16="http://schemas.microsoft.com/office/drawing/2014/main" id="{B01FB0F8-4F21-B4AE-15FC-2E43386115A2}"/>
              </a:ext>
            </a:extLst>
          </p:cNvPr>
          <p:cNvGrpSpPr/>
          <p:nvPr/>
        </p:nvGrpSpPr>
        <p:grpSpPr>
          <a:xfrm>
            <a:off x="19959047" y="6880671"/>
            <a:ext cx="904520" cy="904518"/>
            <a:chOff x="0" y="0"/>
            <a:chExt cx="457200" cy="457200"/>
          </a:xfrm>
        </p:grpSpPr>
        <p:sp>
          <p:nvSpPr>
            <p:cNvPr id="3" name="任意形状 363">
              <a:extLst>
                <a:ext uri="{FF2B5EF4-FFF2-40B4-BE49-F238E27FC236}">
                  <a16:creationId xmlns:a16="http://schemas.microsoft.com/office/drawing/2014/main" id="{0B566017-FE09-2943-E06F-87DCB2779FF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4" name="任意形状 364">
              <a:extLst>
                <a:ext uri="{FF2B5EF4-FFF2-40B4-BE49-F238E27FC236}">
                  <a16:creationId xmlns:a16="http://schemas.microsoft.com/office/drawing/2014/main" id="{7590BFFD-6EA8-54D2-9F9C-97F6635B6603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9" name="成组">
            <a:extLst>
              <a:ext uri="{FF2B5EF4-FFF2-40B4-BE49-F238E27FC236}">
                <a16:creationId xmlns:a16="http://schemas.microsoft.com/office/drawing/2014/main" id="{24C68786-EE22-37F6-AD0E-B449C3E2012F}"/>
              </a:ext>
            </a:extLst>
          </p:cNvPr>
          <p:cNvGrpSpPr/>
          <p:nvPr/>
        </p:nvGrpSpPr>
        <p:grpSpPr>
          <a:xfrm>
            <a:off x="14317774" y="9571419"/>
            <a:ext cx="527137" cy="527137"/>
            <a:chOff x="0" y="0"/>
            <a:chExt cx="457200" cy="457200"/>
          </a:xfrm>
        </p:grpSpPr>
        <p:sp>
          <p:nvSpPr>
            <p:cNvPr id="50" name="任意形状 369">
              <a:extLst>
                <a:ext uri="{FF2B5EF4-FFF2-40B4-BE49-F238E27FC236}">
                  <a16:creationId xmlns:a16="http://schemas.microsoft.com/office/drawing/2014/main" id="{48877F86-DB97-F12D-883F-70E2D9964FB7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1" name="任意形状 370">
              <a:extLst>
                <a:ext uri="{FF2B5EF4-FFF2-40B4-BE49-F238E27FC236}">
                  <a16:creationId xmlns:a16="http://schemas.microsoft.com/office/drawing/2014/main" id="{8A7FF6A6-70CA-3562-B27F-2DA79F74908A}"/>
                </a:ext>
              </a:extLst>
            </p:cNvPr>
            <p:cNvSpPr/>
            <p:nvPr/>
          </p:nvSpPr>
          <p:spPr>
            <a:xfrm>
              <a:off x="19050" y="23121"/>
              <a:ext cx="419100" cy="376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0" extrusionOk="0">
                  <a:moveTo>
                    <a:pt x="1964" y="19354"/>
                  </a:moveTo>
                  <a:lnTo>
                    <a:pt x="1964" y="4882"/>
                  </a:lnTo>
                  <a:cubicBezTo>
                    <a:pt x="1964" y="4424"/>
                    <a:pt x="2222" y="4015"/>
                    <a:pt x="2610" y="3859"/>
                  </a:cubicBezTo>
                  <a:lnTo>
                    <a:pt x="12105" y="33"/>
                  </a:lnTo>
                  <a:cubicBezTo>
                    <a:pt x="12360" y="-70"/>
                    <a:pt x="12641" y="76"/>
                    <a:pt x="12734" y="358"/>
                  </a:cubicBezTo>
                  <a:cubicBezTo>
                    <a:pt x="12754" y="418"/>
                    <a:pt x="12764" y="481"/>
                    <a:pt x="12764" y="544"/>
                  </a:cubicBezTo>
                  <a:lnTo>
                    <a:pt x="12764" y="5934"/>
                  </a:lnTo>
                  <a:lnTo>
                    <a:pt x="18965" y="8224"/>
                  </a:lnTo>
                  <a:cubicBezTo>
                    <a:pt x="19366" y="8372"/>
                    <a:pt x="19636" y="8788"/>
                    <a:pt x="19636" y="9257"/>
                  </a:cubicBezTo>
                  <a:lnTo>
                    <a:pt x="19636" y="19354"/>
                  </a:lnTo>
                  <a:lnTo>
                    <a:pt x="21600" y="19354"/>
                  </a:lnTo>
                  <a:lnTo>
                    <a:pt x="21600" y="21530"/>
                  </a:lnTo>
                  <a:lnTo>
                    <a:pt x="0" y="21530"/>
                  </a:lnTo>
                  <a:lnTo>
                    <a:pt x="0" y="19354"/>
                  </a:lnTo>
                  <a:lnTo>
                    <a:pt x="1964" y="19354"/>
                  </a:lnTo>
                  <a:close/>
                  <a:moveTo>
                    <a:pt x="3927" y="19354"/>
                  </a:moveTo>
                  <a:lnTo>
                    <a:pt x="10800" y="19354"/>
                  </a:lnTo>
                  <a:lnTo>
                    <a:pt x="10800" y="2874"/>
                  </a:lnTo>
                  <a:lnTo>
                    <a:pt x="3927" y="5644"/>
                  </a:lnTo>
                  <a:lnTo>
                    <a:pt x="3927" y="19354"/>
                  </a:lnTo>
                  <a:close/>
                  <a:moveTo>
                    <a:pt x="17673" y="19354"/>
                  </a:moveTo>
                  <a:lnTo>
                    <a:pt x="17673" y="10041"/>
                  </a:lnTo>
                  <a:lnTo>
                    <a:pt x="12764" y="8228"/>
                  </a:lnTo>
                  <a:lnTo>
                    <a:pt x="12764" y="19354"/>
                  </a:lnTo>
                  <a:lnTo>
                    <a:pt x="17673" y="19354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3" name="成组">
            <a:extLst>
              <a:ext uri="{FF2B5EF4-FFF2-40B4-BE49-F238E27FC236}">
                <a16:creationId xmlns:a16="http://schemas.microsoft.com/office/drawing/2014/main" id="{B0CF8DC0-F566-E7E2-F0E0-7206E685DBA6}"/>
              </a:ext>
            </a:extLst>
          </p:cNvPr>
          <p:cNvGrpSpPr/>
          <p:nvPr/>
        </p:nvGrpSpPr>
        <p:grpSpPr>
          <a:xfrm>
            <a:off x="16849475" y="7081649"/>
            <a:ext cx="599775" cy="599771"/>
            <a:chOff x="0" y="0"/>
            <a:chExt cx="457200" cy="457200"/>
          </a:xfrm>
        </p:grpSpPr>
        <p:sp>
          <p:nvSpPr>
            <p:cNvPr id="54" name="任意形状 375">
              <a:extLst>
                <a:ext uri="{FF2B5EF4-FFF2-40B4-BE49-F238E27FC236}">
                  <a16:creationId xmlns:a16="http://schemas.microsoft.com/office/drawing/2014/main" id="{DA65833E-5CB5-A1B4-B2D3-2E3585D91927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5" name="任意形状 376">
              <a:extLst>
                <a:ext uri="{FF2B5EF4-FFF2-40B4-BE49-F238E27FC236}">
                  <a16:creationId xmlns:a16="http://schemas.microsoft.com/office/drawing/2014/main" id="{20419877-0C00-9917-4A6E-00FFBA9A65B3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6" name="成组">
            <a:extLst>
              <a:ext uri="{FF2B5EF4-FFF2-40B4-BE49-F238E27FC236}">
                <a16:creationId xmlns:a16="http://schemas.microsoft.com/office/drawing/2014/main" id="{02C93224-F8A4-5CD9-5E54-0D41C810442B}"/>
              </a:ext>
            </a:extLst>
          </p:cNvPr>
          <p:cNvGrpSpPr/>
          <p:nvPr/>
        </p:nvGrpSpPr>
        <p:grpSpPr>
          <a:xfrm>
            <a:off x="14260419" y="7077538"/>
            <a:ext cx="599775" cy="599771"/>
            <a:chOff x="0" y="0"/>
            <a:chExt cx="457200" cy="457200"/>
          </a:xfrm>
        </p:grpSpPr>
        <p:sp>
          <p:nvSpPr>
            <p:cNvPr id="57" name="任意形状 381">
              <a:extLst>
                <a:ext uri="{FF2B5EF4-FFF2-40B4-BE49-F238E27FC236}">
                  <a16:creationId xmlns:a16="http://schemas.microsoft.com/office/drawing/2014/main" id="{2A65C9F9-9208-4B22-785B-104D0019ACA4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4" name="任意形状 382">
              <a:extLst>
                <a:ext uri="{FF2B5EF4-FFF2-40B4-BE49-F238E27FC236}">
                  <a16:creationId xmlns:a16="http://schemas.microsoft.com/office/drawing/2014/main" id="{D1CEB831-44DA-E585-7E44-06FAAB514B27}"/>
                </a:ext>
              </a:extLst>
            </p:cNvPr>
            <p:cNvSpPr/>
            <p:nvPr/>
          </p:nvSpPr>
          <p:spPr>
            <a:xfrm>
              <a:off x="19050" y="38100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65" name="成组">
            <a:extLst>
              <a:ext uri="{FF2B5EF4-FFF2-40B4-BE49-F238E27FC236}">
                <a16:creationId xmlns:a16="http://schemas.microsoft.com/office/drawing/2014/main" id="{8FD9517D-9DF0-C1FD-DE45-A5EDC81FA747}"/>
              </a:ext>
            </a:extLst>
          </p:cNvPr>
          <p:cNvGrpSpPr/>
          <p:nvPr/>
        </p:nvGrpSpPr>
        <p:grpSpPr>
          <a:xfrm>
            <a:off x="7595609" y="5031155"/>
            <a:ext cx="527141" cy="527137"/>
            <a:chOff x="0" y="0"/>
            <a:chExt cx="457200" cy="457200"/>
          </a:xfrm>
        </p:grpSpPr>
        <p:sp>
          <p:nvSpPr>
            <p:cNvPr id="66" name="任意形状 387">
              <a:extLst>
                <a:ext uri="{FF2B5EF4-FFF2-40B4-BE49-F238E27FC236}">
                  <a16:creationId xmlns:a16="http://schemas.microsoft.com/office/drawing/2014/main" id="{2D023F34-F06C-8167-6DBE-B1998E18A85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7" name="任意形状 388">
              <a:extLst>
                <a:ext uri="{FF2B5EF4-FFF2-40B4-BE49-F238E27FC236}">
                  <a16:creationId xmlns:a16="http://schemas.microsoft.com/office/drawing/2014/main" id="{DC13F767-17EA-B5D1-EA5D-04505A967091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200"/>
                  </a:move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1964" y="19200"/>
                  </a:lnTo>
                  <a:lnTo>
                    <a:pt x="1964" y="1200"/>
                  </a:lnTo>
                  <a:cubicBezTo>
                    <a:pt x="1964" y="537"/>
                    <a:pt x="2403" y="0"/>
                    <a:pt x="2945" y="0"/>
                  </a:cubicBezTo>
                  <a:lnTo>
                    <a:pt x="12764" y="0"/>
                  </a:lnTo>
                  <a:cubicBezTo>
                    <a:pt x="13306" y="0"/>
                    <a:pt x="13745" y="537"/>
                    <a:pt x="13745" y="1200"/>
                  </a:cubicBezTo>
                  <a:lnTo>
                    <a:pt x="13745" y="19200"/>
                  </a:lnTo>
                  <a:lnTo>
                    <a:pt x="17673" y="19200"/>
                  </a:lnTo>
                  <a:lnTo>
                    <a:pt x="17673" y="9600"/>
                  </a:lnTo>
                  <a:lnTo>
                    <a:pt x="15709" y="9600"/>
                  </a:lnTo>
                  <a:lnTo>
                    <a:pt x="15709" y="7200"/>
                  </a:lnTo>
                  <a:lnTo>
                    <a:pt x="18655" y="7200"/>
                  </a:lnTo>
                  <a:cubicBezTo>
                    <a:pt x="19197" y="7200"/>
                    <a:pt x="19636" y="7737"/>
                    <a:pt x="19636" y="8400"/>
                  </a:cubicBezTo>
                  <a:lnTo>
                    <a:pt x="19636" y="19200"/>
                  </a:lnTo>
                  <a:close/>
                  <a:moveTo>
                    <a:pt x="3927" y="2400"/>
                  </a:moveTo>
                  <a:lnTo>
                    <a:pt x="3927" y="19200"/>
                  </a:lnTo>
                  <a:lnTo>
                    <a:pt x="11782" y="19200"/>
                  </a:lnTo>
                  <a:lnTo>
                    <a:pt x="11782" y="2400"/>
                  </a:lnTo>
                  <a:lnTo>
                    <a:pt x="3927" y="2400"/>
                  </a:lnTo>
                  <a:close/>
                  <a:moveTo>
                    <a:pt x="5891" y="9600"/>
                  </a:moveTo>
                  <a:lnTo>
                    <a:pt x="9818" y="9600"/>
                  </a:lnTo>
                  <a:lnTo>
                    <a:pt x="9818" y="12000"/>
                  </a:lnTo>
                  <a:lnTo>
                    <a:pt x="5891" y="12000"/>
                  </a:lnTo>
                  <a:lnTo>
                    <a:pt x="5891" y="9600"/>
                  </a:lnTo>
                  <a:close/>
                  <a:moveTo>
                    <a:pt x="5891" y="4800"/>
                  </a:moveTo>
                  <a:lnTo>
                    <a:pt x="9818" y="4800"/>
                  </a:lnTo>
                  <a:lnTo>
                    <a:pt x="9818" y="7200"/>
                  </a:lnTo>
                  <a:lnTo>
                    <a:pt x="5891" y="7200"/>
                  </a:lnTo>
                  <a:lnTo>
                    <a:pt x="5891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68" name="成组">
            <a:extLst>
              <a:ext uri="{FF2B5EF4-FFF2-40B4-BE49-F238E27FC236}">
                <a16:creationId xmlns:a16="http://schemas.microsoft.com/office/drawing/2014/main" id="{8F27E308-AEA7-E88C-9A45-BFCC3D2C477B}"/>
              </a:ext>
            </a:extLst>
          </p:cNvPr>
          <p:cNvGrpSpPr/>
          <p:nvPr/>
        </p:nvGrpSpPr>
        <p:grpSpPr>
          <a:xfrm>
            <a:off x="7592186" y="9236981"/>
            <a:ext cx="527141" cy="527137"/>
            <a:chOff x="0" y="0"/>
            <a:chExt cx="457200" cy="457200"/>
          </a:xfrm>
        </p:grpSpPr>
        <p:sp>
          <p:nvSpPr>
            <p:cNvPr id="69" name="任意形状 393">
              <a:extLst>
                <a:ext uri="{FF2B5EF4-FFF2-40B4-BE49-F238E27FC236}">
                  <a16:creationId xmlns:a16="http://schemas.microsoft.com/office/drawing/2014/main" id="{159E9D45-A906-3586-52AC-BC0B1CD33EC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0" name="任意形状 394">
              <a:extLst>
                <a:ext uri="{FF2B5EF4-FFF2-40B4-BE49-F238E27FC236}">
                  <a16:creationId xmlns:a16="http://schemas.microsoft.com/office/drawing/2014/main" id="{D4F3CA84-841E-AEE3-B989-D680C270BB53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1" name="成组">
            <a:extLst>
              <a:ext uri="{FF2B5EF4-FFF2-40B4-BE49-F238E27FC236}">
                <a16:creationId xmlns:a16="http://schemas.microsoft.com/office/drawing/2014/main" id="{3C836BFE-F85F-9213-B8B8-EC37EB956F73}"/>
              </a:ext>
            </a:extLst>
          </p:cNvPr>
          <p:cNvGrpSpPr/>
          <p:nvPr/>
        </p:nvGrpSpPr>
        <p:grpSpPr>
          <a:xfrm>
            <a:off x="3470942" y="7063992"/>
            <a:ext cx="687711" cy="687707"/>
            <a:chOff x="0" y="0"/>
            <a:chExt cx="457200" cy="457200"/>
          </a:xfrm>
        </p:grpSpPr>
        <p:sp>
          <p:nvSpPr>
            <p:cNvPr id="72" name="任意形状 399">
              <a:extLst>
                <a:ext uri="{FF2B5EF4-FFF2-40B4-BE49-F238E27FC236}">
                  <a16:creationId xmlns:a16="http://schemas.microsoft.com/office/drawing/2014/main" id="{8D43CA04-C5E6-861B-75A1-6C8C6344E88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3" name="任意形状 400">
              <a:extLst>
                <a:ext uri="{FF2B5EF4-FFF2-40B4-BE49-F238E27FC236}">
                  <a16:creationId xmlns:a16="http://schemas.microsoft.com/office/drawing/2014/main" id="{2B41652D-C235-C781-9B52-965218A2D21A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4" name="成组">
            <a:extLst>
              <a:ext uri="{FF2B5EF4-FFF2-40B4-BE49-F238E27FC236}">
                <a16:creationId xmlns:a16="http://schemas.microsoft.com/office/drawing/2014/main" id="{6659C032-FB17-AA0C-A63E-78AD36EC836C}"/>
              </a:ext>
            </a:extLst>
          </p:cNvPr>
          <p:cNvGrpSpPr/>
          <p:nvPr/>
        </p:nvGrpSpPr>
        <p:grpSpPr>
          <a:xfrm>
            <a:off x="14333054" y="4684408"/>
            <a:ext cx="527141" cy="527137"/>
            <a:chOff x="0" y="0"/>
            <a:chExt cx="457200" cy="457200"/>
          </a:xfrm>
        </p:grpSpPr>
        <p:sp>
          <p:nvSpPr>
            <p:cNvPr id="75" name="任意形状 477">
              <a:extLst>
                <a:ext uri="{FF2B5EF4-FFF2-40B4-BE49-F238E27FC236}">
                  <a16:creationId xmlns:a16="http://schemas.microsoft.com/office/drawing/2014/main" id="{285639AF-1D3B-C532-4356-4D73E966A43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6" name="任意形状 478">
              <a:extLst>
                <a:ext uri="{FF2B5EF4-FFF2-40B4-BE49-F238E27FC236}">
                  <a16:creationId xmlns:a16="http://schemas.microsoft.com/office/drawing/2014/main" id="{103C7308-AEF7-46A0-1A61-E6B9A7B0F7DE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sp>
        <p:nvSpPr>
          <p:cNvPr id="52" name="Text Placeholder 76">
            <a:extLst>
              <a:ext uri="{FF2B5EF4-FFF2-40B4-BE49-F238E27FC236}">
                <a16:creationId xmlns:a16="http://schemas.microsoft.com/office/drawing/2014/main" id="{0D5828A8-C02E-D515-53C6-64B3F4285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59" name="Text Placeholder 77">
            <a:extLst>
              <a:ext uri="{FF2B5EF4-FFF2-40B4-BE49-F238E27FC236}">
                <a16:creationId xmlns:a16="http://schemas.microsoft.com/office/drawing/2014/main" id="{DF0293C5-181E-068B-FCA2-08B6D4D62F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</p:spTree>
    <p:extLst>
      <p:ext uri="{BB962C8B-B14F-4D97-AF65-F5344CB8AC3E}">
        <p14:creationId xmlns:p14="http://schemas.microsoft.com/office/powerpoint/2010/main" val="1889102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08007AD-5BE9-4509-9BDF-9FD1A60C8610}"/>
              </a:ext>
            </a:extLst>
          </p:cNvPr>
          <p:cNvCxnSpPr>
            <a:cxnSpLocks/>
          </p:cNvCxnSpPr>
          <p:nvPr/>
        </p:nvCxnSpPr>
        <p:spPr>
          <a:xfrm flipV="1">
            <a:off x="12073390" y="8309977"/>
            <a:ext cx="0" cy="172796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08007AD-5BE9-4509-9BDF-9FD1A60C8610}"/>
              </a:ext>
            </a:extLst>
          </p:cNvPr>
          <p:cNvCxnSpPr>
            <a:cxnSpLocks/>
          </p:cNvCxnSpPr>
          <p:nvPr/>
        </p:nvCxnSpPr>
        <p:spPr>
          <a:xfrm flipV="1">
            <a:off x="19709428" y="8309977"/>
            <a:ext cx="0" cy="172796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8007AD-5BE9-4509-9BDF-9FD1A60C8610}"/>
              </a:ext>
            </a:extLst>
          </p:cNvPr>
          <p:cNvCxnSpPr>
            <a:cxnSpLocks/>
          </p:cNvCxnSpPr>
          <p:nvPr/>
        </p:nvCxnSpPr>
        <p:spPr>
          <a:xfrm flipV="1">
            <a:off x="15855533" y="5912564"/>
            <a:ext cx="0" cy="172796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08007AD-5BE9-4509-9BDF-9FD1A60C8610}"/>
              </a:ext>
            </a:extLst>
          </p:cNvPr>
          <p:cNvCxnSpPr>
            <a:cxnSpLocks/>
          </p:cNvCxnSpPr>
          <p:nvPr/>
        </p:nvCxnSpPr>
        <p:spPr>
          <a:xfrm flipV="1">
            <a:off x="8277266" y="5912564"/>
            <a:ext cx="0" cy="172796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08007AD-5BE9-4509-9BDF-9FD1A60C8610}"/>
              </a:ext>
            </a:extLst>
          </p:cNvPr>
          <p:cNvCxnSpPr>
            <a:cxnSpLocks/>
          </p:cNvCxnSpPr>
          <p:nvPr/>
        </p:nvCxnSpPr>
        <p:spPr>
          <a:xfrm flipV="1">
            <a:off x="4437695" y="8309977"/>
            <a:ext cx="0" cy="172796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412680" y="6887673"/>
            <a:ext cx="2102996" cy="21029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 dirty="0"/>
          </a:p>
        </p:txBody>
      </p:sp>
      <p:sp>
        <p:nvSpPr>
          <p:cNvPr id="42" name="Oval 41"/>
          <p:cNvSpPr/>
          <p:nvPr/>
        </p:nvSpPr>
        <p:spPr>
          <a:xfrm>
            <a:off x="7215926" y="6887673"/>
            <a:ext cx="2102996" cy="21029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43" name="Oval 42"/>
          <p:cNvSpPr/>
          <p:nvPr/>
        </p:nvSpPr>
        <p:spPr>
          <a:xfrm>
            <a:off x="11008740" y="6887673"/>
            <a:ext cx="2102996" cy="21029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44" name="Oval 43"/>
          <p:cNvSpPr/>
          <p:nvPr/>
        </p:nvSpPr>
        <p:spPr>
          <a:xfrm>
            <a:off x="14801552" y="6887673"/>
            <a:ext cx="2102996" cy="21029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45" name="Oval 44"/>
          <p:cNvSpPr/>
          <p:nvPr/>
        </p:nvSpPr>
        <p:spPr>
          <a:xfrm>
            <a:off x="18604796" y="6887673"/>
            <a:ext cx="2102996" cy="210299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grpSp>
        <p:nvGrpSpPr>
          <p:cNvPr id="46" name="Group 45"/>
          <p:cNvGrpSpPr/>
          <p:nvPr/>
        </p:nvGrpSpPr>
        <p:grpSpPr>
          <a:xfrm>
            <a:off x="2562556" y="6020166"/>
            <a:ext cx="18995363" cy="3838010"/>
            <a:chOff x="1295277" y="2846931"/>
            <a:chExt cx="9601447" cy="1939971"/>
          </a:xfrm>
        </p:grpSpPr>
        <p:sp>
          <p:nvSpPr>
            <p:cNvPr id="66" name="Freeform 65"/>
            <p:cNvSpPr>
              <a:spLocks/>
            </p:cNvSpPr>
            <p:nvPr/>
          </p:nvSpPr>
          <p:spPr bwMode="auto">
            <a:xfrm>
              <a:off x="1295277" y="2846931"/>
              <a:ext cx="1922399" cy="962957"/>
            </a:xfrm>
            <a:custGeom>
              <a:avLst/>
              <a:gdLst>
                <a:gd name="T0" fmla="*/ 231 w 231"/>
                <a:gd name="T1" fmla="*/ 115 h 115"/>
                <a:gd name="T2" fmla="*/ 116 w 231"/>
                <a:gd name="T3" fmla="*/ 0 h 115"/>
                <a:gd name="T4" fmla="*/ 0 w 231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" h="115">
                  <a:moveTo>
                    <a:pt x="231" y="115"/>
                  </a:moveTo>
                  <a:cubicBezTo>
                    <a:pt x="231" y="52"/>
                    <a:pt x="179" y="0"/>
                    <a:pt x="116" y="0"/>
                  </a:cubicBezTo>
                  <a:cubicBezTo>
                    <a:pt x="52" y="0"/>
                    <a:pt x="0" y="52"/>
                    <a:pt x="0" y="115"/>
                  </a:cubicBezTo>
                </a:path>
              </a:pathLst>
            </a:custGeom>
            <a:noFill/>
            <a:ln w="31750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78" name="Freeform 77"/>
            <p:cNvSpPr>
              <a:spLocks/>
            </p:cNvSpPr>
            <p:nvPr/>
          </p:nvSpPr>
          <p:spPr bwMode="auto">
            <a:xfrm>
              <a:off x="3217676" y="3809888"/>
              <a:ext cx="1922399" cy="977014"/>
            </a:xfrm>
            <a:custGeom>
              <a:avLst/>
              <a:gdLst>
                <a:gd name="T0" fmla="*/ 0 w 231"/>
                <a:gd name="T1" fmla="*/ 0 h 116"/>
                <a:gd name="T2" fmla="*/ 115 w 231"/>
                <a:gd name="T3" fmla="*/ 116 h 116"/>
                <a:gd name="T4" fmla="*/ 231 w 231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" h="116">
                  <a:moveTo>
                    <a:pt x="0" y="0"/>
                  </a:moveTo>
                  <a:cubicBezTo>
                    <a:pt x="0" y="64"/>
                    <a:pt x="52" y="116"/>
                    <a:pt x="115" y="116"/>
                  </a:cubicBezTo>
                  <a:cubicBezTo>
                    <a:pt x="179" y="116"/>
                    <a:pt x="231" y="64"/>
                    <a:pt x="231" y="0"/>
                  </a:cubicBezTo>
                </a:path>
              </a:pathLst>
            </a:custGeom>
            <a:noFill/>
            <a:ln w="31750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79" name="Freeform 78"/>
            <p:cNvSpPr>
              <a:spLocks/>
            </p:cNvSpPr>
            <p:nvPr/>
          </p:nvSpPr>
          <p:spPr bwMode="auto">
            <a:xfrm>
              <a:off x="5140074" y="2846931"/>
              <a:ext cx="1911855" cy="962957"/>
            </a:xfrm>
            <a:custGeom>
              <a:avLst/>
              <a:gdLst>
                <a:gd name="T0" fmla="*/ 230 w 230"/>
                <a:gd name="T1" fmla="*/ 115 h 115"/>
                <a:gd name="T2" fmla="*/ 115 w 230"/>
                <a:gd name="T3" fmla="*/ 0 h 115"/>
                <a:gd name="T4" fmla="*/ 0 w 230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" h="115">
                  <a:moveTo>
                    <a:pt x="230" y="115"/>
                  </a:moveTo>
                  <a:cubicBezTo>
                    <a:pt x="230" y="52"/>
                    <a:pt x="179" y="0"/>
                    <a:pt x="115" y="0"/>
                  </a:cubicBezTo>
                  <a:cubicBezTo>
                    <a:pt x="51" y="0"/>
                    <a:pt x="0" y="52"/>
                    <a:pt x="0" y="115"/>
                  </a:cubicBezTo>
                </a:path>
              </a:pathLst>
            </a:custGeom>
            <a:noFill/>
            <a:ln w="31750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80" name="Freeform 79"/>
            <p:cNvSpPr>
              <a:spLocks/>
            </p:cNvSpPr>
            <p:nvPr/>
          </p:nvSpPr>
          <p:spPr bwMode="auto">
            <a:xfrm>
              <a:off x="7051927" y="3809888"/>
              <a:ext cx="1922399" cy="977014"/>
            </a:xfrm>
            <a:custGeom>
              <a:avLst/>
              <a:gdLst>
                <a:gd name="T0" fmla="*/ 0 w 231"/>
                <a:gd name="T1" fmla="*/ 0 h 116"/>
                <a:gd name="T2" fmla="*/ 116 w 231"/>
                <a:gd name="T3" fmla="*/ 116 h 116"/>
                <a:gd name="T4" fmla="*/ 231 w 231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" h="116">
                  <a:moveTo>
                    <a:pt x="0" y="0"/>
                  </a:moveTo>
                  <a:cubicBezTo>
                    <a:pt x="0" y="64"/>
                    <a:pt x="52" y="116"/>
                    <a:pt x="116" y="116"/>
                  </a:cubicBezTo>
                  <a:cubicBezTo>
                    <a:pt x="179" y="116"/>
                    <a:pt x="231" y="64"/>
                    <a:pt x="231" y="0"/>
                  </a:cubicBezTo>
                </a:path>
              </a:pathLst>
            </a:custGeom>
            <a:noFill/>
            <a:ln w="31750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81" name="Freeform 13"/>
            <p:cNvSpPr>
              <a:spLocks/>
            </p:cNvSpPr>
            <p:nvPr/>
          </p:nvSpPr>
          <p:spPr bwMode="auto">
            <a:xfrm>
              <a:off x="8974325" y="2846931"/>
              <a:ext cx="1922399" cy="962957"/>
            </a:xfrm>
            <a:custGeom>
              <a:avLst/>
              <a:gdLst>
                <a:gd name="T0" fmla="*/ 231 w 231"/>
                <a:gd name="T1" fmla="*/ 115 h 115"/>
                <a:gd name="T2" fmla="*/ 115 w 231"/>
                <a:gd name="T3" fmla="*/ 0 h 115"/>
                <a:gd name="T4" fmla="*/ 0 w 231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1" h="115">
                  <a:moveTo>
                    <a:pt x="231" y="115"/>
                  </a:moveTo>
                  <a:cubicBezTo>
                    <a:pt x="231" y="52"/>
                    <a:pt x="179" y="0"/>
                    <a:pt x="115" y="0"/>
                  </a:cubicBezTo>
                  <a:cubicBezTo>
                    <a:pt x="52" y="0"/>
                    <a:pt x="0" y="52"/>
                    <a:pt x="0" y="115"/>
                  </a:cubicBezTo>
                </a:path>
              </a:pathLst>
            </a:custGeom>
            <a:noFill/>
            <a:ln w="317500" cap="flat">
              <a:solidFill>
                <a:schemeClr val="tx1">
                  <a:lumMod val="10000"/>
                  <a:lumOff val="9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7" name="成组">
            <a:extLst>
              <a:ext uri="{FF2B5EF4-FFF2-40B4-BE49-F238E27FC236}">
                <a16:creationId xmlns:a16="http://schemas.microsoft.com/office/drawing/2014/main" id="{BAC47E68-C69D-94DF-4F3A-8B9C52A24496}"/>
              </a:ext>
            </a:extLst>
          </p:cNvPr>
          <p:cNvGrpSpPr/>
          <p:nvPr/>
        </p:nvGrpSpPr>
        <p:grpSpPr>
          <a:xfrm>
            <a:off x="15528735" y="7609643"/>
            <a:ext cx="659060" cy="659056"/>
            <a:chOff x="0" y="0"/>
            <a:chExt cx="457200" cy="457200"/>
          </a:xfrm>
        </p:grpSpPr>
        <p:sp>
          <p:nvSpPr>
            <p:cNvPr id="8" name="任意形状 363">
              <a:extLst>
                <a:ext uri="{FF2B5EF4-FFF2-40B4-BE49-F238E27FC236}">
                  <a16:creationId xmlns:a16="http://schemas.microsoft.com/office/drawing/2014/main" id="{7CF49300-EFF9-0B12-E347-C09DBEA94E3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9" name="任意形状 364">
              <a:extLst>
                <a:ext uri="{FF2B5EF4-FFF2-40B4-BE49-F238E27FC236}">
                  <a16:creationId xmlns:a16="http://schemas.microsoft.com/office/drawing/2014/main" id="{7E011AE3-48A9-E45D-7953-75C6B15BDFB5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0" name="成组">
            <a:extLst>
              <a:ext uri="{FF2B5EF4-FFF2-40B4-BE49-F238E27FC236}">
                <a16:creationId xmlns:a16="http://schemas.microsoft.com/office/drawing/2014/main" id="{41531F47-9DB1-3A5F-F95D-9F2586B3FA97}"/>
              </a:ext>
            </a:extLst>
          </p:cNvPr>
          <p:cNvGrpSpPr/>
          <p:nvPr/>
        </p:nvGrpSpPr>
        <p:grpSpPr>
          <a:xfrm>
            <a:off x="11730706" y="7609643"/>
            <a:ext cx="659060" cy="659056"/>
            <a:chOff x="0" y="0"/>
            <a:chExt cx="457200" cy="457200"/>
          </a:xfrm>
        </p:grpSpPr>
        <p:sp>
          <p:nvSpPr>
            <p:cNvPr id="13" name="任意形状 375">
              <a:extLst>
                <a:ext uri="{FF2B5EF4-FFF2-40B4-BE49-F238E27FC236}">
                  <a16:creationId xmlns:a16="http://schemas.microsoft.com/office/drawing/2014/main" id="{7C6D5707-D363-C074-44AC-F85A81D393C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" name="任意形状 376">
              <a:extLst>
                <a:ext uri="{FF2B5EF4-FFF2-40B4-BE49-F238E27FC236}">
                  <a16:creationId xmlns:a16="http://schemas.microsoft.com/office/drawing/2014/main" id="{4D262BA5-168A-4B4F-71CE-910D9A08E8C6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5" name="成组">
            <a:extLst>
              <a:ext uri="{FF2B5EF4-FFF2-40B4-BE49-F238E27FC236}">
                <a16:creationId xmlns:a16="http://schemas.microsoft.com/office/drawing/2014/main" id="{1E70DA44-258E-24EC-2827-E23199DB1581}"/>
              </a:ext>
            </a:extLst>
          </p:cNvPr>
          <p:cNvGrpSpPr/>
          <p:nvPr/>
        </p:nvGrpSpPr>
        <p:grpSpPr>
          <a:xfrm>
            <a:off x="4134648" y="7609643"/>
            <a:ext cx="659060" cy="659056"/>
            <a:chOff x="0" y="0"/>
            <a:chExt cx="457200" cy="457200"/>
          </a:xfrm>
        </p:grpSpPr>
        <p:sp>
          <p:nvSpPr>
            <p:cNvPr id="16" name="任意形状 393">
              <a:extLst>
                <a:ext uri="{FF2B5EF4-FFF2-40B4-BE49-F238E27FC236}">
                  <a16:creationId xmlns:a16="http://schemas.microsoft.com/office/drawing/2014/main" id="{0A5E0243-64C9-2260-2CDE-50CD3BCD011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7" name="任意形状 394">
              <a:extLst>
                <a:ext uri="{FF2B5EF4-FFF2-40B4-BE49-F238E27FC236}">
                  <a16:creationId xmlns:a16="http://schemas.microsoft.com/office/drawing/2014/main" id="{EE7AB305-0CEB-A57D-3F3C-8C0B4949AD45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8" name="成组">
            <a:extLst>
              <a:ext uri="{FF2B5EF4-FFF2-40B4-BE49-F238E27FC236}">
                <a16:creationId xmlns:a16="http://schemas.microsoft.com/office/drawing/2014/main" id="{8F388A42-B155-7699-61E5-EE65CA765DA0}"/>
              </a:ext>
            </a:extLst>
          </p:cNvPr>
          <p:cNvGrpSpPr/>
          <p:nvPr/>
        </p:nvGrpSpPr>
        <p:grpSpPr>
          <a:xfrm>
            <a:off x="7932677" y="7609643"/>
            <a:ext cx="659060" cy="659056"/>
            <a:chOff x="0" y="0"/>
            <a:chExt cx="457200" cy="457200"/>
          </a:xfrm>
        </p:grpSpPr>
        <p:sp>
          <p:nvSpPr>
            <p:cNvPr id="19" name="任意形状 477">
              <a:extLst>
                <a:ext uri="{FF2B5EF4-FFF2-40B4-BE49-F238E27FC236}">
                  <a16:creationId xmlns:a16="http://schemas.microsoft.com/office/drawing/2014/main" id="{A5EF9769-BB7D-0656-9D86-8677FC32C3A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0" name="任意形状 478">
              <a:extLst>
                <a:ext uri="{FF2B5EF4-FFF2-40B4-BE49-F238E27FC236}">
                  <a16:creationId xmlns:a16="http://schemas.microsoft.com/office/drawing/2014/main" id="{5F9AB250-FC57-EF5A-7878-1C62D635B52F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1" name="成组">
            <a:extLst>
              <a:ext uri="{FF2B5EF4-FFF2-40B4-BE49-F238E27FC236}">
                <a16:creationId xmlns:a16="http://schemas.microsoft.com/office/drawing/2014/main" id="{4581C662-AFA9-9E87-00EE-86F6DE576FA9}"/>
              </a:ext>
            </a:extLst>
          </p:cNvPr>
          <p:cNvGrpSpPr/>
          <p:nvPr/>
        </p:nvGrpSpPr>
        <p:grpSpPr>
          <a:xfrm>
            <a:off x="19326764" y="7609643"/>
            <a:ext cx="659060" cy="659056"/>
            <a:chOff x="0" y="0"/>
            <a:chExt cx="457200" cy="457200"/>
          </a:xfrm>
        </p:grpSpPr>
        <p:sp>
          <p:nvSpPr>
            <p:cNvPr id="22" name="任意形状 477">
              <a:extLst>
                <a:ext uri="{FF2B5EF4-FFF2-40B4-BE49-F238E27FC236}">
                  <a16:creationId xmlns:a16="http://schemas.microsoft.com/office/drawing/2014/main" id="{DEC25CC7-10C7-2B28-E5EA-389CB204085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3" name="任意形状 478">
              <a:extLst>
                <a:ext uri="{FF2B5EF4-FFF2-40B4-BE49-F238E27FC236}">
                  <a16:creationId xmlns:a16="http://schemas.microsoft.com/office/drawing/2014/main" id="{6E52A8AC-02E2-3ED6-3E7D-5D5D00F33069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36D7E8F-3F0D-0F62-E8D2-7A324D57B86D}"/>
              </a:ext>
            </a:extLst>
          </p:cNvPr>
          <p:cNvGrpSpPr/>
          <p:nvPr/>
        </p:nvGrpSpPr>
        <p:grpSpPr>
          <a:xfrm>
            <a:off x="2605086" y="10512188"/>
            <a:ext cx="3681423" cy="1668794"/>
            <a:chOff x="2605086" y="10512188"/>
            <a:chExt cx="3681423" cy="166879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7A515A9-7F70-A959-1393-A42D65BA1B0E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DB8D87-1085-19B7-156C-AB0591B24C85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EA3B857-7856-8238-E300-0F3A770BAE55}"/>
              </a:ext>
            </a:extLst>
          </p:cNvPr>
          <p:cNvGrpSpPr/>
          <p:nvPr/>
        </p:nvGrpSpPr>
        <p:grpSpPr>
          <a:xfrm>
            <a:off x="10239009" y="10512188"/>
            <a:ext cx="3681423" cy="1668794"/>
            <a:chOff x="10239009" y="10512188"/>
            <a:chExt cx="3681423" cy="1668794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A73C627-E763-E830-F26A-B04E2B45FA8A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FEB717-C6BF-9E17-B40D-8B5B94C02C09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9CF979A-532F-A5BB-E1D0-FC5CDE7B8089}"/>
              </a:ext>
            </a:extLst>
          </p:cNvPr>
          <p:cNvGrpSpPr/>
          <p:nvPr/>
        </p:nvGrpSpPr>
        <p:grpSpPr>
          <a:xfrm>
            <a:off x="17872932" y="10512188"/>
            <a:ext cx="3681423" cy="1668794"/>
            <a:chOff x="17872932" y="10512188"/>
            <a:chExt cx="3681423" cy="1668794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AA43B7E-7096-FE9A-101C-B947BA6D86CE}"/>
                </a:ext>
              </a:extLst>
            </p:cNvPr>
            <p:cNvSpPr txBox="1"/>
            <p:nvPr/>
          </p:nvSpPr>
          <p:spPr>
            <a:xfrm>
              <a:off x="17879901" y="10512188"/>
              <a:ext cx="366747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7124E64-C7C1-02A9-FAC3-96381CC9AFBB}"/>
                </a:ext>
              </a:extLst>
            </p:cNvPr>
            <p:cNvSpPr txBox="1"/>
            <p:nvPr/>
          </p:nvSpPr>
          <p:spPr>
            <a:xfrm>
              <a:off x="17872932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C5D8541-62CC-9AA3-FDE4-0CAE1F4545F9}"/>
              </a:ext>
            </a:extLst>
          </p:cNvPr>
          <p:cNvGrpSpPr/>
          <p:nvPr/>
        </p:nvGrpSpPr>
        <p:grpSpPr>
          <a:xfrm>
            <a:off x="6421495" y="3748486"/>
            <a:ext cx="3681423" cy="1689830"/>
            <a:chOff x="5398374" y="3664746"/>
            <a:chExt cx="3681423" cy="168983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18AE3B-24E0-6B44-BD77-397A566872FB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81E554-7A0A-9933-58BB-9801E15A3673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2311F0-2E4C-F579-4A79-938F862BF5DE}"/>
              </a:ext>
            </a:extLst>
          </p:cNvPr>
          <p:cNvGrpSpPr/>
          <p:nvPr/>
        </p:nvGrpSpPr>
        <p:grpSpPr>
          <a:xfrm>
            <a:off x="14012337" y="3748486"/>
            <a:ext cx="3681426" cy="1689830"/>
            <a:chOff x="11825753" y="3664746"/>
            <a:chExt cx="3681426" cy="168983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74F507E-EED1-1A27-5C72-C9526597909B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44290CF-0860-54BC-8DF1-24ED92594876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244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29" name="Oval 28"/>
          <p:cNvSpPr/>
          <p:nvPr/>
        </p:nvSpPr>
        <p:spPr bwMode="auto">
          <a:xfrm flipH="1">
            <a:off x="2795253" y="4933965"/>
            <a:ext cx="2742270" cy="2742270"/>
          </a:xfrm>
          <a:prstGeom prst="ellipse">
            <a:avLst/>
          </a:prstGeom>
          <a:solidFill>
            <a:schemeClr val="accent1"/>
          </a:solidFill>
          <a:ln w="19050">
            <a:noFill/>
            <a:round/>
            <a:headEnd/>
            <a:tailEnd/>
          </a:ln>
        </p:spPr>
        <p:txBody>
          <a:bodyPr vert="horz" wrap="none" lIns="241205" tIns="120602" rIns="241205" bIns="120602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3165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Oval 29"/>
          <p:cNvSpPr/>
          <p:nvPr/>
        </p:nvSpPr>
        <p:spPr bwMode="auto">
          <a:xfrm flipH="1">
            <a:off x="8882803" y="4933965"/>
            <a:ext cx="2742270" cy="2742270"/>
          </a:xfrm>
          <a:prstGeom prst="ellipse">
            <a:avLst/>
          </a:prstGeom>
          <a:solidFill>
            <a:schemeClr val="accent2"/>
          </a:solidFill>
          <a:ln w="19050">
            <a:noFill/>
            <a:round/>
            <a:headEnd/>
            <a:tailEnd/>
          </a:ln>
        </p:spPr>
        <p:txBody>
          <a:bodyPr vert="horz" wrap="none" lIns="241205" tIns="120602" rIns="241205" bIns="120602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3165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Oval 30"/>
          <p:cNvSpPr/>
          <p:nvPr/>
        </p:nvSpPr>
        <p:spPr bwMode="auto">
          <a:xfrm flipH="1">
            <a:off x="14970354" y="4933965"/>
            <a:ext cx="2742270" cy="2742270"/>
          </a:xfrm>
          <a:prstGeom prst="ellipse">
            <a:avLst/>
          </a:prstGeom>
          <a:solidFill>
            <a:schemeClr val="accent3"/>
          </a:solidFill>
          <a:ln w="19050">
            <a:noFill/>
            <a:round/>
            <a:headEnd/>
            <a:tailEnd/>
          </a:ln>
        </p:spPr>
        <p:txBody>
          <a:bodyPr vert="horz" wrap="none" lIns="241205" tIns="120602" rIns="241205" bIns="120602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3165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Oval 31"/>
          <p:cNvSpPr/>
          <p:nvPr/>
        </p:nvSpPr>
        <p:spPr bwMode="auto">
          <a:xfrm flipH="1">
            <a:off x="12495063" y="8394842"/>
            <a:ext cx="2742270" cy="2742270"/>
          </a:xfrm>
          <a:prstGeom prst="ellipse">
            <a:avLst/>
          </a:prstGeom>
          <a:solidFill>
            <a:schemeClr val="accent4"/>
          </a:solidFill>
          <a:ln w="19050">
            <a:noFill/>
            <a:round/>
            <a:headEnd/>
            <a:tailEnd/>
          </a:ln>
        </p:spPr>
        <p:txBody>
          <a:bodyPr vert="horz" wrap="none" lIns="241205" tIns="120602" rIns="241205" bIns="120602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3165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Oval 32"/>
          <p:cNvSpPr/>
          <p:nvPr/>
        </p:nvSpPr>
        <p:spPr bwMode="auto">
          <a:xfrm flipH="1">
            <a:off x="6377007" y="8374742"/>
            <a:ext cx="2742270" cy="2742270"/>
          </a:xfrm>
          <a:prstGeom prst="ellipse">
            <a:avLst/>
          </a:prstGeom>
          <a:solidFill>
            <a:schemeClr val="accent5"/>
          </a:solidFill>
          <a:ln w="19050">
            <a:noFill/>
            <a:round/>
            <a:headEnd/>
            <a:tailEnd/>
          </a:ln>
        </p:spPr>
        <p:txBody>
          <a:bodyPr vert="horz" wrap="none" lIns="241205" tIns="120602" rIns="241205" bIns="120602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3165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537522" y="5178336"/>
            <a:ext cx="16113981" cy="4998931"/>
            <a:chOff x="2912451" y="1742148"/>
            <a:chExt cx="8145016" cy="3486557"/>
          </a:xfrm>
        </p:grpSpPr>
        <p:grpSp>
          <p:nvGrpSpPr>
            <p:cNvPr id="4" name="Group 3"/>
            <p:cNvGrpSpPr/>
            <p:nvPr/>
          </p:nvGrpSpPr>
          <p:grpSpPr>
            <a:xfrm>
              <a:off x="2912451" y="2259756"/>
              <a:ext cx="1690915" cy="499872"/>
              <a:chOff x="2133538" y="1758317"/>
              <a:chExt cx="1268186" cy="374904"/>
            </a:xfrm>
          </p:grpSpPr>
          <p:sp>
            <p:nvSpPr>
              <p:cNvPr id="5" name="Rectangle 4"/>
              <p:cNvSpPr/>
              <p:nvPr/>
            </p:nvSpPr>
            <p:spPr bwMode="auto">
              <a:xfrm>
                <a:off x="2133538" y="1920402"/>
                <a:ext cx="457200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 bwMode="auto">
              <a:xfrm>
                <a:off x="2944524" y="1920402"/>
                <a:ext cx="457200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0" name="Left Arrow 9"/>
              <p:cNvSpPr/>
              <p:nvPr/>
            </p:nvSpPr>
            <p:spPr bwMode="auto">
              <a:xfrm flipH="1">
                <a:off x="2560440" y="1758317"/>
                <a:ext cx="435500" cy="374904"/>
              </a:xfrm>
              <a:prstGeom prst="leftArrow">
                <a:avLst/>
              </a:prstGeom>
              <a:solidFill>
                <a:schemeClr val="accent1"/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5993411" y="2259756"/>
              <a:ext cx="1690915" cy="499872"/>
              <a:chOff x="4444258" y="1758317"/>
              <a:chExt cx="1268186" cy="374904"/>
            </a:xfrm>
          </p:grpSpPr>
          <p:sp>
            <p:nvSpPr>
              <p:cNvPr id="13" name="Rectangle 12"/>
              <p:cNvSpPr/>
              <p:nvPr/>
            </p:nvSpPr>
            <p:spPr bwMode="auto">
              <a:xfrm>
                <a:off x="4444258" y="1920402"/>
                <a:ext cx="457200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 bwMode="auto">
              <a:xfrm>
                <a:off x="5255244" y="1920402"/>
                <a:ext cx="457200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16" name="Left Arrow 15"/>
              <p:cNvSpPr/>
              <p:nvPr/>
            </p:nvSpPr>
            <p:spPr bwMode="auto">
              <a:xfrm flipH="1">
                <a:off x="4862530" y="1758317"/>
                <a:ext cx="435500" cy="374904"/>
              </a:xfrm>
              <a:prstGeom prst="leftArrow">
                <a:avLst/>
              </a:prstGeom>
              <a:solidFill>
                <a:schemeClr val="accent2"/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815343" y="1742148"/>
              <a:ext cx="3242124" cy="3258393"/>
              <a:chOff x="5810707" y="1370110"/>
              <a:chExt cx="2431593" cy="2443795"/>
            </a:xfrm>
          </p:grpSpPr>
          <p:sp>
            <p:nvSpPr>
              <p:cNvPr id="19" name="U-Turn Arrow 18"/>
              <p:cNvSpPr/>
              <p:nvPr/>
            </p:nvSpPr>
            <p:spPr bwMode="auto">
              <a:xfrm rot="16200000" flipV="1">
                <a:off x="5729451" y="1451366"/>
                <a:ext cx="2443795" cy="2281283"/>
              </a:xfrm>
              <a:prstGeom prst="uturnArrow">
                <a:avLst>
                  <a:gd name="adj1" fmla="val 2072"/>
                  <a:gd name="adj2" fmla="val 25000"/>
                  <a:gd name="adj3" fmla="val 0"/>
                  <a:gd name="adj4" fmla="val 41580"/>
                  <a:gd name="adj5" fmla="val 58978"/>
                </a:avLst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1" name="Up Arrow 20"/>
              <p:cNvSpPr/>
              <p:nvPr/>
            </p:nvSpPr>
            <p:spPr bwMode="auto">
              <a:xfrm rot="10800000">
                <a:off x="7867396" y="2705100"/>
                <a:ext cx="374904" cy="402972"/>
              </a:xfrm>
              <a:prstGeom prst="upArrow">
                <a:avLst/>
              </a:prstGeom>
              <a:solidFill>
                <a:schemeClr val="accent3"/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4732685" y="4728833"/>
              <a:ext cx="1690915" cy="499872"/>
              <a:chOff x="3498714" y="3610125"/>
              <a:chExt cx="1268186" cy="374904"/>
            </a:xfrm>
          </p:grpSpPr>
          <p:sp>
            <p:nvSpPr>
              <p:cNvPr id="24" name="Rectangle 23"/>
              <p:cNvSpPr/>
              <p:nvPr/>
            </p:nvSpPr>
            <p:spPr bwMode="auto">
              <a:xfrm>
                <a:off x="3498714" y="3772210"/>
                <a:ext cx="457200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 bwMode="auto">
              <a:xfrm>
                <a:off x="4309700" y="3772210"/>
                <a:ext cx="457200" cy="4571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7" name="Right Arrow 26"/>
              <p:cNvSpPr/>
              <p:nvPr/>
            </p:nvSpPr>
            <p:spPr bwMode="auto">
              <a:xfrm flipH="1">
                <a:off x="3920600" y="3610125"/>
                <a:ext cx="435500" cy="374904"/>
              </a:xfrm>
              <a:prstGeom prst="rightArrow">
                <a:avLst/>
              </a:prstGeom>
              <a:solidFill>
                <a:schemeClr val="accent4"/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none" lIns="241205" tIns="120602" rIns="241205" bIns="120602" numCol="1" rtlCol="0" anchor="ctr" anchorCtr="1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165" b="1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66" name="Shape 2021"/>
          <p:cNvSpPr/>
          <p:nvPr/>
        </p:nvSpPr>
        <p:spPr>
          <a:xfrm>
            <a:off x="17712623" y="4190737"/>
            <a:ext cx="275735" cy="27573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Shape 2021"/>
          <p:cNvSpPr/>
          <p:nvPr/>
        </p:nvSpPr>
        <p:spPr>
          <a:xfrm flipH="1">
            <a:off x="12842582" y="11782791"/>
            <a:ext cx="275735" cy="27573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pPr algn="r"/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Shape 2021"/>
          <p:cNvSpPr/>
          <p:nvPr/>
        </p:nvSpPr>
        <p:spPr>
          <a:xfrm flipH="1">
            <a:off x="6171013" y="11754039"/>
            <a:ext cx="275735" cy="27573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pPr algn="r"/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Shape 2021"/>
          <p:cNvSpPr/>
          <p:nvPr/>
        </p:nvSpPr>
        <p:spPr>
          <a:xfrm>
            <a:off x="11400301" y="4190490"/>
            <a:ext cx="275735" cy="27573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Shape 2021"/>
          <p:cNvSpPr/>
          <p:nvPr/>
        </p:nvSpPr>
        <p:spPr>
          <a:xfrm>
            <a:off x="5532044" y="4190490"/>
            <a:ext cx="275735" cy="275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" name="成组">
            <a:extLst>
              <a:ext uri="{FF2B5EF4-FFF2-40B4-BE49-F238E27FC236}">
                <a16:creationId xmlns:a16="http://schemas.microsoft.com/office/drawing/2014/main" id="{6958079E-B024-6BFF-42F4-081E081B229B}"/>
              </a:ext>
            </a:extLst>
          </p:cNvPr>
          <p:cNvGrpSpPr/>
          <p:nvPr/>
        </p:nvGrpSpPr>
        <p:grpSpPr>
          <a:xfrm>
            <a:off x="13536666" y="9396842"/>
            <a:ext cx="659060" cy="659056"/>
            <a:chOff x="0" y="0"/>
            <a:chExt cx="457200" cy="457200"/>
          </a:xfrm>
        </p:grpSpPr>
        <p:sp>
          <p:nvSpPr>
            <p:cNvPr id="17" name="任意形状 363">
              <a:extLst>
                <a:ext uri="{FF2B5EF4-FFF2-40B4-BE49-F238E27FC236}">
                  <a16:creationId xmlns:a16="http://schemas.microsoft.com/office/drawing/2014/main" id="{44E73119-5167-51D6-D8BE-070948A40FB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0" name="任意形状 364">
              <a:extLst>
                <a:ext uri="{FF2B5EF4-FFF2-40B4-BE49-F238E27FC236}">
                  <a16:creationId xmlns:a16="http://schemas.microsoft.com/office/drawing/2014/main" id="{8D79ED19-4BAA-F297-A23D-BCD58A4CFF7A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8" name="成组">
            <a:extLst>
              <a:ext uri="{FF2B5EF4-FFF2-40B4-BE49-F238E27FC236}">
                <a16:creationId xmlns:a16="http://schemas.microsoft.com/office/drawing/2014/main" id="{C2B5DDCC-FB9A-E4F3-80A0-2B42DA9376FA}"/>
              </a:ext>
            </a:extLst>
          </p:cNvPr>
          <p:cNvGrpSpPr/>
          <p:nvPr/>
        </p:nvGrpSpPr>
        <p:grpSpPr>
          <a:xfrm>
            <a:off x="7389322" y="9437383"/>
            <a:ext cx="659060" cy="659056"/>
            <a:chOff x="0" y="0"/>
            <a:chExt cx="457200" cy="457200"/>
          </a:xfrm>
        </p:grpSpPr>
        <p:sp>
          <p:nvSpPr>
            <p:cNvPr id="34" name="任意形状 375">
              <a:extLst>
                <a:ext uri="{FF2B5EF4-FFF2-40B4-BE49-F238E27FC236}">
                  <a16:creationId xmlns:a16="http://schemas.microsoft.com/office/drawing/2014/main" id="{9C4D8F3C-ED11-8AB0-3F1B-B87E48BE351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5" name="任意形状 376">
              <a:extLst>
                <a:ext uri="{FF2B5EF4-FFF2-40B4-BE49-F238E27FC236}">
                  <a16:creationId xmlns:a16="http://schemas.microsoft.com/office/drawing/2014/main" id="{996CB826-BDB0-FC9D-320F-968046726DD0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55822844-4C4C-658D-746B-7259D8DB2F9B}"/>
              </a:ext>
            </a:extLst>
          </p:cNvPr>
          <p:cNvGrpSpPr/>
          <p:nvPr/>
        </p:nvGrpSpPr>
        <p:grpSpPr>
          <a:xfrm>
            <a:off x="3829817" y="6039470"/>
            <a:ext cx="659060" cy="659056"/>
            <a:chOff x="0" y="0"/>
            <a:chExt cx="457200" cy="457200"/>
          </a:xfrm>
        </p:grpSpPr>
        <p:sp>
          <p:nvSpPr>
            <p:cNvPr id="37" name="任意形状 393">
              <a:extLst>
                <a:ext uri="{FF2B5EF4-FFF2-40B4-BE49-F238E27FC236}">
                  <a16:creationId xmlns:a16="http://schemas.microsoft.com/office/drawing/2014/main" id="{4257458A-7210-5503-0470-55131211FE6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8" name="任意形状 394">
              <a:extLst>
                <a:ext uri="{FF2B5EF4-FFF2-40B4-BE49-F238E27FC236}">
                  <a16:creationId xmlns:a16="http://schemas.microsoft.com/office/drawing/2014/main" id="{42D7D526-2A42-5F86-BA8F-BE8CE932A4B8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9" name="成组">
            <a:extLst>
              <a:ext uri="{FF2B5EF4-FFF2-40B4-BE49-F238E27FC236}">
                <a16:creationId xmlns:a16="http://schemas.microsoft.com/office/drawing/2014/main" id="{437B92F1-14A8-2995-CAED-E21B865241B0}"/>
              </a:ext>
            </a:extLst>
          </p:cNvPr>
          <p:cNvGrpSpPr/>
          <p:nvPr/>
        </p:nvGrpSpPr>
        <p:grpSpPr>
          <a:xfrm>
            <a:off x="9951773" y="5980665"/>
            <a:ext cx="659060" cy="659056"/>
            <a:chOff x="0" y="0"/>
            <a:chExt cx="457200" cy="457200"/>
          </a:xfrm>
        </p:grpSpPr>
        <p:sp>
          <p:nvSpPr>
            <p:cNvPr id="40" name="任意形状 477">
              <a:extLst>
                <a:ext uri="{FF2B5EF4-FFF2-40B4-BE49-F238E27FC236}">
                  <a16:creationId xmlns:a16="http://schemas.microsoft.com/office/drawing/2014/main" id="{25D6F495-413C-C451-E247-42239E9A959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1" name="任意形状 478">
              <a:extLst>
                <a:ext uri="{FF2B5EF4-FFF2-40B4-BE49-F238E27FC236}">
                  <a16:creationId xmlns:a16="http://schemas.microsoft.com/office/drawing/2014/main" id="{63F4F008-9AD2-2CCB-757F-2BD332F283E7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2" name="成组">
            <a:extLst>
              <a:ext uri="{FF2B5EF4-FFF2-40B4-BE49-F238E27FC236}">
                <a16:creationId xmlns:a16="http://schemas.microsoft.com/office/drawing/2014/main" id="{41206CBB-4C39-7BF1-E89A-AC922AB7C0E7}"/>
              </a:ext>
            </a:extLst>
          </p:cNvPr>
          <p:cNvGrpSpPr/>
          <p:nvPr/>
        </p:nvGrpSpPr>
        <p:grpSpPr>
          <a:xfrm>
            <a:off x="16011957" y="5930596"/>
            <a:ext cx="659060" cy="659056"/>
            <a:chOff x="0" y="0"/>
            <a:chExt cx="457200" cy="457200"/>
          </a:xfrm>
        </p:grpSpPr>
        <p:sp>
          <p:nvSpPr>
            <p:cNvPr id="43" name="任意形状 477">
              <a:extLst>
                <a:ext uri="{FF2B5EF4-FFF2-40B4-BE49-F238E27FC236}">
                  <a16:creationId xmlns:a16="http://schemas.microsoft.com/office/drawing/2014/main" id="{C6240628-1788-FA45-9078-ADD95632B89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4" name="任意形状 478">
              <a:extLst>
                <a:ext uri="{FF2B5EF4-FFF2-40B4-BE49-F238E27FC236}">
                  <a16:creationId xmlns:a16="http://schemas.microsoft.com/office/drawing/2014/main" id="{6813901A-64B0-092D-9C07-65CF5D75424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64DADB0-9A77-1CB9-8114-E37DF1B81829}"/>
              </a:ext>
            </a:extLst>
          </p:cNvPr>
          <p:cNvGrpSpPr/>
          <p:nvPr/>
        </p:nvGrpSpPr>
        <p:grpSpPr>
          <a:xfrm>
            <a:off x="2192882" y="3629627"/>
            <a:ext cx="19734711" cy="9162367"/>
            <a:chOff x="2192882" y="3629627"/>
            <a:chExt cx="19734711" cy="9162367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4FBBDAD-61F5-C38B-556D-E0ABEB5665C0}"/>
                </a:ext>
              </a:extLst>
            </p:cNvPr>
            <p:cNvGrpSpPr/>
            <p:nvPr/>
          </p:nvGrpSpPr>
          <p:grpSpPr>
            <a:xfrm>
              <a:off x="6060235" y="3655636"/>
              <a:ext cx="3681423" cy="1498666"/>
              <a:chOff x="2184682" y="10420441"/>
              <a:chExt cx="3681423" cy="1498666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719B83C-D98A-EDCD-97C4-2A5185747A05}"/>
                  </a:ext>
                </a:extLst>
              </p:cNvPr>
              <p:cNvSpPr txBox="1"/>
              <p:nvPr/>
            </p:nvSpPr>
            <p:spPr>
              <a:xfrm>
                <a:off x="2184682" y="10420441"/>
                <a:ext cx="3681423" cy="667055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b">
                <a:spAutoFit/>
              </a:bodyPr>
              <a:lstStyle/>
              <a:p>
                <a:r>
                  <a:rPr lang="en-US" sz="3400" b="1" dirty="0">
                    <a:solidFill>
                      <a:schemeClr val="accent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01</a:t>
                </a:r>
                <a:endPara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50E8F19-650B-3B3A-5B0D-5BC171639AD1}"/>
                  </a:ext>
                </a:extLst>
              </p:cNvPr>
              <p:cNvSpPr txBox="1"/>
              <p:nvPr/>
            </p:nvSpPr>
            <p:spPr>
              <a:xfrm>
                <a:off x="2184682" y="10881181"/>
                <a:ext cx="3681423" cy="1037926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t">
                <a:spAutoFit/>
              </a:bodyPr>
              <a:lstStyle/>
              <a:p>
                <a:pPr>
                  <a:lnSpc>
                    <a:spcPts val="3600"/>
                  </a:lnSpc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F63B149-1322-7EF6-B0DB-FF44FF5948EC}"/>
                </a:ext>
              </a:extLst>
            </p:cNvPr>
            <p:cNvGrpSpPr/>
            <p:nvPr/>
          </p:nvGrpSpPr>
          <p:grpSpPr>
            <a:xfrm>
              <a:off x="18246170" y="3640145"/>
              <a:ext cx="3681423" cy="1529648"/>
              <a:chOff x="8612064" y="10389459"/>
              <a:chExt cx="3681423" cy="1529648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41C5198-9C9C-4D29-2FFB-CCDD063420AB}"/>
                  </a:ext>
                </a:extLst>
              </p:cNvPr>
              <p:cNvSpPr txBox="1"/>
              <p:nvPr/>
            </p:nvSpPr>
            <p:spPr>
              <a:xfrm>
                <a:off x="8630988" y="10389459"/>
                <a:ext cx="3643563" cy="667055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b">
                <a:spAutoFit/>
              </a:bodyPr>
              <a:lstStyle/>
              <a:p>
                <a:r>
                  <a:rPr lang="en-US" sz="3400" b="1" dirty="0">
                    <a:solidFill>
                      <a:schemeClr val="accent3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03</a:t>
                </a:r>
                <a:endPara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0D28FD2-1E72-8A5F-3635-59F7B06EDEE3}"/>
                  </a:ext>
                </a:extLst>
              </p:cNvPr>
              <p:cNvSpPr txBox="1"/>
              <p:nvPr/>
            </p:nvSpPr>
            <p:spPr>
              <a:xfrm>
                <a:off x="8612064" y="10881181"/>
                <a:ext cx="3681423" cy="1037926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t">
                <a:spAutoFit/>
              </a:bodyPr>
              <a:lstStyle/>
              <a:p>
                <a:pPr>
                  <a:lnSpc>
                    <a:spcPts val="3600"/>
                  </a:lnSpc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FF6D4FE-DAF7-79B3-CDB8-4D566F962BA2}"/>
                </a:ext>
              </a:extLst>
            </p:cNvPr>
            <p:cNvGrpSpPr/>
            <p:nvPr/>
          </p:nvGrpSpPr>
          <p:grpSpPr>
            <a:xfrm>
              <a:off x="2192882" y="11252219"/>
              <a:ext cx="3681423" cy="1489892"/>
              <a:chOff x="15039446" y="10429215"/>
              <a:chExt cx="3681423" cy="148989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3D72434-F6F4-C4BA-91B5-4F653FB5B77B}"/>
                  </a:ext>
                </a:extLst>
              </p:cNvPr>
              <p:cNvSpPr txBox="1"/>
              <p:nvPr/>
            </p:nvSpPr>
            <p:spPr>
              <a:xfrm>
                <a:off x="15046415" y="10429215"/>
                <a:ext cx="3667475" cy="667055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b">
                <a:spAutoFit/>
              </a:bodyPr>
              <a:lstStyle/>
              <a:p>
                <a:pPr algn="r"/>
                <a:r>
                  <a:rPr lang="en-US" sz="3400" b="1" dirty="0">
                    <a:solidFill>
                      <a:schemeClr val="accent5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05</a:t>
                </a:r>
                <a:endParaRPr lang="id-ID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D5BF622-3DD5-EC79-F596-5E06B5B9897C}"/>
                  </a:ext>
                </a:extLst>
              </p:cNvPr>
              <p:cNvSpPr txBox="1"/>
              <p:nvPr/>
            </p:nvSpPr>
            <p:spPr>
              <a:xfrm>
                <a:off x="15039446" y="10881181"/>
                <a:ext cx="3681423" cy="1037926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t">
                <a:spAutoFit/>
              </a:bodyPr>
              <a:lstStyle/>
              <a:p>
                <a:pPr algn="r">
                  <a:lnSpc>
                    <a:spcPts val="3600"/>
                  </a:lnSpc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159EF00-6D7E-F73B-0B19-21CFC13785CA}"/>
                </a:ext>
              </a:extLst>
            </p:cNvPr>
            <p:cNvGrpSpPr/>
            <p:nvPr/>
          </p:nvGrpSpPr>
          <p:grpSpPr>
            <a:xfrm>
              <a:off x="11938400" y="3629627"/>
              <a:ext cx="3681423" cy="1550684"/>
              <a:chOff x="5398374" y="3803892"/>
              <a:chExt cx="3681423" cy="1550684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DE51A4-638E-A168-58BF-8BBA38FA9DC6}"/>
                  </a:ext>
                </a:extLst>
              </p:cNvPr>
              <p:cNvSpPr txBox="1"/>
              <p:nvPr/>
            </p:nvSpPr>
            <p:spPr>
              <a:xfrm>
                <a:off x="5427271" y="3803892"/>
                <a:ext cx="3623635" cy="667055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b">
                <a:spAutoFit/>
              </a:bodyPr>
              <a:lstStyle/>
              <a:p>
                <a:r>
                  <a:rPr lang="en-US" sz="3400" b="1" dirty="0">
                    <a:solidFill>
                      <a:schemeClr val="accent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02</a:t>
                </a:r>
                <a:endPara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150FB84-6495-0487-F341-6A0944F979ED}"/>
                  </a:ext>
                </a:extLst>
              </p:cNvPr>
              <p:cNvSpPr txBox="1"/>
              <p:nvPr/>
            </p:nvSpPr>
            <p:spPr>
              <a:xfrm>
                <a:off x="5398374" y="4316650"/>
                <a:ext cx="3681423" cy="1037926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t">
                <a:spAutoFit/>
              </a:bodyPr>
              <a:lstStyle/>
              <a:p>
                <a:pPr>
                  <a:lnSpc>
                    <a:spcPts val="3600"/>
                  </a:lnSpc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C7D7184-25B5-ACFC-7DF8-894183104B52}"/>
                </a:ext>
              </a:extLst>
            </p:cNvPr>
            <p:cNvGrpSpPr/>
            <p:nvPr/>
          </p:nvGrpSpPr>
          <p:grpSpPr>
            <a:xfrm>
              <a:off x="8842789" y="11281066"/>
              <a:ext cx="3681426" cy="1510928"/>
              <a:chOff x="11825753" y="3843648"/>
              <a:chExt cx="3681426" cy="1510928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8410416-C56D-C278-BAF1-F674396C0C8A}"/>
                  </a:ext>
                </a:extLst>
              </p:cNvPr>
              <p:cNvSpPr txBox="1"/>
              <p:nvPr/>
            </p:nvSpPr>
            <p:spPr>
              <a:xfrm>
                <a:off x="11825753" y="3843648"/>
                <a:ext cx="3681425" cy="667055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b">
                <a:spAutoFit/>
              </a:bodyPr>
              <a:lstStyle/>
              <a:p>
                <a:pPr algn="r"/>
                <a:r>
                  <a:rPr lang="en-US" sz="3400" b="1" dirty="0">
                    <a:solidFill>
                      <a:schemeClr val="accent4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04</a:t>
                </a:r>
                <a:endPara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9CDF7B4-C3C3-7537-A659-CD33130C5520}"/>
                  </a:ext>
                </a:extLst>
              </p:cNvPr>
              <p:cNvSpPr txBox="1"/>
              <p:nvPr/>
            </p:nvSpPr>
            <p:spPr>
              <a:xfrm>
                <a:off x="11825756" y="4316650"/>
                <a:ext cx="3681423" cy="1037926"/>
              </a:xfrm>
              <a:prstGeom prst="rect">
                <a:avLst/>
              </a:prstGeom>
              <a:noFill/>
            </p:spPr>
            <p:txBody>
              <a:bodyPr wrap="square" lIns="142444" tIns="71222" rIns="142444" bIns="71222" rtlCol="0" anchor="t">
                <a:spAutoFit/>
              </a:bodyPr>
              <a:lstStyle/>
              <a:p>
                <a:pPr algn="r">
                  <a:lnSpc>
                    <a:spcPts val="3600"/>
                  </a:lnSpc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181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5" name="AutoShape 2"/>
          <p:cNvSpPr>
            <a:spLocks/>
          </p:cNvSpPr>
          <p:nvPr/>
        </p:nvSpPr>
        <p:spPr bwMode="auto">
          <a:xfrm>
            <a:off x="10322250" y="6361357"/>
            <a:ext cx="3778247" cy="334169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0"/>
                </a:moveTo>
                <a:cubicBezTo>
                  <a:pt x="19974" y="194"/>
                  <a:pt x="18398" y="904"/>
                  <a:pt x="16981" y="2080"/>
                </a:cubicBezTo>
                <a:cubicBezTo>
                  <a:pt x="13706" y="4798"/>
                  <a:pt x="11644" y="9574"/>
                  <a:pt x="9019" y="13377"/>
                </a:cubicBezTo>
                <a:cubicBezTo>
                  <a:pt x="6482" y="17054"/>
                  <a:pt x="3403" y="19871"/>
                  <a:pt x="0" y="21600"/>
                </a:cubicBezTo>
              </a:path>
            </a:pathLst>
          </a:custGeom>
          <a:noFill/>
          <a:ln w="12700" cap="flat" cmpd="sng">
            <a:solidFill>
              <a:schemeClr val="bg1">
                <a:lumMod val="75000"/>
              </a:schemeClr>
            </a:solidFill>
            <a:prstDash val="lgDash"/>
            <a:miter lim="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000000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6" name="AutoShape 3"/>
          <p:cNvSpPr>
            <a:spLocks/>
          </p:cNvSpPr>
          <p:nvPr/>
        </p:nvSpPr>
        <p:spPr bwMode="auto">
          <a:xfrm flipH="1">
            <a:off x="10066283" y="6340942"/>
            <a:ext cx="3729565" cy="339665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600" y="0"/>
                </a:moveTo>
                <a:cubicBezTo>
                  <a:pt x="19959" y="197"/>
                  <a:pt x="18367" y="895"/>
                  <a:pt x="16934" y="2047"/>
                </a:cubicBezTo>
                <a:cubicBezTo>
                  <a:pt x="13620" y="4710"/>
                  <a:pt x="11514" y="9381"/>
                  <a:pt x="8891" y="13164"/>
                </a:cubicBezTo>
                <a:cubicBezTo>
                  <a:pt x="6375" y="16795"/>
                  <a:pt x="3352" y="19672"/>
                  <a:pt x="0" y="21599"/>
                </a:cubicBezTo>
              </a:path>
            </a:pathLst>
          </a:custGeom>
          <a:noFill/>
          <a:ln w="12700" cap="flat" cmpd="sng">
            <a:solidFill>
              <a:schemeClr val="bg1">
                <a:lumMod val="75000"/>
              </a:schemeClr>
            </a:solidFill>
            <a:prstDash val="lgDash"/>
            <a:miter lim="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000000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7" name="AutoShape 4"/>
          <p:cNvSpPr>
            <a:spLocks/>
          </p:cNvSpPr>
          <p:nvPr/>
        </p:nvSpPr>
        <p:spPr bwMode="auto">
          <a:xfrm>
            <a:off x="15959784" y="6485413"/>
            <a:ext cx="1075686" cy="86683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21600"/>
                </a:moveTo>
                <a:cubicBezTo>
                  <a:pt x="18738" y="17338"/>
                  <a:pt x="15567" y="13395"/>
                  <a:pt x="12126" y="9818"/>
                </a:cubicBezTo>
                <a:cubicBezTo>
                  <a:pt x="10487" y="8113"/>
                  <a:pt x="8788" y="6494"/>
                  <a:pt x="7034" y="4964"/>
                </a:cubicBez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bg1">
                <a:lumMod val="75000"/>
              </a:schemeClr>
            </a:solidFill>
            <a:prstDash val="lgDash"/>
            <a:miter lim="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000000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8" name="AutoShape 5"/>
          <p:cNvSpPr>
            <a:spLocks/>
          </p:cNvSpPr>
          <p:nvPr/>
        </p:nvSpPr>
        <p:spPr bwMode="auto">
          <a:xfrm rot="11267082" flipH="1">
            <a:off x="15703817" y="9029370"/>
            <a:ext cx="1108663" cy="98146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599" y="21599"/>
                </a:moveTo>
                <a:cubicBezTo>
                  <a:pt x="18447" y="17201"/>
                  <a:pt x="15005" y="13143"/>
                  <a:pt x="11307" y="9469"/>
                </a:cubicBezTo>
                <a:cubicBezTo>
                  <a:pt x="7749" y="5934"/>
                  <a:pt x="3967" y="2767"/>
                  <a:pt x="0" y="0"/>
                </a:cubicBezTo>
              </a:path>
            </a:pathLst>
          </a:custGeom>
          <a:noFill/>
          <a:ln w="12700" cap="flat" cmpd="sng">
            <a:solidFill>
              <a:schemeClr val="bg1">
                <a:lumMod val="75000"/>
              </a:schemeClr>
            </a:solidFill>
            <a:prstDash val="lgDash"/>
            <a:miter lim="0"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000000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9" name="AutoShape 6"/>
          <p:cNvSpPr>
            <a:spLocks/>
          </p:cNvSpPr>
          <p:nvPr/>
        </p:nvSpPr>
        <p:spPr bwMode="auto">
          <a:xfrm>
            <a:off x="7390419" y="9139295"/>
            <a:ext cx="1213876" cy="83542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6649" y="19258"/>
                  <a:pt x="12007" y="15717"/>
                  <a:pt x="7870" y="11127"/>
                </a:cubicBezTo>
                <a:cubicBezTo>
                  <a:pt x="4950" y="7887"/>
                  <a:pt x="2308" y="4151"/>
                  <a:pt x="0" y="0"/>
                </a:cubicBezTo>
              </a:path>
            </a:pathLst>
          </a:custGeom>
          <a:noFill/>
          <a:ln w="12700" cap="flat" cmpd="sng">
            <a:solidFill>
              <a:schemeClr val="bg1">
                <a:lumMod val="75000"/>
              </a:schemeClr>
            </a:solidFill>
            <a:prstDash val="lgDash"/>
            <a:miter lim="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000000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0" name="AutoShape 7"/>
          <p:cNvSpPr>
            <a:spLocks/>
          </p:cNvSpPr>
          <p:nvPr/>
        </p:nvSpPr>
        <p:spPr bwMode="auto">
          <a:xfrm>
            <a:off x="7103047" y="6446157"/>
            <a:ext cx="1074115" cy="951629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21599"/>
                </a:moveTo>
                <a:cubicBezTo>
                  <a:pt x="2310" y="17554"/>
                  <a:pt x="5041" y="13836"/>
                  <a:pt x="8134" y="10523"/>
                </a:cubicBezTo>
                <a:cubicBezTo>
                  <a:pt x="12118" y="6256"/>
                  <a:pt x="16659" y="2707"/>
                  <a:pt x="21600" y="0"/>
                </a:cubicBezTo>
              </a:path>
            </a:pathLst>
          </a:custGeom>
          <a:noFill/>
          <a:ln w="12700" cap="flat" cmpd="sng">
            <a:solidFill>
              <a:schemeClr val="bg1">
                <a:lumMod val="75000"/>
              </a:schemeClr>
            </a:solidFill>
            <a:prstDash val="lgDash"/>
            <a:miter lim="0"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000000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1" name="AutoShape 8"/>
          <p:cNvSpPr>
            <a:spLocks/>
          </p:cNvSpPr>
          <p:nvPr/>
        </p:nvSpPr>
        <p:spPr bwMode="auto">
          <a:xfrm>
            <a:off x="14106779" y="5533786"/>
            <a:ext cx="1644151" cy="1645720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lIns="50251" tIns="50251" rIns="50251" bIns="50251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74C606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2" name="AutoShape 9"/>
          <p:cNvSpPr>
            <a:spLocks/>
          </p:cNvSpPr>
          <p:nvPr/>
        </p:nvSpPr>
        <p:spPr bwMode="auto">
          <a:xfrm>
            <a:off x="16242446" y="7236038"/>
            <a:ext cx="1644151" cy="1645720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lIns="50251" tIns="50251" rIns="50251" bIns="50251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74C606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3" name="AutoShape 10"/>
          <p:cNvSpPr>
            <a:spLocks/>
          </p:cNvSpPr>
          <p:nvPr/>
        </p:nvSpPr>
        <p:spPr bwMode="auto">
          <a:xfrm>
            <a:off x="14051816" y="8881759"/>
            <a:ext cx="1644149" cy="1644151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lIns="50251" tIns="50251" rIns="50251" bIns="50251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F6DC68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4" name="AutoShape 11"/>
          <p:cNvSpPr>
            <a:spLocks/>
          </p:cNvSpPr>
          <p:nvPr/>
        </p:nvSpPr>
        <p:spPr bwMode="auto">
          <a:xfrm>
            <a:off x="8418994" y="8881759"/>
            <a:ext cx="1644151" cy="1644151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lIns="50251" tIns="50251" rIns="50251" bIns="50251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F6DC68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5" name="AutoShape 12"/>
          <p:cNvSpPr>
            <a:spLocks/>
          </p:cNvSpPr>
          <p:nvPr/>
        </p:nvSpPr>
        <p:spPr bwMode="auto">
          <a:xfrm>
            <a:off x="8418994" y="5533786"/>
            <a:ext cx="1644151" cy="1644149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lIns="50251" tIns="50251" rIns="50251" bIns="50251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B7EDE6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16" name="AutoShape 13"/>
          <p:cNvSpPr>
            <a:spLocks/>
          </p:cNvSpPr>
          <p:nvPr/>
        </p:nvSpPr>
        <p:spPr bwMode="auto">
          <a:xfrm>
            <a:off x="6266052" y="7236038"/>
            <a:ext cx="1645720" cy="1645720"/>
          </a:xfrm>
          <a:custGeom>
            <a:avLst/>
            <a:gdLst>
              <a:gd name="T0" fmla="+- 0 10800 961"/>
              <a:gd name="T1" fmla="*/ T0 w 19679"/>
              <a:gd name="T2" fmla="+- 0 10800 961"/>
              <a:gd name="T3" fmla="*/ 10800 h 19679"/>
              <a:gd name="T4" fmla="+- 0 10800 961"/>
              <a:gd name="T5" fmla="*/ T4 w 19679"/>
              <a:gd name="T6" fmla="+- 0 10800 961"/>
              <a:gd name="T7" fmla="*/ 10800 h 19679"/>
              <a:gd name="T8" fmla="+- 0 10800 961"/>
              <a:gd name="T9" fmla="*/ T8 w 19679"/>
              <a:gd name="T10" fmla="+- 0 10800 961"/>
              <a:gd name="T11" fmla="*/ 10800 h 19679"/>
              <a:gd name="T12" fmla="+- 0 10800 961"/>
              <a:gd name="T13" fmla="*/ T12 w 19679"/>
              <a:gd name="T14" fmla="+- 0 10800 961"/>
              <a:gd name="T15" fmla="*/ 10800 h 19679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lIns="50251" tIns="50251" rIns="50251" bIns="50251" anchor="ctr"/>
          <a:lstStyle>
            <a:lvl1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1pPr>
            <a:lvl2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2pPr>
            <a:lvl3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3pPr>
            <a:lvl4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4pPr>
            <a:lvl5pPr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5pPr>
            <a:lvl6pPr marL="39243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6pPr>
            <a:lvl7pPr marL="43815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7pPr>
            <a:lvl8pPr marL="48387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8pPr>
            <a:lvl9pPr marL="5295900" indent="-927100" algn="ctr" defTabSz="82550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SzPct val="75000"/>
              <a:buChar char="•"/>
              <a:defRPr sz="7600">
                <a:solidFill>
                  <a:srgbClr val="777776"/>
                </a:solidFill>
                <a:latin typeface="Open Sans" panose="020B0606030504020204" pitchFamily="34" charset="0"/>
                <a:cs typeface="Open Sans" panose="020B0606030504020204" pitchFamily="34" charset="0"/>
                <a:sym typeface="Open Sans" panose="020B0606030504020204" pitchFamily="34" charset="0"/>
              </a:defRPr>
            </a:lvl9pPr>
          </a:lstStyle>
          <a:p>
            <a:endParaRPr lang="id-ID" sz="3165" dirty="0">
              <a:solidFill>
                <a:srgbClr val="B7EDE6"/>
              </a:solidFill>
              <a:latin typeface="Poppins" panose="00000500000000000000" pitchFamily="50" charset="0"/>
              <a:sym typeface="Helvetica Light" charset="0"/>
            </a:endParaRPr>
          </a:p>
        </p:txBody>
      </p:sp>
      <p:sp>
        <p:nvSpPr>
          <p:cNvPr id="48" name="Shape 2021"/>
          <p:cNvSpPr/>
          <p:nvPr/>
        </p:nvSpPr>
        <p:spPr>
          <a:xfrm>
            <a:off x="15366720" y="4916989"/>
            <a:ext cx="275735" cy="27573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Shape 2021"/>
          <p:cNvSpPr/>
          <p:nvPr/>
        </p:nvSpPr>
        <p:spPr>
          <a:xfrm flipH="1">
            <a:off x="8356084" y="4916989"/>
            <a:ext cx="275735" cy="27573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pPr algn="r"/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Shape 2021"/>
          <p:cNvSpPr/>
          <p:nvPr/>
        </p:nvSpPr>
        <p:spPr>
          <a:xfrm flipV="1">
            <a:off x="15366720" y="10880699"/>
            <a:ext cx="275735" cy="27573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Shape 2021"/>
          <p:cNvSpPr/>
          <p:nvPr/>
        </p:nvSpPr>
        <p:spPr>
          <a:xfrm flipH="1" flipV="1">
            <a:off x="8356084" y="10880699"/>
            <a:ext cx="275735" cy="27573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Shape 2021"/>
          <p:cNvSpPr/>
          <p:nvPr/>
        </p:nvSpPr>
        <p:spPr>
          <a:xfrm>
            <a:off x="18433075" y="7862985"/>
            <a:ext cx="275735" cy="27573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BE0FD3D-FFE9-111B-17BD-DB29BD8DD28A}"/>
              </a:ext>
            </a:extLst>
          </p:cNvPr>
          <p:cNvGrpSpPr/>
          <p:nvPr/>
        </p:nvGrpSpPr>
        <p:grpSpPr>
          <a:xfrm>
            <a:off x="1126673" y="3911050"/>
            <a:ext cx="21867128" cy="8394161"/>
            <a:chOff x="1126673" y="3911050"/>
            <a:chExt cx="21867128" cy="839416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4BD3F08-ECC9-3177-3E55-9A20733ED188}"/>
                </a:ext>
              </a:extLst>
            </p:cNvPr>
            <p:cNvGrpSpPr/>
            <p:nvPr/>
          </p:nvGrpSpPr>
          <p:grpSpPr>
            <a:xfrm>
              <a:off x="16242443" y="3911050"/>
              <a:ext cx="3993323" cy="1548516"/>
              <a:chOff x="16266360" y="3974845"/>
              <a:chExt cx="3993323" cy="1548516"/>
            </a:xfrm>
          </p:grpSpPr>
          <p:sp>
            <p:nvSpPr>
              <p:cNvPr id="46" name="Shape 2019"/>
              <p:cNvSpPr txBox="1"/>
              <p:nvPr/>
            </p:nvSpPr>
            <p:spPr>
              <a:xfrm>
                <a:off x="16266360" y="3974845"/>
                <a:ext cx="2904129" cy="1278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3400" b="1" dirty="0">
                    <a:solidFill>
                      <a:schemeClr val="accent4"/>
                    </a:solidFill>
                    <a:latin typeface="Poppins" panose="00000500000000000000" pitchFamily="2" charset="0"/>
                    <a:ea typeface="Lato Black"/>
                    <a:cs typeface="Poppins" panose="00000500000000000000" pitchFamily="2" charset="0"/>
                    <a:sym typeface="Lato Black"/>
                  </a:rPr>
                  <a:t>PROCESS 4</a:t>
                </a:r>
              </a:p>
            </p:txBody>
          </p:sp>
          <p:sp>
            <p:nvSpPr>
              <p:cNvPr id="47" name="Shape 2020"/>
              <p:cNvSpPr/>
              <p:nvPr/>
            </p:nvSpPr>
            <p:spPr>
              <a:xfrm>
                <a:off x="16293363" y="4463874"/>
                <a:ext cx="3966320" cy="105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 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0EE6A73-1F1B-8FA1-1FD5-1B2E1418DF04}"/>
                </a:ext>
              </a:extLst>
            </p:cNvPr>
            <p:cNvGrpSpPr/>
            <p:nvPr/>
          </p:nvGrpSpPr>
          <p:grpSpPr>
            <a:xfrm>
              <a:off x="3762774" y="3911050"/>
              <a:ext cx="3993322" cy="1548516"/>
              <a:chOff x="3786691" y="3974845"/>
              <a:chExt cx="3993322" cy="1548516"/>
            </a:xfrm>
          </p:grpSpPr>
          <p:sp>
            <p:nvSpPr>
              <p:cNvPr id="54" name="Shape 2019"/>
              <p:cNvSpPr txBox="1"/>
              <p:nvPr/>
            </p:nvSpPr>
            <p:spPr>
              <a:xfrm flipH="1">
                <a:off x="4949984" y="3974845"/>
                <a:ext cx="2830029" cy="1278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 algn="r">
                  <a:buSzPct val="25000"/>
                </a:pPr>
                <a:r>
                  <a:rPr lang="en-US" sz="3400" b="1" dirty="0">
                    <a:solidFill>
                      <a:schemeClr val="accent2"/>
                    </a:solidFill>
                    <a:latin typeface="Poppins" panose="00000500000000000000" pitchFamily="2" charset="0"/>
                    <a:ea typeface="Lato Black"/>
                    <a:cs typeface="Poppins" panose="00000500000000000000" pitchFamily="2" charset="0"/>
                    <a:sym typeface="Lato Black"/>
                  </a:rPr>
                  <a:t>PROCESS 1</a:t>
                </a:r>
              </a:p>
            </p:txBody>
          </p:sp>
          <p:sp>
            <p:nvSpPr>
              <p:cNvPr id="55" name="Shape 2020"/>
              <p:cNvSpPr/>
              <p:nvPr/>
            </p:nvSpPr>
            <p:spPr>
              <a:xfrm flipH="1">
                <a:off x="3786691" y="4463874"/>
                <a:ext cx="3966321" cy="105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 algn="r"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3CE4E8C-C83B-016C-FAD2-61F8CDD0658A}"/>
                </a:ext>
              </a:extLst>
            </p:cNvPr>
            <p:cNvGrpSpPr/>
            <p:nvPr/>
          </p:nvGrpSpPr>
          <p:grpSpPr>
            <a:xfrm>
              <a:off x="16242443" y="10756695"/>
              <a:ext cx="3993323" cy="1548516"/>
              <a:chOff x="16266360" y="10948080"/>
              <a:chExt cx="3993323" cy="1548516"/>
            </a:xfrm>
          </p:grpSpPr>
          <p:sp>
            <p:nvSpPr>
              <p:cNvPr id="58" name="Shape 2019"/>
              <p:cNvSpPr txBox="1"/>
              <p:nvPr/>
            </p:nvSpPr>
            <p:spPr>
              <a:xfrm>
                <a:off x="16266360" y="10948080"/>
                <a:ext cx="2904129" cy="1278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3400" b="1" dirty="0">
                    <a:solidFill>
                      <a:schemeClr val="accent6"/>
                    </a:solidFill>
                    <a:latin typeface="Poppins" panose="00000500000000000000" pitchFamily="2" charset="0"/>
                    <a:ea typeface="Lato Black"/>
                    <a:cs typeface="Poppins" panose="00000500000000000000" pitchFamily="2" charset="0"/>
                    <a:sym typeface="Lato Black"/>
                  </a:rPr>
                  <a:t>PROCESS 2</a:t>
                </a:r>
              </a:p>
            </p:txBody>
          </p:sp>
          <p:sp>
            <p:nvSpPr>
              <p:cNvPr id="59" name="Shape 2020"/>
              <p:cNvSpPr/>
              <p:nvPr/>
            </p:nvSpPr>
            <p:spPr>
              <a:xfrm>
                <a:off x="16293363" y="11437109"/>
                <a:ext cx="3966320" cy="105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CD0EDEA-6E14-DC0C-0369-BC1B7ACDFCCE}"/>
                </a:ext>
              </a:extLst>
            </p:cNvPr>
            <p:cNvGrpSpPr/>
            <p:nvPr/>
          </p:nvGrpSpPr>
          <p:grpSpPr>
            <a:xfrm>
              <a:off x="3762774" y="10756695"/>
              <a:ext cx="3993322" cy="1548516"/>
              <a:chOff x="3786691" y="10948080"/>
              <a:chExt cx="3993322" cy="1548516"/>
            </a:xfrm>
          </p:grpSpPr>
          <p:sp>
            <p:nvSpPr>
              <p:cNvPr id="86" name="Shape 2019"/>
              <p:cNvSpPr txBox="1"/>
              <p:nvPr/>
            </p:nvSpPr>
            <p:spPr>
              <a:xfrm flipH="1">
                <a:off x="4949984" y="10948080"/>
                <a:ext cx="2830029" cy="1278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3400" b="1" dirty="0">
                    <a:solidFill>
                      <a:schemeClr val="accent3"/>
                    </a:solidFill>
                    <a:latin typeface="Poppins" panose="00000500000000000000" pitchFamily="2" charset="0"/>
                    <a:ea typeface="Lato Black"/>
                    <a:cs typeface="Poppins" panose="00000500000000000000" pitchFamily="2" charset="0"/>
                    <a:sym typeface="Lato Black"/>
                  </a:rPr>
                  <a:t>PROCESS 5</a:t>
                </a:r>
              </a:p>
            </p:txBody>
          </p:sp>
          <p:sp>
            <p:nvSpPr>
              <p:cNvPr id="87" name="Shape 2020"/>
              <p:cNvSpPr/>
              <p:nvPr/>
            </p:nvSpPr>
            <p:spPr>
              <a:xfrm flipH="1">
                <a:off x="3786691" y="11437109"/>
                <a:ext cx="3966321" cy="105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 algn="r"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E6B72BA-683F-D230-D6A8-840670A3EFDA}"/>
                </a:ext>
              </a:extLst>
            </p:cNvPr>
            <p:cNvGrpSpPr/>
            <p:nvPr/>
          </p:nvGrpSpPr>
          <p:grpSpPr>
            <a:xfrm>
              <a:off x="19000478" y="7333873"/>
              <a:ext cx="3993323" cy="1548516"/>
              <a:chOff x="19024395" y="7456952"/>
              <a:chExt cx="3993323" cy="1548516"/>
            </a:xfrm>
          </p:grpSpPr>
          <p:sp>
            <p:nvSpPr>
              <p:cNvPr id="89" name="Shape 2019"/>
              <p:cNvSpPr txBox="1"/>
              <p:nvPr/>
            </p:nvSpPr>
            <p:spPr>
              <a:xfrm>
                <a:off x="19024395" y="7456952"/>
                <a:ext cx="2904129" cy="1278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en-US" sz="3400" b="1" dirty="0">
                    <a:solidFill>
                      <a:schemeClr val="accent5"/>
                    </a:solidFill>
                    <a:latin typeface="Poppins" panose="00000500000000000000" pitchFamily="2" charset="0"/>
                    <a:ea typeface="Lato Black"/>
                    <a:cs typeface="Poppins" panose="00000500000000000000" pitchFamily="2" charset="0"/>
                    <a:sym typeface="Lato Black"/>
                  </a:rPr>
                  <a:t>PROCESS 3</a:t>
                </a:r>
              </a:p>
            </p:txBody>
          </p:sp>
          <p:sp>
            <p:nvSpPr>
              <p:cNvPr id="90" name="Shape 2020"/>
              <p:cNvSpPr/>
              <p:nvPr/>
            </p:nvSpPr>
            <p:spPr>
              <a:xfrm>
                <a:off x="19051398" y="7945981"/>
                <a:ext cx="3966320" cy="105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 </a:t>
                </a:r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EB507EF-6C60-1526-75F4-15D2883BE3CC}"/>
                </a:ext>
              </a:extLst>
            </p:cNvPr>
            <p:cNvGrpSpPr/>
            <p:nvPr/>
          </p:nvGrpSpPr>
          <p:grpSpPr>
            <a:xfrm>
              <a:off x="1126673" y="7333873"/>
              <a:ext cx="3993322" cy="1548516"/>
              <a:chOff x="1150590" y="7456952"/>
              <a:chExt cx="3993322" cy="1548516"/>
            </a:xfrm>
          </p:grpSpPr>
          <p:sp>
            <p:nvSpPr>
              <p:cNvPr id="93" name="Shape 2019"/>
              <p:cNvSpPr txBox="1"/>
              <p:nvPr/>
            </p:nvSpPr>
            <p:spPr>
              <a:xfrm flipH="1">
                <a:off x="2313883" y="7456952"/>
                <a:ext cx="2830029" cy="12786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 algn="r">
                  <a:buSzPct val="25000"/>
                </a:pPr>
                <a:r>
                  <a:rPr lang="en-US" sz="3400" b="1" dirty="0">
                    <a:solidFill>
                      <a:schemeClr val="accent1"/>
                    </a:solidFill>
                    <a:latin typeface="Poppins" panose="00000500000000000000" pitchFamily="2" charset="0"/>
                    <a:ea typeface="Lato Black"/>
                    <a:cs typeface="Poppins" panose="00000500000000000000" pitchFamily="2" charset="0"/>
                    <a:sym typeface="Lato Black"/>
                  </a:rPr>
                  <a:t>PROCESS 6</a:t>
                </a:r>
              </a:p>
            </p:txBody>
          </p:sp>
          <p:sp>
            <p:nvSpPr>
              <p:cNvPr id="94" name="Shape 2020"/>
              <p:cNvSpPr/>
              <p:nvPr/>
            </p:nvSpPr>
            <p:spPr>
              <a:xfrm flipH="1">
                <a:off x="1150590" y="7945981"/>
                <a:ext cx="3966321" cy="1059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 algn="r"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</p:grpSp>
      <p:sp>
        <p:nvSpPr>
          <p:cNvPr id="95" name="Shape 2021"/>
          <p:cNvSpPr/>
          <p:nvPr/>
        </p:nvSpPr>
        <p:spPr>
          <a:xfrm flipH="1">
            <a:off x="5411663" y="7862985"/>
            <a:ext cx="275735" cy="275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180874" tIns="90412" rIns="180874" bIns="90412" anchor="ctr" anchorCtr="0">
            <a:noAutofit/>
          </a:bodyPr>
          <a:lstStyle/>
          <a:p>
            <a:pPr algn="r"/>
            <a:endParaRPr sz="3165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" name="成组">
            <a:extLst>
              <a:ext uri="{FF2B5EF4-FFF2-40B4-BE49-F238E27FC236}">
                <a16:creationId xmlns:a16="http://schemas.microsoft.com/office/drawing/2014/main" id="{ACE6250C-8199-E616-EB81-ADEF1F53E21E}"/>
              </a:ext>
            </a:extLst>
          </p:cNvPr>
          <p:cNvGrpSpPr/>
          <p:nvPr/>
        </p:nvGrpSpPr>
        <p:grpSpPr>
          <a:xfrm>
            <a:off x="16770475" y="7752304"/>
            <a:ext cx="659060" cy="659056"/>
            <a:chOff x="0" y="0"/>
            <a:chExt cx="457200" cy="457200"/>
          </a:xfrm>
        </p:grpSpPr>
        <p:sp>
          <p:nvSpPr>
            <p:cNvPr id="25" name="任意形状 363">
              <a:extLst>
                <a:ext uri="{FF2B5EF4-FFF2-40B4-BE49-F238E27FC236}">
                  <a16:creationId xmlns:a16="http://schemas.microsoft.com/office/drawing/2014/main" id="{7424C1CB-CDA8-A440-9C69-65CA9AA5A02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6" name="任意形状 364">
              <a:extLst>
                <a:ext uri="{FF2B5EF4-FFF2-40B4-BE49-F238E27FC236}">
                  <a16:creationId xmlns:a16="http://schemas.microsoft.com/office/drawing/2014/main" id="{29A23BB1-D63F-E15A-3E28-994161A35A72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7" name="成组">
            <a:extLst>
              <a:ext uri="{FF2B5EF4-FFF2-40B4-BE49-F238E27FC236}">
                <a16:creationId xmlns:a16="http://schemas.microsoft.com/office/drawing/2014/main" id="{EA4A1758-DEBE-3CBC-D2D7-A3ABFA6FF9C3}"/>
              </a:ext>
            </a:extLst>
          </p:cNvPr>
          <p:cNvGrpSpPr/>
          <p:nvPr/>
        </p:nvGrpSpPr>
        <p:grpSpPr>
          <a:xfrm>
            <a:off x="8917264" y="9416769"/>
            <a:ext cx="659060" cy="659056"/>
            <a:chOff x="0" y="0"/>
            <a:chExt cx="457200" cy="457200"/>
          </a:xfrm>
        </p:grpSpPr>
        <p:sp>
          <p:nvSpPr>
            <p:cNvPr id="28" name="任意形状 375">
              <a:extLst>
                <a:ext uri="{FF2B5EF4-FFF2-40B4-BE49-F238E27FC236}">
                  <a16:creationId xmlns:a16="http://schemas.microsoft.com/office/drawing/2014/main" id="{04890BFE-E79D-9643-52F8-EBAA2960264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9" name="任意形状 376">
              <a:extLst>
                <a:ext uri="{FF2B5EF4-FFF2-40B4-BE49-F238E27FC236}">
                  <a16:creationId xmlns:a16="http://schemas.microsoft.com/office/drawing/2014/main" id="{6EE13E61-0D7C-8842-7A2C-FC0609B7EA9E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1A1DA7B-1697-75CB-EC65-9EE3B7A3FE21}"/>
              </a:ext>
            </a:extLst>
          </p:cNvPr>
          <p:cNvGrpSpPr/>
          <p:nvPr/>
        </p:nvGrpSpPr>
        <p:grpSpPr>
          <a:xfrm>
            <a:off x="8910839" y="6031376"/>
            <a:ext cx="659060" cy="659056"/>
            <a:chOff x="0" y="0"/>
            <a:chExt cx="457200" cy="457200"/>
          </a:xfrm>
        </p:grpSpPr>
        <p:sp>
          <p:nvSpPr>
            <p:cNvPr id="31" name="任意形状 387">
              <a:extLst>
                <a:ext uri="{FF2B5EF4-FFF2-40B4-BE49-F238E27FC236}">
                  <a16:creationId xmlns:a16="http://schemas.microsoft.com/office/drawing/2014/main" id="{FE79D99A-0AB0-1B06-17A7-FD7319590A2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2" name="任意形状 388">
              <a:extLst>
                <a:ext uri="{FF2B5EF4-FFF2-40B4-BE49-F238E27FC236}">
                  <a16:creationId xmlns:a16="http://schemas.microsoft.com/office/drawing/2014/main" id="{94EF4040-C5EB-5B62-AEDA-6C99B0187279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200"/>
                  </a:move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1964" y="19200"/>
                  </a:lnTo>
                  <a:lnTo>
                    <a:pt x="1964" y="1200"/>
                  </a:lnTo>
                  <a:cubicBezTo>
                    <a:pt x="1964" y="537"/>
                    <a:pt x="2403" y="0"/>
                    <a:pt x="2945" y="0"/>
                  </a:cubicBezTo>
                  <a:lnTo>
                    <a:pt x="12764" y="0"/>
                  </a:lnTo>
                  <a:cubicBezTo>
                    <a:pt x="13306" y="0"/>
                    <a:pt x="13745" y="537"/>
                    <a:pt x="13745" y="1200"/>
                  </a:cubicBezTo>
                  <a:lnTo>
                    <a:pt x="13745" y="19200"/>
                  </a:lnTo>
                  <a:lnTo>
                    <a:pt x="17673" y="19200"/>
                  </a:lnTo>
                  <a:lnTo>
                    <a:pt x="17673" y="9600"/>
                  </a:lnTo>
                  <a:lnTo>
                    <a:pt x="15709" y="9600"/>
                  </a:lnTo>
                  <a:lnTo>
                    <a:pt x="15709" y="7200"/>
                  </a:lnTo>
                  <a:lnTo>
                    <a:pt x="18655" y="7200"/>
                  </a:lnTo>
                  <a:cubicBezTo>
                    <a:pt x="19197" y="7200"/>
                    <a:pt x="19636" y="7737"/>
                    <a:pt x="19636" y="8400"/>
                  </a:cubicBezTo>
                  <a:lnTo>
                    <a:pt x="19636" y="19200"/>
                  </a:lnTo>
                  <a:close/>
                  <a:moveTo>
                    <a:pt x="3927" y="2400"/>
                  </a:moveTo>
                  <a:lnTo>
                    <a:pt x="3927" y="19200"/>
                  </a:lnTo>
                  <a:lnTo>
                    <a:pt x="11782" y="19200"/>
                  </a:lnTo>
                  <a:lnTo>
                    <a:pt x="11782" y="2400"/>
                  </a:lnTo>
                  <a:lnTo>
                    <a:pt x="3927" y="2400"/>
                  </a:lnTo>
                  <a:close/>
                  <a:moveTo>
                    <a:pt x="5891" y="9600"/>
                  </a:moveTo>
                  <a:lnTo>
                    <a:pt x="9818" y="9600"/>
                  </a:lnTo>
                  <a:lnTo>
                    <a:pt x="9818" y="12000"/>
                  </a:lnTo>
                  <a:lnTo>
                    <a:pt x="5891" y="12000"/>
                  </a:lnTo>
                  <a:lnTo>
                    <a:pt x="5891" y="9600"/>
                  </a:lnTo>
                  <a:close/>
                  <a:moveTo>
                    <a:pt x="5891" y="4800"/>
                  </a:moveTo>
                  <a:lnTo>
                    <a:pt x="9818" y="4800"/>
                  </a:lnTo>
                  <a:lnTo>
                    <a:pt x="9818" y="7200"/>
                  </a:lnTo>
                  <a:lnTo>
                    <a:pt x="5891" y="7200"/>
                  </a:lnTo>
                  <a:lnTo>
                    <a:pt x="5891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F317D55B-6EB7-B1D4-9BF9-98F9D2E83F10}"/>
              </a:ext>
            </a:extLst>
          </p:cNvPr>
          <p:cNvGrpSpPr/>
          <p:nvPr/>
        </p:nvGrpSpPr>
        <p:grpSpPr>
          <a:xfrm>
            <a:off x="6755473" y="7721544"/>
            <a:ext cx="659060" cy="659056"/>
            <a:chOff x="0" y="0"/>
            <a:chExt cx="457200" cy="457200"/>
          </a:xfrm>
        </p:grpSpPr>
        <p:sp>
          <p:nvSpPr>
            <p:cNvPr id="34" name="任意形状 393">
              <a:extLst>
                <a:ext uri="{FF2B5EF4-FFF2-40B4-BE49-F238E27FC236}">
                  <a16:creationId xmlns:a16="http://schemas.microsoft.com/office/drawing/2014/main" id="{5EF0D1CE-4E54-07DA-426E-D4D1D66E1F2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5" name="任意形状 394">
              <a:extLst>
                <a:ext uri="{FF2B5EF4-FFF2-40B4-BE49-F238E27FC236}">
                  <a16:creationId xmlns:a16="http://schemas.microsoft.com/office/drawing/2014/main" id="{FAB15E96-EE83-820F-BDAD-52594A7A0D12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9CB56114-CA14-816B-FEEF-276A0137BBA4}"/>
              </a:ext>
            </a:extLst>
          </p:cNvPr>
          <p:cNvGrpSpPr/>
          <p:nvPr/>
        </p:nvGrpSpPr>
        <p:grpSpPr>
          <a:xfrm>
            <a:off x="14557250" y="9416769"/>
            <a:ext cx="659060" cy="659056"/>
            <a:chOff x="0" y="0"/>
            <a:chExt cx="457200" cy="457200"/>
          </a:xfrm>
        </p:grpSpPr>
        <p:sp>
          <p:nvSpPr>
            <p:cNvPr id="37" name="任意形状 399">
              <a:extLst>
                <a:ext uri="{FF2B5EF4-FFF2-40B4-BE49-F238E27FC236}">
                  <a16:creationId xmlns:a16="http://schemas.microsoft.com/office/drawing/2014/main" id="{BEDC072A-14A7-0D7D-1B6B-35E6F7892D2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8" name="任意形状 400">
              <a:extLst>
                <a:ext uri="{FF2B5EF4-FFF2-40B4-BE49-F238E27FC236}">
                  <a16:creationId xmlns:a16="http://schemas.microsoft.com/office/drawing/2014/main" id="{BA8653EF-E545-4FBD-EFB9-55EFC5AD7F64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9" name="成组">
            <a:extLst>
              <a:ext uri="{FF2B5EF4-FFF2-40B4-BE49-F238E27FC236}">
                <a16:creationId xmlns:a16="http://schemas.microsoft.com/office/drawing/2014/main" id="{E15E28B9-AA1C-D1A8-2012-CD1E4443E806}"/>
              </a:ext>
            </a:extLst>
          </p:cNvPr>
          <p:cNvGrpSpPr/>
          <p:nvPr/>
        </p:nvGrpSpPr>
        <p:grpSpPr>
          <a:xfrm>
            <a:off x="14630604" y="6026333"/>
            <a:ext cx="659060" cy="659056"/>
            <a:chOff x="0" y="0"/>
            <a:chExt cx="457200" cy="457200"/>
          </a:xfrm>
        </p:grpSpPr>
        <p:sp>
          <p:nvSpPr>
            <p:cNvPr id="40" name="任意形状 477">
              <a:extLst>
                <a:ext uri="{FF2B5EF4-FFF2-40B4-BE49-F238E27FC236}">
                  <a16:creationId xmlns:a16="http://schemas.microsoft.com/office/drawing/2014/main" id="{805B7C24-1149-A13A-E4E1-8940644B530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1" name="任意形状 478">
              <a:extLst>
                <a:ext uri="{FF2B5EF4-FFF2-40B4-BE49-F238E27FC236}">
                  <a16:creationId xmlns:a16="http://schemas.microsoft.com/office/drawing/2014/main" id="{78E2CBBF-AF6F-7AED-A2AD-21241621B37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68315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AB56BDB1-AA2A-49E4-B636-638681ED47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781B4337-8603-4E2A-8BF4-3F43C4E5F2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5" name="Oval 26"/>
          <p:cNvSpPr>
            <a:spLocks noChangeArrowheads="1"/>
          </p:cNvSpPr>
          <p:nvPr/>
        </p:nvSpPr>
        <p:spPr bwMode="auto">
          <a:xfrm>
            <a:off x="2089175" y="6031936"/>
            <a:ext cx="3873673" cy="3894925"/>
          </a:xfrm>
          <a:prstGeom prst="donut">
            <a:avLst>
              <a:gd name="adj" fmla="val 17380"/>
            </a:avLst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6" name="Oval 26"/>
          <p:cNvSpPr>
            <a:spLocks noChangeArrowheads="1"/>
          </p:cNvSpPr>
          <p:nvPr/>
        </p:nvSpPr>
        <p:spPr bwMode="auto">
          <a:xfrm>
            <a:off x="5307118" y="6031936"/>
            <a:ext cx="3873673" cy="3894925"/>
          </a:xfrm>
          <a:prstGeom prst="donut">
            <a:avLst>
              <a:gd name="adj" fmla="val 17380"/>
            </a:avLst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7" name="Oval 26"/>
          <p:cNvSpPr>
            <a:spLocks noChangeArrowheads="1"/>
          </p:cNvSpPr>
          <p:nvPr/>
        </p:nvSpPr>
        <p:spPr bwMode="auto">
          <a:xfrm>
            <a:off x="8515950" y="6031936"/>
            <a:ext cx="3873673" cy="3894925"/>
          </a:xfrm>
          <a:prstGeom prst="donut">
            <a:avLst>
              <a:gd name="adj" fmla="val 17380"/>
            </a:avLst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8" name="Oval 26"/>
          <p:cNvSpPr>
            <a:spLocks noChangeArrowheads="1"/>
          </p:cNvSpPr>
          <p:nvPr/>
        </p:nvSpPr>
        <p:spPr bwMode="auto">
          <a:xfrm>
            <a:off x="11730856" y="6031936"/>
            <a:ext cx="3873673" cy="3894925"/>
          </a:xfrm>
          <a:prstGeom prst="donut">
            <a:avLst>
              <a:gd name="adj" fmla="val 17380"/>
            </a:avLst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9" name="Oval 26"/>
          <p:cNvSpPr>
            <a:spLocks noChangeArrowheads="1"/>
          </p:cNvSpPr>
          <p:nvPr/>
        </p:nvSpPr>
        <p:spPr bwMode="auto">
          <a:xfrm>
            <a:off x="14939689" y="6031936"/>
            <a:ext cx="3873673" cy="3894925"/>
          </a:xfrm>
          <a:prstGeom prst="donut">
            <a:avLst>
              <a:gd name="adj" fmla="val 17380"/>
            </a:avLst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0" name="Oval 26"/>
          <p:cNvSpPr>
            <a:spLocks noChangeArrowheads="1"/>
          </p:cNvSpPr>
          <p:nvPr/>
        </p:nvSpPr>
        <p:spPr bwMode="auto">
          <a:xfrm>
            <a:off x="18157627" y="6031936"/>
            <a:ext cx="3873673" cy="3894925"/>
          </a:xfrm>
          <a:prstGeom prst="donut">
            <a:avLst>
              <a:gd name="adj" fmla="val 17380"/>
            </a:avLst>
          </a:prstGeom>
          <a:solidFill>
            <a:schemeClr val="bg1">
              <a:lumMod val="65000"/>
              <a:alpha val="3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grpSp>
        <p:nvGrpSpPr>
          <p:cNvPr id="11" name="Group 10"/>
          <p:cNvGrpSpPr/>
          <p:nvPr/>
        </p:nvGrpSpPr>
        <p:grpSpPr>
          <a:xfrm>
            <a:off x="2089175" y="6031935"/>
            <a:ext cx="3873673" cy="1945944"/>
            <a:chOff x="1358900" y="1941513"/>
            <a:chExt cx="2025650" cy="1017587"/>
          </a:xfrm>
        </p:grpSpPr>
        <p:sp>
          <p:nvSpPr>
            <p:cNvPr id="12" name="Freeform 32"/>
            <p:cNvSpPr>
              <a:spLocks/>
            </p:cNvSpPr>
            <p:nvPr/>
          </p:nvSpPr>
          <p:spPr bwMode="auto">
            <a:xfrm>
              <a:off x="1358900" y="1941513"/>
              <a:ext cx="2025650" cy="1017587"/>
            </a:xfrm>
            <a:custGeom>
              <a:avLst/>
              <a:gdLst>
                <a:gd name="T0" fmla="*/ 540 w 540"/>
                <a:gd name="T1" fmla="*/ 270 h 270"/>
                <a:gd name="T2" fmla="*/ 448 w 540"/>
                <a:gd name="T3" fmla="*/ 270 h 270"/>
                <a:gd name="T4" fmla="*/ 270 w 540"/>
                <a:gd name="T5" fmla="*/ 92 h 270"/>
                <a:gd name="T6" fmla="*/ 92 w 540"/>
                <a:gd name="T7" fmla="*/ 270 h 270"/>
                <a:gd name="T8" fmla="*/ 0 w 540"/>
                <a:gd name="T9" fmla="*/ 270 h 270"/>
                <a:gd name="T10" fmla="*/ 270 w 540"/>
                <a:gd name="T11" fmla="*/ 0 h 270"/>
                <a:gd name="T12" fmla="*/ 54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540" y="270"/>
                  </a:moveTo>
                  <a:cubicBezTo>
                    <a:pt x="448" y="270"/>
                    <a:pt x="448" y="270"/>
                    <a:pt x="448" y="270"/>
                  </a:cubicBezTo>
                  <a:cubicBezTo>
                    <a:pt x="448" y="172"/>
                    <a:pt x="368" y="92"/>
                    <a:pt x="270" y="92"/>
                  </a:cubicBezTo>
                  <a:cubicBezTo>
                    <a:pt x="172" y="92"/>
                    <a:pt x="92" y="172"/>
                    <a:pt x="92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121"/>
                    <a:pt x="121" y="0"/>
                    <a:pt x="270" y="0"/>
                  </a:cubicBezTo>
                  <a:cubicBezTo>
                    <a:pt x="419" y="0"/>
                    <a:pt x="540" y="121"/>
                    <a:pt x="540" y="2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3" name="Freeform 38"/>
            <p:cNvSpPr>
              <a:spLocks/>
            </p:cNvSpPr>
            <p:nvPr/>
          </p:nvSpPr>
          <p:spPr bwMode="auto">
            <a:xfrm>
              <a:off x="1530350" y="2114550"/>
              <a:ext cx="1682750" cy="844550"/>
            </a:xfrm>
            <a:custGeom>
              <a:avLst/>
              <a:gdLst>
                <a:gd name="T0" fmla="*/ 224 w 448"/>
                <a:gd name="T1" fmla="*/ 0 h 224"/>
                <a:gd name="T2" fmla="*/ 0 w 448"/>
                <a:gd name="T3" fmla="*/ 224 h 224"/>
                <a:gd name="T4" fmla="*/ 46 w 448"/>
                <a:gd name="T5" fmla="*/ 224 h 224"/>
                <a:gd name="T6" fmla="*/ 224 w 448"/>
                <a:gd name="T7" fmla="*/ 46 h 224"/>
                <a:gd name="T8" fmla="*/ 402 w 448"/>
                <a:gd name="T9" fmla="*/ 224 h 224"/>
                <a:gd name="T10" fmla="*/ 448 w 448"/>
                <a:gd name="T11" fmla="*/ 224 h 224"/>
                <a:gd name="T12" fmla="*/ 224 w 448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8" h="224">
                  <a:moveTo>
                    <a:pt x="224" y="0"/>
                  </a:moveTo>
                  <a:cubicBezTo>
                    <a:pt x="100" y="0"/>
                    <a:pt x="0" y="100"/>
                    <a:pt x="0" y="224"/>
                  </a:cubicBezTo>
                  <a:cubicBezTo>
                    <a:pt x="46" y="224"/>
                    <a:pt x="46" y="224"/>
                    <a:pt x="46" y="224"/>
                  </a:cubicBezTo>
                  <a:cubicBezTo>
                    <a:pt x="46" y="126"/>
                    <a:pt x="126" y="46"/>
                    <a:pt x="224" y="46"/>
                  </a:cubicBezTo>
                  <a:cubicBezTo>
                    <a:pt x="322" y="46"/>
                    <a:pt x="402" y="126"/>
                    <a:pt x="402" y="22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48" y="100"/>
                    <a:pt x="348" y="0"/>
                    <a:pt x="224" y="0"/>
                  </a:cubicBezTo>
                  <a:close/>
                </a:path>
              </a:pathLst>
            </a:custGeom>
            <a:solidFill>
              <a:schemeClr val="accent1">
                <a:lumMod val="50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304080" y="7977880"/>
            <a:ext cx="3876710" cy="1948981"/>
            <a:chOff x="3040063" y="2959100"/>
            <a:chExt cx="2027238" cy="1019175"/>
          </a:xfrm>
        </p:grpSpPr>
        <p:sp>
          <p:nvSpPr>
            <p:cNvPr id="15" name="Freeform 33"/>
            <p:cNvSpPr>
              <a:spLocks/>
            </p:cNvSpPr>
            <p:nvPr/>
          </p:nvSpPr>
          <p:spPr bwMode="auto">
            <a:xfrm>
              <a:off x="3040063" y="2959100"/>
              <a:ext cx="2027238" cy="1019175"/>
            </a:xfrm>
            <a:custGeom>
              <a:avLst/>
              <a:gdLst>
                <a:gd name="T0" fmla="*/ 270 w 540"/>
                <a:gd name="T1" fmla="*/ 270 h 270"/>
                <a:gd name="T2" fmla="*/ 0 w 540"/>
                <a:gd name="T3" fmla="*/ 0 h 270"/>
                <a:gd name="T4" fmla="*/ 92 w 540"/>
                <a:gd name="T5" fmla="*/ 0 h 270"/>
                <a:gd name="T6" fmla="*/ 270 w 540"/>
                <a:gd name="T7" fmla="*/ 178 h 270"/>
                <a:gd name="T8" fmla="*/ 447 w 540"/>
                <a:gd name="T9" fmla="*/ 0 h 270"/>
                <a:gd name="T10" fmla="*/ 540 w 540"/>
                <a:gd name="T11" fmla="*/ 0 h 270"/>
                <a:gd name="T12" fmla="*/ 27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270" y="270"/>
                  </a:moveTo>
                  <a:cubicBezTo>
                    <a:pt x="121" y="270"/>
                    <a:pt x="0" y="149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98"/>
                    <a:pt x="172" y="178"/>
                    <a:pt x="270" y="178"/>
                  </a:cubicBezTo>
                  <a:cubicBezTo>
                    <a:pt x="368" y="178"/>
                    <a:pt x="447" y="98"/>
                    <a:pt x="447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149"/>
                    <a:pt x="418" y="270"/>
                    <a:pt x="270" y="2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6" name="Freeform 39"/>
            <p:cNvSpPr>
              <a:spLocks/>
            </p:cNvSpPr>
            <p:nvPr/>
          </p:nvSpPr>
          <p:spPr bwMode="auto">
            <a:xfrm>
              <a:off x="3040063" y="2959100"/>
              <a:ext cx="2027238" cy="1019175"/>
            </a:xfrm>
            <a:custGeom>
              <a:avLst/>
              <a:gdLst>
                <a:gd name="T0" fmla="*/ 493 w 540"/>
                <a:gd name="T1" fmla="*/ 0 h 270"/>
                <a:gd name="T2" fmla="*/ 270 w 540"/>
                <a:gd name="T3" fmla="*/ 224 h 270"/>
                <a:gd name="T4" fmla="*/ 46 w 540"/>
                <a:gd name="T5" fmla="*/ 0 h 270"/>
                <a:gd name="T6" fmla="*/ 0 w 540"/>
                <a:gd name="T7" fmla="*/ 0 h 270"/>
                <a:gd name="T8" fmla="*/ 270 w 540"/>
                <a:gd name="T9" fmla="*/ 270 h 270"/>
                <a:gd name="T10" fmla="*/ 540 w 540"/>
                <a:gd name="T11" fmla="*/ 0 h 270"/>
                <a:gd name="T12" fmla="*/ 493 w 5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493" y="0"/>
                  </a:moveTo>
                  <a:cubicBezTo>
                    <a:pt x="493" y="124"/>
                    <a:pt x="393" y="224"/>
                    <a:pt x="270" y="224"/>
                  </a:cubicBezTo>
                  <a:cubicBezTo>
                    <a:pt x="146" y="224"/>
                    <a:pt x="46" y="124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121" y="270"/>
                    <a:pt x="270" y="270"/>
                  </a:cubicBezTo>
                  <a:cubicBezTo>
                    <a:pt x="418" y="270"/>
                    <a:pt x="540" y="149"/>
                    <a:pt x="540" y="0"/>
                  </a:cubicBezTo>
                  <a:lnTo>
                    <a:pt x="493" y="0"/>
                  </a:lnTo>
                  <a:close/>
                </a:path>
              </a:pathLst>
            </a:custGeom>
            <a:solidFill>
              <a:schemeClr val="accent2">
                <a:lumMod val="50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512912" y="6031935"/>
            <a:ext cx="3876710" cy="1945944"/>
            <a:chOff x="4718050" y="1941513"/>
            <a:chExt cx="2027238" cy="1017587"/>
          </a:xfrm>
        </p:grpSpPr>
        <p:sp>
          <p:nvSpPr>
            <p:cNvPr id="18" name="Freeform 34"/>
            <p:cNvSpPr>
              <a:spLocks/>
            </p:cNvSpPr>
            <p:nvPr/>
          </p:nvSpPr>
          <p:spPr bwMode="auto">
            <a:xfrm>
              <a:off x="4718050" y="1941513"/>
              <a:ext cx="2027238" cy="1017587"/>
            </a:xfrm>
            <a:custGeom>
              <a:avLst/>
              <a:gdLst>
                <a:gd name="T0" fmla="*/ 540 w 540"/>
                <a:gd name="T1" fmla="*/ 270 h 270"/>
                <a:gd name="T2" fmla="*/ 448 w 540"/>
                <a:gd name="T3" fmla="*/ 270 h 270"/>
                <a:gd name="T4" fmla="*/ 270 w 540"/>
                <a:gd name="T5" fmla="*/ 92 h 270"/>
                <a:gd name="T6" fmla="*/ 93 w 540"/>
                <a:gd name="T7" fmla="*/ 270 h 270"/>
                <a:gd name="T8" fmla="*/ 0 w 540"/>
                <a:gd name="T9" fmla="*/ 270 h 270"/>
                <a:gd name="T10" fmla="*/ 270 w 540"/>
                <a:gd name="T11" fmla="*/ 0 h 270"/>
                <a:gd name="T12" fmla="*/ 54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540" y="270"/>
                  </a:moveTo>
                  <a:cubicBezTo>
                    <a:pt x="448" y="270"/>
                    <a:pt x="448" y="270"/>
                    <a:pt x="448" y="270"/>
                  </a:cubicBezTo>
                  <a:cubicBezTo>
                    <a:pt x="448" y="172"/>
                    <a:pt x="368" y="92"/>
                    <a:pt x="270" y="92"/>
                  </a:cubicBezTo>
                  <a:cubicBezTo>
                    <a:pt x="172" y="92"/>
                    <a:pt x="93" y="172"/>
                    <a:pt x="93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121"/>
                    <a:pt x="121" y="0"/>
                    <a:pt x="270" y="0"/>
                  </a:cubicBezTo>
                  <a:cubicBezTo>
                    <a:pt x="419" y="0"/>
                    <a:pt x="540" y="121"/>
                    <a:pt x="540" y="2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9" name="Freeform 40"/>
            <p:cNvSpPr>
              <a:spLocks/>
            </p:cNvSpPr>
            <p:nvPr/>
          </p:nvSpPr>
          <p:spPr bwMode="auto">
            <a:xfrm>
              <a:off x="4891088" y="2114550"/>
              <a:ext cx="1681163" cy="844550"/>
            </a:xfrm>
            <a:custGeom>
              <a:avLst/>
              <a:gdLst>
                <a:gd name="T0" fmla="*/ 224 w 448"/>
                <a:gd name="T1" fmla="*/ 0 h 224"/>
                <a:gd name="T2" fmla="*/ 0 w 448"/>
                <a:gd name="T3" fmla="*/ 224 h 224"/>
                <a:gd name="T4" fmla="*/ 47 w 448"/>
                <a:gd name="T5" fmla="*/ 224 h 224"/>
                <a:gd name="T6" fmla="*/ 224 w 448"/>
                <a:gd name="T7" fmla="*/ 46 h 224"/>
                <a:gd name="T8" fmla="*/ 402 w 448"/>
                <a:gd name="T9" fmla="*/ 224 h 224"/>
                <a:gd name="T10" fmla="*/ 448 w 448"/>
                <a:gd name="T11" fmla="*/ 224 h 224"/>
                <a:gd name="T12" fmla="*/ 224 w 448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8" h="224">
                  <a:moveTo>
                    <a:pt x="224" y="0"/>
                  </a:moveTo>
                  <a:cubicBezTo>
                    <a:pt x="101" y="0"/>
                    <a:pt x="0" y="100"/>
                    <a:pt x="0" y="224"/>
                  </a:cubicBezTo>
                  <a:cubicBezTo>
                    <a:pt x="47" y="224"/>
                    <a:pt x="47" y="224"/>
                    <a:pt x="47" y="224"/>
                  </a:cubicBezTo>
                  <a:cubicBezTo>
                    <a:pt x="47" y="126"/>
                    <a:pt x="126" y="46"/>
                    <a:pt x="224" y="46"/>
                  </a:cubicBezTo>
                  <a:cubicBezTo>
                    <a:pt x="322" y="46"/>
                    <a:pt x="402" y="126"/>
                    <a:pt x="402" y="224"/>
                  </a:cubicBezTo>
                  <a:cubicBezTo>
                    <a:pt x="448" y="224"/>
                    <a:pt x="448" y="224"/>
                    <a:pt x="448" y="224"/>
                  </a:cubicBezTo>
                  <a:cubicBezTo>
                    <a:pt x="448" y="100"/>
                    <a:pt x="348" y="0"/>
                    <a:pt x="224" y="0"/>
                  </a:cubicBezTo>
                  <a:close/>
                </a:path>
              </a:pathLst>
            </a:custGeom>
            <a:solidFill>
              <a:schemeClr val="accent3">
                <a:lumMod val="50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1727818" y="7977880"/>
            <a:ext cx="3876710" cy="1948981"/>
            <a:chOff x="6399213" y="2959100"/>
            <a:chExt cx="2027238" cy="1019175"/>
          </a:xfrm>
        </p:grpSpPr>
        <p:sp>
          <p:nvSpPr>
            <p:cNvPr id="21" name="Freeform 35"/>
            <p:cNvSpPr>
              <a:spLocks/>
            </p:cNvSpPr>
            <p:nvPr/>
          </p:nvSpPr>
          <p:spPr bwMode="auto">
            <a:xfrm>
              <a:off x="6399213" y="2959100"/>
              <a:ext cx="2027238" cy="1019175"/>
            </a:xfrm>
            <a:custGeom>
              <a:avLst/>
              <a:gdLst>
                <a:gd name="T0" fmla="*/ 270 w 540"/>
                <a:gd name="T1" fmla="*/ 270 h 270"/>
                <a:gd name="T2" fmla="*/ 0 w 540"/>
                <a:gd name="T3" fmla="*/ 0 h 270"/>
                <a:gd name="T4" fmla="*/ 92 w 540"/>
                <a:gd name="T5" fmla="*/ 0 h 270"/>
                <a:gd name="T6" fmla="*/ 270 w 540"/>
                <a:gd name="T7" fmla="*/ 178 h 270"/>
                <a:gd name="T8" fmla="*/ 447 w 540"/>
                <a:gd name="T9" fmla="*/ 0 h 270"/>
                <a:gd name="T10" fmla="*/ 540 w 540"/>
                <a:gd name="T11" fmla="*/ 0 h 270"/>
                <a:gd name="T12" fmla="*/ 27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270" y="270"/>
                  </a:moveTo>
                  <a:cubicBezTo>
                    <a:pt x="121" y="270"/>
                    <a:pt x="0" y="149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98"/>
                    <a:pt x="172" y="178"/>
                    <a:pt x="270" y="178"/>
                  </a:cubicBezTo>
                  <a:cubicBezTo>
                    <a:pt x="368" y="178"/>
                    <a:pt x="447" y="98"/>
                    <a:pt x="447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149"/>
                    <a:pt x="419" y="270"/>
                    <a:pt x="270" y="27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2" name="Freeform 41"/>
            <p:cNvSpPr>
              <a:spLocks/>
            </p:cNvSpPr>
            <p:nvPr/>
          </p:nvSpPr>
          <p:spPr bwMode="auto">
            <a:xfrm>
              <a:off x="6399213" y="2959100"/>
              <a:ext cx="2027238" cy="1019175"/>
            </a:xfrm>
            <a:custGeom>
              <a:avLst/>
              <a:gdLst>
                <a:gd name="T0" fmla="*/ 494 w 540"/>
                <a:gd name="T1" fmla="*/ 0 h 270"/>
                <a:gd name="T2" fmla="*/ 270 w 540"/>
                <a:gd name="T3" fmla="*/ 224 h 270"/>
                <a:gd name="T4" fmla="*/ 46 w 540"/>
                <a:gd name="T5" fmla="*/ 0 h 270"/>
                <a:gd name="T6" fmla="*/ 0 w 540"/>
                <a:gd name="T7" fmla="*/ 0 h 270"/>
                <a:gd name="T8" fmla="*/ 270 w 540"/>
                <a:gd name="T9" fmla="*/ 270 h 270"/>
                <a:gd name="T10" fmla="*/ 540 w 540"/>
                <a:gd name="T11" fmla="*/ 0 h 270"/>
                <a:gd name="T12" fmla="*/ 494 w 5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494" y="0"/>
                  </a:moveTo>
                  <a:cubicBezTo>
                    <a:pt x="494" y="124"/>
                    <a:pt x="393" y="224"/>
                    <a:pt x="270" y="224"/>
                  </a:cubicBezTo>
                  <a:cubicBezTo>
                    <a:pt x="146" y="224"/>
                    <a:pt x="46" y="124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121" y="270"/>
                    <a:pt x="270" y="270"/>
                  </a:cubicBezTo>
                  <a:cubicBezTo>
                    <a:pt x="419" y="270"/>
                    <a:pt x="540" y="149"/>
                    <a:pt x="540" y="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accent4">
                <a:lumMod val="50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14936651" y="6031935"/>
            <a:ext cx="3876710" cy="1945944"/>
            <a:chOff x="8077200" y="1941513"/>
            <a:chExt cx="2027238" cy="1017587"/>
          </a:xfrm>
        </p:grpSpPr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8077200" y="1941513"/>
              <a:ext cx="2027238" cy="1017587"/>
            </a:xfrm>
            <a:custGeom>
              <a:avLst/>
              <a:gdLst>
                <a:gd name="T0" fmla="*/ 540 w 540"/>
                <a:gd name="T1" fmla="*/ 270 h 270"/>
                <a:gd name="T2" fmla="*/ 448 w 540"/>
                <a:gd name="T3" fmla="*/ 270 h 270"/>
                <a:gd name="T4" fmla="*/ 270 w 540"/>
                <a:gd name="T5" fmla="*/ 92 h 270"/>
                <a:gd name="T6" fmla="*/ 93 w 540"/>
                <a:gd name="T7" fmla="*/ 270 h 270"/>
                <a:gd name="T8" fmla="*/ 0 w 540"/>
                <a:gd name="T9" fmla="*/ 270 h 270"/>
                <a:gd name="T10" fmla="*/ 270 w 540"/>
                <a:gd name="T11" fmla="*/ 0 h 270"/>
                <a:gd name="T12" fmla="*/ 54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540" y="270"/>
                  </a:moveTo>
                  <a:cubicBezTo>
                    <a:pt x="448" y="270"/>
                    <a:pt x="448" y="270"/>
                    <a:pt x="448" y="270"/>
                  </a:cubicBezTo>
                  <a:cubicBezTo>
                    <a:pt x="448" y="172"/>
                    <a:pt x="368" y="92"/>
                    <a:pt x="270" y="92"/>
                  </a:cubicBezTo>
                  <a:cubicBezTo>
                    <a:pt x="172" y="92"/>
                    <a:pt x="93" y="172"/>
                    <a:pt x="93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121"/>
                    <a:pt x="122" y="0"/>
                    <a:pt x="270" y="0"/>
                  </a:cubicBezTo>
                  <a:cubicBezTo>
                    <a:pt x="419" y="0"/>
                    <a:pt x="540" y="121"/>
                    <a:pt x="540" y="27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5" name="Freeform 42"/>
            <p:cNvSpPr>
              <a:spLocks/>
            </p:cNvSpPr>
            <p:nvPr/>
          </p:nvSpPr>
          <p:spPr bwMode="auto">
            <a:xfrm>
              <a:off x="8253413" y="2114550"/>
              <a:ext cx="1677988" cy="844550"/>
            </a:xfrm>
            <a:custGeom>
              <a:avLst/>
              <a:gdLst>
                <a:gd name="T0" fmla="*/ 223 w 447"/>
                <a:gd name="T1" fmla="*/ 0 h 224"/>
                <a:gd name="T2" fmla="*/ 0 w 447"/>
                <a:gd name="T3" fmla="*/ 224 h 224"/>
                <a:gd name="T4" fmla="*/ 46 w 447"/>
                <a:gd name="T5" fmla="*/ 224 h 224"/>
                <a:gd name="T6" fmla="*/ 223 w 447"/>
                <a:gd name="T7" fmla="*/ 46 h 224"/>
                <a:gd name="T8" fmla="*/ 401 w 447"/>
                <a:gd name="T9" fmla="*/ 224 h 224"/>
                <a:gd name="T10" fmla="*/ 447 w 447"/>
                <a:gd name="T11" fmla="*/ 224 h 224"/>
                <a:gd name="T12" fmla="*/ 223 w 447"/>
                <a:gd name="T13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7" h="224">
                  <a:moveTo>
                    <a:pt x="223" y="0"/>
                  </a:moveTo>
                  <a:cubicBezTo>
                    <a:pt x="100" y="0"/>
                    <a:pt x="0" y="100"/>
                    <a:pt x="0" y="224"/>
                  </a:cubicBezTo>
                  <a:cubicBezTo>
                    <a:pt x="46" y="224"/>
                    <a:pt x="46" y="224"/>
                    <a:pt x="46" y="224"/>
                  </a:cubicBezTo>
                  <a:cubicBezTo>
                    <a:pt x="46" y="126"/>
                    <a:pt x="125" y="46"/>
                    <a:pt x="223" y="46"/>
                  </a:cubicBezTo>
                  <a:cubicBezTo>
                    <a:pt x="321" y="46"/>
                    <a:pt x="401" y="126"/>
                    <a:pt x="401" y="224"/>
                  </a:cubicBezTo>
                  <a:cubicBezTo>
                    <a:pt x="447" y="224"/>
                    <a:pt x="447" y="224"/>
                    <a:pt x="447" y="224"/>
                  </a:cubicBezTo>
                  <a:cubicBezTo>
                    <a:pt x="447" y="100"/>
                    <a:pt x="347" y="0"/>
                    <a:pt x="223" y="0"/>
                  </a:cubicBezTo>
                  <a:close/>
                </a:path>
              </a:pathLst>
            </a:custGeom>
            <a:solidFill>
              <a:schemeClr val="accent5">
                <a:lumMod val="50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18154589" y="7977880"/>
            <a:ext cx="3876710" cy="1948981"/>
            <a:chOff x="9759950" y="2959100"/>
            <a:chExt cx="2027238" cy="1019175"/>
          </a:xfrm>
        </p:grpSpPr>
        <p:sp>
          <p:nvSpPr>
            <p:cNvPr id="27" name="Freeform 37"/>
            <p:cNvSpPr>
              <a:spLocks/>
            </p:cNvSpPr>
            <p:nvPr/>
          </p:nvSpPr>
          <p:spPr bwMode="auto">
            <a:xfrm>
              <a:off x="9759950" y="2959100"/>
              <a:ext cx="2027238" cy="1019175"/>
            </a:xfrm>
            <a:custGeom>
              <a:avLst/>
              <a:gdLst>
                <a:gd name="T0" fmla="*/ 270 w 540"/>
                <a:gd name="T1" fmla="*/ 270 h 270"/>
                <a:gd name="T2" fmla="*/ 0 w 540"/>
                <a:gd name="T3" fmla="*/ 0 h 270"/>
                <a:gd name="T4" fmla="*/ 92 w 540"/>
                <a:gd name="T5" fmla="*/ 0 h 270"/>
                <a:gd name="T6" fmla="*/ 270 w 540"/>
                <a:gd name="T7" fmla="*/ 178 h 270"/>
                <a:gd name="T8" fmla="*/ 448 w 540"/>
                <a:gd name="T9" fmla="*/ 0 h 270"/>
                <a:gd name="T10" fmla="*/ 540 w 540"/>
                <a:gd name="T11" fmla="*/ 0 h 270"/>
                <a:gd name="T12" fmla="*/ 270 w 540"/>
                <a:gd name="T13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270" y="270"/>
                  </a:moveTo>
                  <a:cubicBezTo>
                    <a:pt x="121" y="270"/>
                    <a:pt x="0" y="149"/>
                    <a:pt x="0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2" y="98"/>
                    <a:pt x="172" y="178"/>
                    <a:pt x="270" y="178"/>
                  </a:cubicBezTo>
                  <a:cubicBezTo>
                    <a:pt x="368" y="178"/>
                    <a:pt x="448" y="98"/>
                    <a:pt x="448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0" y="149"/>
                    <a:pt x="419" y="270"/>
                    <a:pt x="270" y="27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8" name="Freeform 43"/>
            <p:cNvSpPr>
              <a:spLocks/>
            </p:cNvSpPr>
            <p:nvPr/>
          </p:nvSpPr>
          <p:spPr bwMode="auto">
            <a:xfrm>
              <a:off x="9759950" y="2959100"/>
              <a:ext cx="2027238" cy="1019175"/>
            </a:xfrm>
            <a:custGeom>
              <a:avLst/>
              <a:gdLst>
                <a:gd name="T0" fmla="*/ 494 w 540"/>
                <a:gd name="T1" fmla="*/ 0 h 270"/>
                <a:gd name="T2" fmla="*/ 270 w 540"/>
                <a:gd name="T3" fmla="*/ 224 h 270"/>
                <a:gd name="T4" fmla="*/ 46 w 540"/>
                <a:gd name="T5" fmla="*/ 0 h 270"/>
                <a:gd name="T6" fmla="*/ 0 w 540"/>
                <a:gd name="T7" fmla="*/ 0 h 270"/>
                <a:gd name="T8" fmla="*/ 270 w 540"/>
                <a:gd name="T9" fmla="*/ 270 h 270"/>
                <a:gd name="T10" fmla="*/ 540 w 540"/>
                <a:gd name="T11" fmla="*/ 0 h 270"/>
                <a:gd name="T12" fmla="*/ 494 w 540"/>
                <a:gd name="T13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70">
                  <a:moveTo>
                    <a:pt x="494" y="0"/>
                  </a:moveTo>
                  <a:cubicBezTo>
                    <a:pt x="494" y="124"/>
                    <a:pt x="394" y="224"/>
                    <a:pt x="270" y="224"/>
                  </a:cubicBezTo>
                  <a:cubicBezTo>
                    <a:pt x="146" y="224"/>
                    <a:pt x="46" y="124"/>
                    <a:pt x="4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121" y="270"/>
                    <a:pt x="270" y="270"/>
                  </a:cubicBezTo>
                  <a:cubicBezTo>
                    <a:pt x="419" y="270"/>
                    <a:pt x="540" y="149"/>
                    <a:pt x="540" y="0"/>
                  </a:cubicBezTo>
                  <a:lnTo>
                    <a:pt x="494" y="0"/>
                  </a:lnTo>
                  <a:close/>
                </a:path>
              </a:pathLst>
            </a:custGeom>
            <a:solidFill>
              <a:schemeClr val="accent6">
                <a:lumMod val="50000"/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grpSp>
        <p:nvGrpSpPr>
          <p:cNvPr id="32" name="成组">
            <a:extLst>
              <a:ext uri="{FF2B5EF4-FFF2-40B4-BE49-F238E27FC236}">
                <a16:creationId xmlns:a16="http://schemas.microsoft.com/office/drawing/2014/main" id="{C9B7468F-8A75-0C0F-88E0-4B9BF21004C4}"/>
              </a:ext>
            </a:extLst>
          </p:cNvPr>
          <p:cNvGrpSpPr/>
          <p:nvPr/>
        </p:nvGrpSpPr>
        <p:grpSpPr>
          <a:xfrm>
            <a:off x="10173496" y="7725694"/>
            <a:ext cx="574919" cy="574915"/>
            <a:chOff x="0" y="0"/>
            <a:chExt cx="457200" cy="457200"/>
          </a:xfrm>
        </p:grpSpPr>
        <p:sp>
          <p:nvSpPr>
            <p:cNvPr id="33" name="任意形状 363">
              <a:extLst>
                <a:ext uri="{FF2B5EF4-FFF2-40B4-BE49-F238E27FC236}">
                  <a16:creationId xmlns:a16="http://schemas.microsoft.com/office/drawing/2014/main" id="{B9EA6ABE-3411-043B-E9B9-6896CE39614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4" name="任意形状 364">
              <a:extLst>
                <a:ext uri="{FF2B5EF4-FFF2-40B4-BE49-F238E27FC236}">
                  <a16:creationId xmlns:a16="http://schemas.microsoft.com/office/drawing/2014/main" id="{CD56E141-D329-535C-12C6-3761C03A9E06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5" name="成组">
            <a:extLst>
              <a:ext uri="{FF2B5EF4-FFF2-40B4-BE49-F238E27FC236}">
                <a16:creationId xmlns:a16="http://schemas.microsoft.com/office/drawing/2014/main" id="{75BD4F2A-D8EE-3183-FA2F-9CD041B36D32}"/>
              </a:ext>
            </a:extLst>
          </p:cNvPr>
          <p:cNvGrpSpPr/>
          <p:nvPr/>
        </p:nvGrpSpPr>
        <p:grpSpPr>
          <a:xfrm>
            <a:off x="16619416" y="7725694"/>
            <a:ext cx="574919" cy="574915"/>
            <a:chOff x="0" y="0"/>
            <a:chExt cx="457200" cy="457200"/>
          </a:xfrm>
        </p:grpSpPr>
        <p:sp>
          <p:nvSpPr>
            <p:cNvPr id="36" name="任意形状 375">
              <a:extLst>
                <a:ext uri="{FF2B5EF4-FFF2-40B4-BE49-F238E27FC236}">
                  <a16:creationId xmlns:a16="http://schemas.microsoft.com/office/drawing/2014/main" id="{6D3A389F-5513-75FD-8272-22CF848667D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7" name="任意形状 376">
              <a:extLst>
                <a:ext uri="{FF2B5EF4-FFF2-40B4-BE49-F238E27FC236}">
                  <a16:creationId xmlns:a16="http://schemas.microsoft.com/office/drawing/2014/main" id="{043CD6DE-F9C9-AA2C-5AAE-681C6648FD1C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8" name="成组">
            <a:extLst>
              <a:ext uri="{FF2B5EF4-FFF2-40B4-BE49-F238E27FC236}">
                <a16:creationId xmlns:a16="http://schemas.microsoft.com/office/drawing/2014/main" id="{25B4FDD7-1962-2E8E-5A0A-A1AFA42D2AAE}"/>
              </a:ext>
            </a:extLst>
          </p:cNvPr>
          <p:cNvGrpSpPr/>
          <p:nvPr/>
        </p:nvGrpSpPr>
        <p:grpSpPr>
          <a:xfrm>
            <a:off x="3727576" y="7725694"/>
            <a:ext cx="574919" cy="574915"/>
            <a:chOff x="0" y="0"/>
            <a:chExt cx="457200" cy="457200"/>
          </a:xfrm>
        </p:grpSpPr>
        <p:sp>
          <p:nvSpPr>
            <p:cNvPr id="39" name="任意形状 393">
              <a:extLst>
                <a:ext uri="{FF2B5EF4-FFF2-40B4-BE49-F238E27FC236}">
                  <a16:creationId xmlns:a16="http://schemas.microsoft.com/office/drawing/2014/main" id="{478EE9CA-5D1E-6DCB-4859-D4C242464D2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0" name="任意形状 394">
              <a:extLst>
                <a:ext uri="{FF2B5EF4-FFF2-40B4-BE49-F238E27FC236}">
                  <a16:creationId xmlns:a16="http://schemas.microsoft.com/office/drawing/2014/main" id="{623DDE45-16BD-1CFD-33D2-132276455B86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41" name="成组">
            <a:extLst>
              <a:ext uri="{FF2B5EF4-FFF2-40B4-BE49-F238E27FC236}">
                <a16:creationId xmlns:a16="http://schemas.microsoft.com/office/drawing/2014/main" id="{EA2A2535-B378-AB37-46CF-3315146F4754}"/>
              </a:ext>
            </a:extLst>
          </p:cNvPr>
          <p:cNvGrpSpPr/>
          <p:nvPr/>
        </p:nvGrpSpPr>
        <p:grpSpPr>
          <a:xfrm>
            <a:off x="6950536" y="7725694"/>
            <a:ext cx="574919" cy="574915"/>
            <a:chOff x="0" y="0"/>
            <a:chExt cx="457200" cy="457200"/>
          </a:xfrm>
        </p:grpSpPr>
        <p:sp>
          <p:nvSpPr>
            <p:cNvPr id="42" name="任意形状 399">
              <a:extLst>
                <a:ext uri="{FF2B5EF4-FFF2-40B4-BE49-F238E27FC236}">
                  <a16:creationId xmlns:a16="http://schemas.microsoft.com/office/drawing/2014/main" id="{669DC5D9-1D99-8B3A-62F8-AD59A46DC1F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3" name="任意形状 400">
              <a:extLst>
                <a:ext uri="{FF2B5EF4-FFF2-40B4-BE49-F238E27FC236}">
                  <a16:creationId xmlns:a16="http://schemas.microsoft.com/office/drawing/2014/main" id="{ED831B6A-1B87-4C4E-17A4-39D6B4847BD4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44" name="成组">
            <a:extLst>
              <a:ext uri="{FF2B5EF4-FFF2-40B4-BE49-F238E27FC236}">
                <a16:creationId xmlns:a16="http://schemas.microsoft.com/office/drawing/2014/main" id="{DA1C14FC-833B-9695-FC9F-6BCFF2F1A4B7}"/>
              </a:ext>
            </a:extLst>
          </p:cNvPr>
          <p:cNvGrpSpPr/>
          <p:nvPr/>
        </p:nvGrpSpPr>
        <p:grpSpPr>
          <a:xfrm>
            <a:off x="13396456" y="7725694"/>
            <a:ext cx="574919" cy="574915"/>
            <a:chOff x="0" y="0"/>
            <a:chExt cx="457200" cy="457200"/>
          </a:xfrm>
        </p:grpSpPr>
        <p:sp>
          <p:nvSpPr>
            <p:cNvPr id="45" name="任意形状 477">
              <a:extLst>
                <a:ext uri="{FF2B5EF4-FFF2-40B4-BE49-F238E27FC236}">
                  <a16:creationId xmlns:a16="http://schemas.microsoft.com/office/drawing/2014/main" id="{7E20B39B-D47C-9A34-9F75-2FBDD98B49A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6" name="任意形状 478">
              <a:extLst>
                <a:ext uri="{FF2B5EF4-FFF2-40B4-BE49-F238E27FC236}">
                  <a16:creationId xmlns:a16="http://schemas.microsoft.com/office/drawing/2014/main" id="{7C90147B-8B60-850B-6AEB-20D91708317B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7" name="成组">
            <a:extLst>
              <a:ext uri="{FF2B5EF4-FFF2-40B4-BE49-F238E27FC236}">
                <a16:creationId xmlns:a16="http://schemas.microsoft.com/office/drawing/2014/main" id="{9946AA85-FDEE-E068-16DB-D7739F10494E}"/>
              </a:ext>
            </a:extLst>
          </p:cNvPr>
          <p:cNvGrpSpPr/>
          <p:nvPr/>
        </p:nvGrpSpPr>
        <p:grpSpPr>
          <a:xfrm>
            <a:off x="19842380" y="7725694"/>
            <a:ext cx="574919" cy="574915"/>
            <a:chOff x="0" y="0"/>
            <a:chExt cx="457200" cy="457200"/>
          </a:xfrm>
        </p:grpSpPr>
        <p:sp>
          <p:nvSpPr>
            <p:cNvPr id="48" name="任意形状 477">
              <a:extLst>
                <a:ext uri="{FF2B5EF4-FFF2-40B4-BE49-F238E27FC236}">
                  <a16:creationId xmlns:a16="http://schemas.microsoft.com/office/drawing/2014/main" id="{F068235E-A798-DEDF-3B5E-FD38B6C05B3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9" name="任意形状 478">
              <a:extLst>
                <a:ext uri="{FF2B5EF4-FFF2-40B4-BE49-F238E27FC236}">
                  <a16:creationId xmlns:a16="http://schemas.microsoft.com/office/drawing/2014/main" id="{1C139A56-E30F-CF6E-D817-4B79E6328BEC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78D6257-740D-41BF-E2F2-338DD8FD39D8}"/>
              </a:ext>
            </a:extLst>
          </p:cNvPr>
          <p:cNvGrpSpPr/>
          <p:nvPr/>
        </p:nvGrpSpPr>
        <p:grpSpPr>
          <a:xfrm>
            <a:off x="2185300" y="10495483"/>
            <a:ext cx="3681423" cy="1668794"/>
            <a:chOff x="2605086" y="10512188"/>
            <a:chExt cx="3681423" cy="16687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B7EBB12-C222-54E8-E0DF-C797ADF30948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84CE441-ADB8-6C23-F353-2673F88EFBBB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4901E3B-43FB-E445-794B-5F2133E27FF6}"/>
              </a:ext>
            </a:extLst>
          </p:cNvPr>
          <p:cNvGrpSpPr/>
          <p:nvPr/>
        </p:nvGrpSpPr>
        <p:grpSpPr>
          <a:xfrm>
            <a:off x="8610555" y="10495483"/>
            <a:ext cx="3681423" cy="1668794"/>
            <a:chOff x="10239009" y="10512188"/>
            <a:chExt cx="3681423" cy="166879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C972B6B-87B2-8E01-1C3E-907F0B7430F5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438BAE5-ED6F-5D5D-2067-C8E27494D846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FDE2AC5-C2AB-1C68-A55A-6DF3478A1E98}"/>
              </a:ext>
            </a:extLst>
          </p:cNvPr>
          <p:cNvGrpSpPr/>
          <p:nvPr/>
        </p:nvGrpSpPr>
        <p:grpSpPr>
          <a:xfrm>
            <a:off x="15034294" y="10495483"/>
            <a:ext cx="3681423" cy="1668794"/>
            <a:chOff x="17872932" y="10512188"/>
            <a:chExt cx="3681423" cy="166879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CD8F06C-8DB7-41A8-765A-AB699973DA29}"/>
                </a:ext>
              </a:extLst>
            </p:cNvPr>
            <p:cNvSpPr txBox="1"/>
            <p:nvPr/>
          </p:nvSpPr>
          <p:spPr>
            <a:xfrm>
              <a:off x="17879901" y="10512188"/>
              <a:ext cx="366747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F84FE23-9F20-6A2E-72AE-A781A1DEEDE2}"/>
                </a:ext>
              </a:extLst>
            </p:cNvPr>
            <p:cNvSpPr txBox="1"/>
            <p:nvPr/>
          </p:nvSpPr>
          <p:spPr>
            <a:xfrm>
              <a:off x="17872932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D9ECFF1-C5D4-69A4-D841-DA38A3AB4A80}"/>
              </a:ext>
            </a:extLst>
          </p:cNvPr>
          <p:cNvGrpSpPr/>
          <p:nvPr/>
        </p:nvGrpSpPr>
        <p:grpSpPr>
          <a:xfrm>
            <a:off x="5397283" y="3773482"/>
            <a:ext cx="3681423" cy="1689830"/>
            <a:chOff x="5398374" y="3664746"/>
            <a:chExt cx="3681423" cy="168983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47140B9-BA4E-43FF-EACB-ED646D7E07E5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1D4C6A0-46A7-FDA8-2F27-A0F5DE8CE00A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EEAACA6-CD38-4AB7-81CC-46FE847E8715}"/>
              </a:ext>
            </a:extLst>
          </p:cNvPr>
          <p:cNvGrpSpPr/>
          <p:nvPr/>
        </p:nvGrpSpPr>
        <p:grpSpPr>
          <a:xfrm>
            <a:off x="11825460" y="3773482"/>
            <a:ext cx="3681426" cy="1689830"/>
            <a:chOff x="11825753" y="3664746"/>
            <a:chExt cx="3681426" cy="1689830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7AC437-60AB-F15B-5401-34163CA312B5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E12043E-B9B7-1A0E-E974-2C27C8B45409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728C001-6D66-3954-A534-475FEAD87774}"/>
              </a:ext>
            </a:extLst>
          </p:cNvPr>
          <p:cNvGrpSpPr/>
          <p:nvPr/>
        </p:nvGrpSpPr>
        <p:grpSpPr>
          <a:xfrm>
            <a:off x="18252231" y="3773482"/>
            <a:ext cx="3681426" cy="1689830"/>
            <a:chOff x="11825753" y="3664746"/>
            <a:chExt cx="3681426" cy="168983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95FF36C-2C38-8428-7295-218550F989D5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06</a:t>
              </a:r>
              <a:endParaRPr lang="id-ID" sz="3400" b="1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CB84E8C-66D4-238A-C3D9-1FBA949B084D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67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CBD19BD6-3CF0-4E97-8EE9-99E3E0B55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F38B2438-3C98-4092-B947-3D78CB9CA5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55" name="Freeform 24">
            <a:extLst>
              <a:ext uri="{FF2B5EF4-FFF2-40B4-BE49-F238E27FC236}">
                <a16:creationId xmlns:a16="http://schemas.microsoft.com/office/drawing/2014/main" id="{BFB18FA2-CB3C-480D-B4AC-7D30C99868B3}"/>
              </a:ext>
            </a:extLst>
          </p:cNvPr>
          <p:cNvSpPr>
            <a:spLocks/>
          </p:cNvSpPr>
          <p:nvPr/>
        </p:nvSpPr>
        <p:spPr bwMode="auto">
          <a:xfrm>
            <a:off x="1150619" y="11345352"/>
            <a:ext cx="315090" cy="11546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accent5"/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26BEC5-9EC0-4EE5-F346-62E5EEF9EDD0}"/>
              </a:ext>
            </a:extLst>
          </p:cNvPr>
          <p:cNvGrpSpPr/>
          <p:nvPr/>
        </p:nvGrpSpPr>
        <p:grpSpPr>
          <a:xfrm>
            <a:off x="1951284" y="11177565"/>
            <a:ext cx="4360638" cy="1497415"/>
            <a:chOff x="1109338" y="5718341"/>
            <a:chExt cx="2204140" cy="756887"/>
          </a:xfrm>
        </p:grpSpPr>
        <p:sp>
          <p:nvSpPr>
            <p:cNvPr id="56" name="Inhaltsplatzhalter 4">
              <a:extLst>
                <a:ext uri="{FF2B5EF4-FFF2-40B4-BE49-F238E27FC236}">
                  <a16:creationId xmlns:a16="http://schemas.microsoft.com/office/drawing/2014/main" id="{1B5F4AA7-C38E-4DF6-B0E7-AD044A33CB4B}"/>
                </a:ext>
              </a:extLst>
            </p:cNvPr>
            <p:cNvSpPr txBox="1">
              <a:spLocks/>
            </p:cNvSpPr>
            <p:nvPr/>
          </p:nvSpPr>
          <p:spPr>
            <a:xfrm>
              <a:off x="1109339" y="6023752"/>
              <a:ext cx="2204139" cy="45147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lnSpc>
                  <a:spcPts val="3600"/>
                </a:lnSpc>
                <a:spcAft>
                  <a:spcPts val="2374"/>
                </a:spcAft>
                <a:buNone/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64" name="Shape 9703"/>
            <p:cNvSpPr txBox="1"/>
            <p:nvPr/>
          </p:nvSpPr>
          <p:spPr>
            <a:xfrm>
              <a:off x="1109338" y="5718341"/>
              <a:ext cx="1309160" cy="287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lvl="0">
                <a:buSzPct val="25000"/>
              </a:pPr>
              <a:r>
                <a: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sp>
        <p:nvSpPr>
          <p:cNvPr id="70" name="Freeform 24">
            <a:extLst>
              <a:ext uri="{FF2B5EF4-FFF2-40B4-BE49-F238E27FC236}">
                <a16:creationId xmlns:a16="http://schemas.microsoft.com/office/drawing/2014/main" id="{BFB18FA2-CB3C-480D-B4AC-7D30C99868B3}"/>
              </a:ext>
            </a:extLst>
          </p:cNvPr>
          <p:cNvSpPr>
            <a:spLocks/>
          </p:cNvSpPr>
          <p:nvPr/>
        </p:nvSpPr>
        <p:spPr bwMode="auto">
          <a:xfrm>
            <a:off x="6703264" y="11345352"/>
            <a:ext cx="315090" cy="115463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accent5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01BA98-7694-6E5A-C95A-3AB681A6CE87}"/>
              </a:ext>
            </a:extLst>
          </p:cNvPr>
          <p:cNvGrpSpPr/>
          <p:nvPr/>
        </p:nvGrpSpPr>
        <p:grpSpPr>
          <a:xfrm>
            <a:off x="7503929" y="11177565"/>
            <a:ext cx="4360638" cy="1497415"/>
            <a:chOff x="3915993" y="5718341"/>
            <a:chExt cx="2204140" cy="756887"/>
          </a:xfrm>
        </p:grpSpPr>
        <p:sp>
          <p:nvSpPr>
            <p:cNvPr id="71" name="Inhaltsplatzhalter 4">
              <a:extLst>
                <a:ext uri="{FF2B5EF4-FFF2-40B4-BE49-F238E27FC236}">
                  <a16:creationId xmlns:a16="http://schemas.microsoft.com/office/drawing/2014/main" id="{1B5F4AA7-C38E-4DF6-B0E7-AD044A33CB4B}"/>
                </a:ext>
              </a:extLst>
            </p:cNvPr>
            <p:cNvSpPr txBox="1">
              <a:spLocks/>
            </p:cNvSpPr>
            <p:nvPr/>
          </p:nvSpPr>
          <p:spPr>
            <a:xfrm>
              <a:off x="3915994" y="6023752"/>
              <a:ext cx="2204139" cy="45147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lnSpc>
                  <a:spcPts val="3600"/>
                </a:lnSpc>
                <a:spcAft>
                  <a:spcPts val="2374"/>
                </a:spcAft>
                <a:buNone/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72" name="Shape 9703"/>
            <p:cNvSpPr txBox="1"/>
            <p:nvPr/>
          </p:nvSpPr>
          <p:spPr>
            <a:xfrm>
              <a:off x="3915993" y="5718341"/>
              <a:ext cx="1309160" cy="287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lvl="0">
                <a:buSzPct val="25000"/>
              </a:pPr>
              <a:r>
                <a: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2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sp>
        <p:nvSpPr>
          <p:cNvPr id="74" name="Freeform 24">
            <a:extLst>
              <a:ext uri="{FF2B5EF4-FFF2-40B4-BE49-F238E27FC236}">
                <a16:creationId xmlns:a16="http://schemas.microsoft.com/office/drawing/2014/main" id="{BFB18FA2-CB3C-480D-B4AC-7D30C99868B3}"/>
              </a:ext>
            </a:extLst>
          </p:cNvPr>
          <p:cNvSpPr>
            <a:spLocks/>
          </p:cNvSpPr>
          <p:nvPr/>
        </p:nvSpPr>
        <p:spPr bwMode="auto">
          <a:xfrm>
            <a:off x="12255910" y="11345352"/>
            <a:ext cx="315090" cy="115463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accent5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7088B7-3D48-FF28-70A9-AF30AB1563B0}"/>
              </a:ext>
            </a:extLst>
          </p:cNvPr>
          <p:cNvGrpSpPr/>
          <p:nvPr/>
        </p:nvGrpSpPr>
        <p:grpSpPr>
          <a:xfrm>
            <a:off x="13056574" y="11177565"/>
            <a:ext cx="4360638" cy="1497415"/>
            <a:chOff x="6722648" y="5718341"/>
            <a:chExt cx="2204140" cy="756887"/>
          </a:xfrm>
        </p:grpSpPr>
        <p:sp>
          <p:nvSpPr>
            <p:cNvPr id="75" name="Inhaltsplatzhalter 4">
              <a:extLst>
                <a:ext uri="{FF2B5EF4-FFF2-40B4-BE49-F238E27FC236}">
                  <a16:creationId xmlns:a16="http://schemas.microsoft.com/office/drawing/2014/main" id="{1B5F4AA7-C38E-4DF6-B0E7-AD044A33CB4B}"/>
                </a:ext>
              </a:extLst>
            </p:cNvPr>
            <p:cNvSpPr txBox="1">
              <a:spLocks/>
            </p:cNvSpPr>
            <p:nvPr/>
          </p:nvSpPr>
          <p:spPr>
            <a:xfrm>
              <a:off x="6722649" y="6023752"/>
              <a:ext cx="2204139" cy="45147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lnSpc>
                  <a:spcPts val="3600"/>
                </a:lnSpc>
                <a:spcAft>
                  <a:spcPts val="2374"/>
                </a:spcAft>
                <a:buNone/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76" name="Shape 9703"/>
            <p:cNvSpPr txBox="1"/>
            <p:nvPr/>
          </p:nvSpPr>
          <p:spPr>
            <a:xfrm>
              <a:off x="6722648" y="5718341"/>
              <a:ext cx="1309160" cy="287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lvl="0">
                <a:buSzPct val="25000"/>
              </a:pPr>
              <a:r>
                <a: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sp>
        <p:nvSpPr>
          <p:cNvPr id="78" name="Freeform 24">
            <a:extLst>
              <a:ext uri="{FF2B5EF4-FFF2-40B4-BE49-F238E27FC236}">
                <a16:creationId xmlns:a16="http://schemas.microsoft.com/office/drawing/2014/main" id="{BFB18FA2-CB3C-480D-B4AC-7D30C99868B3}"/>
              </a:ext>
            </a:extLst>
          </p:cNvPr>
          <p:cNvSpPr>
            <a:spLocks/>
          </p:cNvSpPr>
          <p:nvPr/>
        </p:nvSpPr>
        <p:spPr bwMode="auto">
          <a:xfrm>
            <a:off x="17808553" y="11345352"/>
            <a:ext cx="315090" cy="1154633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accent5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90C3F84-3BC7-BF43-9226-6468C3A5F01A}"/>
              </a:ext>
            </a:extLst>
          </p:cNvPr>
          <p:cNvGrpSpPr/>
          <p:nvPr/>
        </p:nvGrpSpPr>
        <p:grpSpPr>
          <a:xfrm>
            <a:off x="18609218" y="11177565"/>
            <a:ext cx="4360638" cy="1497415"/>
            <a:chOff x="9529302" y="5718341"/>
            <a:chExt cx="2204140" cy="756887"/>
          </a:xfrm>
        </p:grpSpPr>
        <p:sp>
          <p:nvSpPr>
            <p:cNvPr id="79" name="Inhaltsplatzhalter 4">
              <a:extLst>
                <a:ext uri="{FF2B5EF4-FFF2-40B4-BE49-F238E27FC236}">
                  <a16:creationId xmlns:a16="http://schemas.microsoft.com/office/drawing/2014/main" id="{1B5F4AA7-C38E-4DF6-B0E7-AD044A33CB4B}"/>
                </a:ext>
              </a:extLst>
            </p:cNvPr>
            <p:cNvSpPr txBox="1">
              <a:spLocks/>
            </p:cNvSpPr>
            <p:nvPr/>
          </p:nvSpPr>
          <p:spPr>
            <a:xfrm>
              <a:off x="9529303" y="6023752"/>
              <a:ext cx="2204139" cy="45147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72967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Wingdings" panose="05000000000000000000" pitchFamily="2" charset="2"/>
                <a:buChar char="§"/>
                <a:defRPr sz="23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1pPr>
              <a:lvl2pPr marL="807798" indent="-272967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20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2pPr>
              <a:lvl3pPr marL="1080764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9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3pPr>
              <a:lvl4pPr marL="1436256" indent="-177748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4pPr>
              <a:lvl5pPr marL="1793335" indent="-179335" algn="l" defTabSz="914127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000"/>
                </a:spcAft>
                <a:buFont typeface="Symbol" panose="05050102010706020507" pitchFamily="18" charset="2"/>
                <a:buChar char="-"/>
                <a:defRPr sz="1600" kern="1200">
                  <a:solidFill>
                    <a:schemeClr val="bg1"/>
                  </a:solidFill>
                  <a:latin typeface="Calibri Light" panose="020F0302020204030204" pitchFamily="34" charset="0"/>
                  <a:ea typeface="+mn-ea"/>
                  <a:cs typeface="+mn-cs"/>
                </a:defRPr>
              </a:lvl5pPr>
              <a:lvl6pPr marL="2513847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0910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7972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5034" indent="-228532" algn="l" defTabSz="914127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457200">
                <a:lnSpc>
                  <a:spcPts val="3600"/>
                </a:lnSpc>
                <a:spcAft>
                  <a:spcPts val="2374"/>
                </a:spcAft>
                <a:buNone/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80" name="Shape 9703"/>
            <p:cNvSpPr txBox="1"/>
            <p:nvPr/>
          </p:nvSpPr>
          <p:spPr>
            <a:xfrm>
              <a:off x="9529302" y="5718341"/>
              <a:ext cx="1309160" cy="2875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lvl="0">
                <a:buSzPct val="25000"/>
              </a:pPr>
              <a:r>
                <a: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4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5" name="Group 23"/>
          <p:cNvGrpSpPr>
            <a:grpSpLocks noChangeAspect="1"/>
          </p:cNvGrpSpPr>
          <p:nvPr/>
        </p:nvGrpSpPr>
        <p:grpSpPr bwMode="auto">
          <a:xfrm>
            <a:off x="13648170" y="5808242"/>
            <a:ext cx="1674472" cy="1681657"/>
            <a:chOff x="5" y="9"/>
            <a:chExt cx="699" cy="702"/>
          </a:xfrm>
        </p:grpSpPr>
        <p:sp>
          <p:nvSpPr>
            <p:cNvPr id="6" name="Freeform 24"/>
            <p:cNvSpPr>
              <a:spLocks/>
            </p:cNvSpPr>
            <p:nvPr/>
          </p:nvSpPr>
          <p:spPr bwMode="auto">
            <a:xfrm>
              <a:off x="5" y="9"/>
              <a:ext cx="313" cy="313"/>
            </a:xfrm>
            <a:custGeom>
              <a:avLst/>
              <a:gdLst>
                <a:gd name="T0" fmla="*/ 131 w 131"/>
                <a:gd name="T1" fmla="*/ 0 h 131"/>
                <a:gd name="T2" fmla="*/ 0 w 131"/>
                <a:gd name="T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1">
                  <a:moveTo>
                    <a:pt x="131" y="0"/>
                  </a:moveTo>
                  <a:cubicBezTo>
                    <a:pt x="62" y="7"/>
                    <a:pt x="7" y="62"/>
                    <a:pt x="0" y="131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Freeform 25"/>
            <p:cNvSpPr>
              <a:spLocks/>
            </p:cNvSpPr>
            <p:nvPr/>
          </p:nvSpPr>
          <p:spPr bwMode="auto">
            <a:xfrm>
              <a:off x="392" y="9"/>
              <a:ext cx="312" cy="313"/>
            </a:xfrm>
            <a:custGeom>
              <a:avLst/>
              <a:gdLst>
                <a:gd name="T0" fmla="*/ 131 w 131"/>
                <a:gd name="T1" fmla="*/ 131 h 131"/>
                <a:gd name="T2" fmla="*/ 0 w 131"/>
                <a:gd name="T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1">
                  <a:moveTo>
                    <a:pt x="131" y="131"/>
                  </a:moveTo>
                  <a:cubicBezTo>
                    <a:pt x="124" y="62"/>
                    <a:pt x="69" y="7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Freeform 26"/>
            <p:cNvSpPr>
              <a:spLocks/>
            </p:cNvSpPr>
            <p:nvPr/>
          </p:nvSpPr>
          <p:spPr bwMode="auto">
            <a:xfrm>
              <a:off x="5" y="396"/>
              <a:ext cx="313" cy="315"/>
            </a:xfrm>
            <a:custGeom>
              <a:avLst/>
              <a:gdLst>
                <a:gd name="T0" fmla="*/ 0 w 131"/>
                <a:gd name="T1" fmla="*/ 0 h 132"/>
                <a:gd name="T2" fmla="*/ 131 w 131"/>
                <a:gd name="T3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2">
                  <a:moveTo>
                    <a:pt x="0" y="0"/>
                  </a:moveTo>
                  <a:cubicBezTo>
                    <a:pt x="7" y="69"/>
                    <a:pt x="62" y="124"/>
                    <a:pt x="131" y="132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Freeform 27"/>
            <p:cNvSpPr>
              <a:spLocks/>
            </p:cNvSpPr>
            <p:nvPr/>
          </p:nvSpPr>
          <p:spPr bwMode="auto">
            <a:xfrm>
              <a:off x="392" y="396"/>
              <a:ext cx="312" cy="315"/>
            </a:xfrm>
            <a:custGeom>
              <a:avLst/>
              <a:gdLst>
                <a:gd name="T0" fmla="*/ 0 w 131"/>
                <a:gd name="T1" fmla="*/ 132 h 132"/>
                <a:gd name="T2" fmla="*/ 131 w 131"/>
                <a:gd name="T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31" h="132">
                  <a:moveTo>
                    <a:pt x="0" y="132"/>
                  </a:moveTo>
                  <a:cubicBezTo>
                    <a:pt x="69" y="124"/>
                    <a:pt x="124" y="69"/>
                    <a:pt x="131" y="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0" name="Freeform 5"/>
          <p:cNvSpPr>
            <a:spLocks/>
          </p:cNvSpPr>
          <p:nvPr/>
        </p:nvSpPr>
        <p:spPr bwMode="auto">
          <a:xfrm>
            <a:off x="2495704" y="5578935"/>
            <a:ext cx="616057" cy="2140271"/>
          </a:xfrm>
          <a:custGeom>
            <a:avLst/>
            <a:gdLst>
              <a:gd name="T0" fmla="*/ 98 w 98"/>
              <a:gd name="T1" fmla="*/ 0 h 340"/>
              <a:gd name="T2" fmla="*/ 0 w 98"/>
              <a:gd name="T3" fmla="*/ 170 h 340"/>
              <a:gd name="T4" fmla="*/ 98 w 98"/>
              <a:gd name="T5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8" h="340">
                <a:moveTo>
                  <a:pt x="98" y="0"/>
                </a:moveTo>
                <a:cubicBezTo>
                  <a:pt x="39" y="34"/>
                  <a:pt x="0" y="97"/>
                  <a:pt x="0" y="170"/>
                </a:cubicBezTo>
                <a:cubicBezTo>
                  <a:pt x="0" y="242"/>
                  <a:pt x="39" y="305"/>
                  <a:pt x="98" y="340"/>
                </a:cubicBezTo>
              </a:path>
            </a:pathLst>
          </a:custGeom>
          <a:noFill/>
          <a:ln w="50800" cap="flat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Oval 6"/>
          <p:cNvSpPr>
            <a:spLocks noChangeArrowheads="1"/>
          </p:cNvSpPr>
          <p:nvPr/>
        </p:nvSpPr>
        <p:spPr bwMode="auto">
          <a:xfrm>
            <a:off x="2785145" y="5695772"/>
            <a:ext cx="1903939" cy="19065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361" y="6649069"/>
            <a:ext cx="7944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5706112" y="4580496"/>
            <a:ext cx="4131840" cy="4137150"/>
            <a:chOff x="2922327" y="2660090"/>
            <a:chExt cx="2088491" cy="2091175"/>
          </a:xfrm>
        </p:grpSpPr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4429637" y="2944640"/>
              <a:ext cx="425483" cy="1522075"/>
            </a:xfrm>
            <a:custGeom>
              <a:avLst/>
              <a:gdLst>
                <a:gd name="T0" fmla="*/ 0 w 134"/>
                <a:gd name="T1" fmla="*/ 479 h 479"/>
                <a:gd name="T2" fmla="*/ 134 w 134"/>
                <a:gd name="T3" fmla="*/ 240 h 479"/>
                <a:gd name="T4" fmla="*/ 0 w 134"/>
                <a:gd name="T5" fmla="*/ 0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479">
                  <a:moveTo>
                    <a:pt x="0" y="479"/>
                  </a:moveTo>
                  <a:cubicBezTo>
                    <a:pt x="80" y="430"/>
                    <a:pt x="134" y="341"/>
                    <a:pt x="134" y="240"/>
                  </a:cubicBezTo>
                  <a:cubicBezTo>
                    <a:pt x="134" y="138"/>
                    <a:pt x="80" y="50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3078024" y="2944640"/>
              <a:ext cx="424141" cy="1522075"/>
            </a:xfrm>
            <a:custGeom>
              <a:avLst/>
              <a:gdLst>
                <a:gd name="T0" fmla="*/ 134 w 134"/>
                <a:gd name="T1" fmla="*/ 0 h 479"/>
                <a:gd name="T2" fmla="*/ 0 w 134"/>
                <a:gd name="T3" fmla="*/ 240 h 479"/>
                <a:gd name="T4" fmla="*/ 134 w 134"/>
                <a:gd name="T5" fmla="*/ 479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" h="479">
                  <a:moveTo>
                    <a:pt x="134" y="0"/>
                  </a:moveTo>
                  <a:cubicBezTo>
                    <a:pt x="54" y="50"/>
                    <a:pt x="0" y="138"/>
                    <a:pt x="0" y="240"/>
                  </a:cubicBezTo>
                  <a:cubicBezTo>
                    <a:pt x="0" y="341"/>
                    <a:pt x="54" y="430"/>
                    <a:pt x="134" y="479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" name="Oval 9"/>
            <p:cNvSpPr>
              <a:spLocks noChangeArrowheads="1"/>
            </p:cNvSpPr>
            <p:nvPr/>
          </p:nvSpPr>
          <p:spPr bwMode="auto">
            <a:xfrm>
              <a:off x="2922327" y="2660090"/>
              <a:ext cx="2088491" cy="2091175"/>
            </a:xfrm>
            <a:prstGeom prst="ellipse">
              <a:avLst/>
            </a:prstGeom>
            <a:noFill/>
            <a:ln w="12700" cap="flat">
              <a:noFill/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7" name="Oval 9"/>
          <p:cNvSpPr>
            <a:spLocks noChangeArrowheads="1"/>
          </p:cNvSpPr>
          <p:nvPr/>
        </p:nvSpPr>
        <p:spPr bwMode="auto">
          <a:xfrm>
            <a:off x="5706112" y="4580496"/>
            <a:ext cx="4131840" cy="4137150"/>
          </a:xfrm>
          <a:prstGeom prst="ellipse">
            <a:avLst/>
          </a:prstGeom>
          <a:noFill/>
          <a:ln w="12700" cap="flat">
            <a:solidFill>
              <a:schemeClr val="bg1">
                <a:lumMod val="65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Oval 11"/>
          <p:cNvSpPr>
            <a:spLocks noChangeArrowheads="1"/>
          </p:cNvSpPr>
          <p:nvPr/>
        </p:nvSpPr>
        <p:spPr bwMode="auto">
          <a:xfrm>
            <a:off x="7124107" y="3932571"/>
            <a:ext cx="1293191" cy="12958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Oval 10"/>
          <p:cNvSpPr>
            <a:spLocks noChangeArrowheads="1"/>
          </p:cNvSpPr>
          <p:nvPr/>
        </p:nvSpPr>
        <p:spPr bwMode="auto">
          <a:xfrm>
            <a:off x="7124107" y="8069722"/>
            <a:ext cx="1293191" cy="129584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9870894" y="6649069"/>
            <a:ext cx="79447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12"/>
          <p:cNvSpPr>
            <a:spLocks noChangeArrowheads="1"/>
          </p:cNvSpPr>
          <p:nvPr/>
        </p:nvSpPr>
        <p:spPr bwMode="auto">
          <a:xfrm>
            <a:off x="10698308" y="5752865"/>
            <a:ext cx="1795066" cy="179241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Freeform 5"/>
          <p:cNvSpPr>
            <a:spLocks/>
          </p:cNvSpPr>
          <p:nvPr/>
        </p:nvSpPr>
        <p:spPr bwMode="auto">
          <a:xfrm flipH="1">
            <a:off x="12172068" y="5637352"/>
            <a:ext cx="584193" cy="2023433"/>
          </a:xfrm>
          <a:custGeom>
            <a:avLst/>
            <a:gdLst>
              <a:gd name="T0" fmla="*/ 98 w 98"/>
              <a:gd name="T1" fmla="*/ 0 h 340"/>
              <a:gd name="T2" fmla="*/ 0 w 98"/>
              <a:gd name="T3" fmla="*/ 170 h 340"/>
              <a:gd name="T4" fmla="*/ 98 w 98"/>
              <a:gd name="T5" fmla="*/ 340 h 3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8" h="340">
                <a:moveTo>
                  <a:pt x="98" y="0"/>
                </a:moveTo>
                <a:cubicBezTo>
                  <a:pt x="39" y="34"/>
                  <a:pt x="0" y="97"/>
                  <a:pt x="0" y="170"/>
                </a:cubicBezTo>
                <a:cubicBezTo>
                  <a:pt x="0" y="242"/>
                  <a:pt x="39" y="305"/>
                  <a:pt x="98" y="340"/>
                </a:cubicBezTo>
              </a:path>
            </a:pathLst>
          </a:custGeom>
          <a:noFill/>
          <a:ln w="50800" cap="flat">
            <a:solidFill>
              <a:schemeClr val="bg1">
                <a:lumMod val="6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2851627" y="6649069"/>
            <a:ext cx="6940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13"/>
          <p:cNvSpPr>
            <a:spLocks noChangeArrowheads="1"/>
          </p:cNvSpPr>
          <p:nvPr/>
        </p:nvSpPr>
        <p:spPr bwMode="auto">
          <a:xfrm>
            <a:off x="13754094" y="5913518"/>
            <a:ext cx="1476416" cy="14711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4492302" y="4753255"/>
            <a:ext cx="0" cy="3791627"/>
            <a:chOff x="7287219" y="2746072"/>
            <a:chExt cx="0" cy="1916526"/>
          </a:xfrm>
        </p:grpSpPr>
        <p:cxnSp>
          <p:nvCxnSpPr>
            <p:cNvPr id="26" name="Straight Connector 25"/>
            <p:cNvCxnSpPr/>
            <p:nvPr/>
          </p:nvCxnSpPr>
          <p:spPr>
            <a:xfrm rot="16200000">
              <a:off x="7010946" y="3022345"/>
              <a:ext cx="55254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 flipV="1">
              <a:off x="7010946" y="4386325"/>
              <a:ext cx="552546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Oval 15"/>
          <p:cNvSpPr>
            <a:spLocks noChangeArrowheads="1"/>
          </p:cNvSpPr>
          <p:nvPr/>
        </p:nvSpPr>
        <p:spPr bwMode="auto">
          <a:xfrm>
            <a:off x="13955907" y="3653752"/>
            <a:ext cx="1072791" cy="10781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Oval 14"/>
          <p:cNvSpPr>
            <a:spLocks noChangeArrowheads="1"/>
          </p:cNvSpPr>
          <p:nvPr/>
        </p:nvSpPr>
        <p:spPr bwMode="auto">
          <a:xfrm>
            <a:off x="13955907" y="8560975"/>
            <a:ext cx="1072791" cy="10834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15374933" y="6649069"/>
            <a:ext cx="87402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15230510" y="4083930"/>
            <a:ext cx="1771167" cy="5124968"/>
            <a:chOff x="7660355" y="2409095"/>
            <a:chExt cx="895259" cy="2590480"/>
          </a:xfrm>
        </p:grpSpPr>
        <p:sp>
          <p:nvSpPr>
            <p:cNvPr id="36" name="Freeform 16"/>
            <p:cNvSpPr>
              <a:spLocks/>
            </p:cNvSpPr>
            <p:nvPr/>
          </p:nvSpPr>
          <p:spPr bwMode="auto">
            <a:xfrm>
              <a:off x="7660355" y="4227800"/>
              <a:ext cx="867073" cy="771775"/>
            </a:xfrm>
            <a:custGeom>
              <a:avLst/>
              <a:gdLst>
                <a:gd name="T0" fmla="*/ 0 w 273"/>
                <a:gd name="T1" fmla="*/ 243 h 243"/>
                <a:gd name="T2" fmla="*/ 273 w 273"/>
                <a:gd name="T3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73" h="243">
                  <a:moveTo>
                    <a:pt x="0" y="243"/>
                  </a:moveTo>
                  <a:cubicBezTo>
                    <a:pt x="123" y="208"/>
                    <a:pt x="224" y="117"/>
                    <a:pt x="273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7" name="Freeform 17"/>
            <p:cNvSpPr>
              <a:spLocks/>
            </p:cNvSpPr>
            <p:nvPr/>
          </p:nvSpPr>
          <p:spPr bwMode="auto">
            <a:xfrm>
              <a:off x="7660355" y="2409095"/>
              <a:ext cx="895259" cy="841570"/>
            </a:xfrm>
            <a:custGeom>
              <a:avLst/>
              <a:gdLst>
                <a:gd name="T0" fmla="*/ 282 w 282"/>
                <a:gd name="T1" fmla="*/ 265 h 265"/>
                <a:gd name="T2" fmla="*/ 0 w 282"/>
                <a:gd name="T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2" h="265">
                  <a:moveTo>
                    <a:pt x="282" y="265"/>
                  </a:moveTo>
                  <a:cubicBezTo>
                    <a:pt x="236" y="137"/>
                    <a:pt x="131" y="38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 type="triangle"/>
              <a:tailEnd type="triangle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8" name="Oval 18"/>
          <p:cNvSpPr>
            <a:spLocks noChangeArrowheads="1"/>
          </p:cNvSpPr>
          <p:nvPr/>
        </p:nvSpPr>
        <p:spPr bwMode="auto">
          <a:xfrm>
            <a:off x="16343131" y="5913518"/>
            <a:ext cx="1468449" cy="14711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>
            <a:off x="17869315" y="6649069"/>
            <a:ext cx="109314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20"/>
          <p:cNvSpPr>
            <a:spLocks noChangeArrowheads="1"/>
          </p:cNvSpPr>
          <p:nvPr/>
        </p:nvSpPr>
        <p:spPr bwMode="auto">
          <a:xfrm>
            <a:off x="19171159" y="5478027"/>
            <a:ext cx="2334117" cy="234208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Oval 19"/>
          <p:cNvSpPr>
            <a:spLocks noChangeArrowheads="1"/>
          </p:cNvSpPr>
          <p:nvPr/>
        </p:nvSpPr>
        <p:spPr bwMode="auto">
          <a:xfrm>
            <a:off x="19051665" y="5359863"/>
            <a:ext cx="2573106" cy="2578416"/>
          </a:xfrm>
          <a:prstGeom prst="ellipse">
            <a:avLst/>
          </a:prstGeom>
          <a:noFill/>
          <a:ln w="38100" cap="flat">
            <a:solidFill>
              <a:schemeClr val="accent6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117946" y="6347110"/>
            <a:ext cx="3278874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ctr">
            <a:spAutoFit/>
          </a:bodyPr>
          <a:lstStyle/>
          <a:p>
            <a:pPr algn="ctr"/>
            <a:r>
              <a:rPr lang="id-ID" sz="3363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INFOGRAPHIC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96090" y="6318396"/>
            <a:ext cx="1618163" cy="661349"/>
          </a:xfrm>
          <a:prstGeom prst="rect">
            <a:avLst/>
          </a:prstGeom>
          <a:noFill/>
        </p:spPr>
        <p:txBody>
          <a:bodyPr wrap="none" lIns="142444" tIns="71222" rIns="142444" bIns="71222" rtlCol="0" anchor="ctr">
            <a:spAutoFit/>
          </a:bodyPr>
          <a:lstStyle/>
          <a:p>
            <a:pPr algn="ctr"/>
            <a:r>
              <a:rPr lang="id-ID" sz="336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TITTLE</a:t>
            </a:r>
          </a:p>
        </p:txBody>
      </p:sp>
      <p:grpSp>
        <p:nvGrpSpPr>
          <p:cNvPr id="30" name="成组">
            <a:extLst>
              <a:ext uri="{FF2B5EF4-FFF2-40B4-BE49-F238E27FC236}">
                <a16:creationId xmlns:a16="http://schemas.microsoft.com/office/drawing/2014/main" id="{8BD6C7FD-D284-84D4-6B89-2817BE1DBD4A}"/>
              </a:ext>
            </a:extLst>
          </p:cNvPr>
          <p:cNvGrpSpPr/>
          <p:nvPr/>
        </p:nvGrpSpPr>
        <p:grpSpPr>
          <a:xfrm>
            <a:off x="19883669" y="6143276"/>
            <a:ext cx="904520" cy="904518"/>
            <a:chOff x="0" y="0"/>
            <a:chExt cx="457200" cy="457200"/>
          </a:xfrm>
        </p:grpSpPr>
        <p:sp>
          <p:nvSpPr>
            <p:cNvPr id="31" name="任意形状 363">
              <a:extLst>
                <a:ext uri="{FF2B5EF4-FFF2-40B4-BE49-F238E27FC236}">
                  <a16:creationId xmlns:a16="http://schemas.microsoft.com/office/drawing/2014/main" id="{33B5D16E-D96E-7547-EB0D-81E3279C511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3" name="任意形状 364">
              <a:extLst>
                <a:ext uri="{FF2B5EF4-FFF2-40B4-BE49-F238E27FC236}">
                  <a16:creationId xmlns:a16="http://schemas.microsoft.com/office/drawing/2014/main" id="{83A60E5C-2C94-0DA3-863D-D5A064376341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2" name="成组">
            <a:extLst>
              <a:ext uri="{FF2B5EF4-FFF2-40B4-BE49-F238E27FC236}">
                <a16:creationId xmlns:a16="http://schemas.microsoft.com/office/drawing/2014/main" id="{A18DD386-7E09-51E1-BDEE-BA388070FE0D}"/>
              </a:ext>
            </a:extLst>
          </p:cNvPr>
          <p:cNvGrpSpPr/>
          <p:nvPr/>
        </p:nvGrpSpPr>
        <p:grpSpPr>
          <a:xfrm>
            <a:off x="14242396" y="8834025"/>
            <a:ext cx="527137" cy="527137"/>
            <a:chOff x="0" y="0"/>
            <a:chExt cx="457200" cy="457200"/>
          </a:xfrm>
        </p:grpSpPr>
        <p:sp>
          <p:nvSpPr>
            <p:cNvPr id="44" name="任意形状 369">
              <a:extLst>
                <a:ext uri="{FF2B5EF4-FFF2-40B4-BE49-F238E27FC236}">
                  <a16:creationId xmlns:a16="http://schemas.microsoft.com/office/drawing/2014/main" id="{D5BC202F-FAFA-113C-D3CA-FC455F4C423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5" name="任意形状 370">
              <a:extLst>
                <a:ext uri="{FF2B5EF4-FFF2-40B4-BE49-F238E27FC236}">
                  <a16:creationId xmlns:a16="http://schemas.microsoft.com/office/drawing/2014/main" id="{003C8808-3399-8A13-E968-BC2E60EFE52E}"/>
                </a:ext>
              </a:extLst>
            </p:cNvPr>
            <p:cNvSpPr/>
            <p:nvPr/>
          </p:nvSpPr>
          <p:spPr>
            <a:xfrm>
              <a:off x="19050" y="23121"/>
              <a:ext cx="419100" cy="3769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30" extrusionOk="0">
                  <a:moveTo>
                    <a:pt x="1964" y="19354"/>
                  </a:moveTo>
                  <a:lnTo>
                    <a:pt x="1964" y="4882"/>
                  </a:lnTo>
                  <a:cubicBezTo>
                    <a:pt x="1964" y="4424"/>
                    <a:pt x="2222" y="4015"/>
                    <a:pt x="2610" y="3859"/>
                  </a:cubicBezTo>
                  <a:lnTo>
                    <a:pt x="12105" y="33"/>
                  </a:lnTo>
                  <a:cubicBezTo>
                    <a:pt x="12360" y="-70"/>
                    <a:pt x="12641" y="76"/>
                    <a:pt x="12734" y="358"/>
                  </a:cubicBezTo>
                  <a:cubicBezTo>
                    <a:pt x="12754" y="418"/>
                    <a:pt x="12764" y="481"/>
                    <a:pt x="12764" y="544"/>
                  </a:cubicBezTo>
                  <a:lnTo>
                    <a:pt x="12764" y="5934"/>
                  </a:lnTo>
                  <a:lnTo>
                    <a:pt x="18965" y="8224"/>
                  </a:lnTo>
                  <a:cubicBezTo>
                    <a:pt x="19366" y="8372"/>
                    <a:pt x="19636" y="8788"/>
                    <a:pt x="19636" y="9257"/>
                  </a:cubicBezTo>
                  <a:lnTo>
                    <a:pt x="19636" y="19354"/>
                  </a:lnTo>
                  <a:lnTo>
                    <a:pt x="21600" y="19354"/>
                  </a:lnTo>
                  <a:lnTo>
                    <a:pt x="21600" y="21530"/>
                  </a:lnTo>
                  <a:lnTo>
                    <a:pt x="0" y="21530"/>
                  </a:lnTo>
                  <a:lnTo>
                    <a:pt x="0" y="19354"/>
                  </a:lnTo>
                  <a:lnTo>
                    <a:pt x="1964" y="19354"/>
                  </a:lnTo>
                  <a:close/>
                  <a:moveTo>
                    <a:pt x="3927" y="19354"/>
                  </a:moveTo>
                  <a:lnTo>
                    <a:pt x="10800" y="19354"/>
                  </a:lnTo>
                  <a:lnTo>
                    <a:pt x="10800" y="2874"/>
                  </a:lnTo>
                  <a:lnTo>
                    <a:pt x="3927" y="5644"/>
                  </a:lnTo>
                  <a:lnTo>
                    <a:pt x="3927" y="19354"/>
                  </a:lnTo>
                  <a:close/>
                  <a:moveTo>
                    <a:pt x="17673" y="19354"/>
                  </a:moveTo>
                  <a:lnTo>
                    <a:pt x="17673" y="10041"/>
                  </a:lnTo>
                  <a:lnTo>
                    <a:pt x="12764" y="8228"/>
                  </a:lnTo>
                  <a:lnTo>
                    <a:pt x="12764" y="19354"/>
                  </a:lnTo>
                  <a:lnTo>
                    <a:pt x="17673" y="19354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47" name="成组">
            <a:extLst>
              <a:ext uri="{FF2B5EF4-FFF2-40B4-BE49-F238E27FC236}">
                <a16:creationId xmlns:a16="http://schemas.microsoft.com/office/drawing/2014/main" id="{41F0FD0C-C6B2-EB1F-9BF3-66BD67374000}"/>
              </a:ext>
            </a:extLst>
          </p:cNvPr>
          <p:cNvGrpSpPr/>
          <p:nvPr/>
        </p:nvGrpSpPr>
        <p:grpSpPr>
          <a:xfrm>
            <a:off x="16774097" y="6344255"/>
            <a:ext cx="599775" cy="599771"/>
            <a:chOff x="0" y="0"/>
            <a:chExt cx="457200" cy="457200"/>
          </a:xfrm>
        </p:grpSpPr>
        <p:sp>
          <p:nvSpPr>
            <p:cNvPr id="48" name="任意形状 375">
              <a:extLst>
                <a:ext uri="{FF2B5EF4-FFF2-40B4-BE49-F238E27FC236}">
                  <a16:creationId xmlns:a16="http://schemas.microsoft.com/office/drawing/2014/main" id="{77473A98-D5D7-1642-6B87-46E6C3ED218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9" name="任意形状 376">
              <a:extLst>
                <a:ext uri="{FF2B5EF4-FFF2-40B4-BE49-F238E27FC236}">
                  <a16:creationId xmlns:a16="http://schemas.microsoft.com/office/drawing/2014/main" id="{3616203D-4BD9-2F7C-B88F-89B0D270AC19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0" name="成组">
            <a:extLst>
              <a:ext uri="{FF2B5EF4-FFF2-40B4-BE49-F238E27FC236}">
                <a16:creationId xmlns:a16="http://schemas.microsoft.com/office/drawing/2014/main" id="{8A116E53-1499-6BF0-69DA-85604AAAD12F}"/>
              </a:ext>
            </a:extLst>
          </p:cNvPr>
          <p:cNvGrpSpPr/>
          <p:nvPr/>
        </p:nvGrpSpPr>
        <p:grpSpPr>
          <a:xfrm>
            <a:off x="14185041" y="6340144"/>
            <a:ext cx="599775" cy="599771"/>
            <a:chOff x="0" y="0"/>
            <a:chExt cx="457200" cy="457200"/>
          </a:xfrm>
        </p:grpSpPr>
        <p:sp>
          <p:nvSpPr>
            <p:cNvPr id="51" name="任意形状 381">
              <a:extLst>
                <a:ext uri="{FF2B5EF4-FFF2-40B4-BE49-F238E27FC236}">
                  <a16:creationId xmlns:a16="http://schemas.microsoft.com/office/drawing/2014/main" id="{3B7E8399-650D-A988-9C43-F701C96C9B3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2" name="任意形状 382">
              <a:extLst>
                <a:ext uri="{FF2B5EF4-FFF2-40B4-BE49-F238E27FC236}">
                  <a16:creationId xmlns:a16="http://schemas.microsoft.com/office/drawing/2014/main" id="{5EDEF7B6-F6C3-48CD-4EAC-CAAC68707D85}"/>
                </a:ext>
              </a:extLst>
            </p:cNvPr>
            <p:cNvSpPr/>
            <p:nvPr/>
          </p:nvSpPr>
          <p:spPr>
            <a:xfrm>
              <a:off x="19050" y="38100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3" name="成组">
            <a:extLst>
              <a:ext uri="{FF2B5EF4-FFF2-40B4-BE49-F238E27FC236}">
                <a16:creationId xmlns:a16="http://schemas.microsoft.com/office/drawing/2014/main" id="{F7B889BA-FB6E-6EED-449E-3CA1BBE817F5}"/>
              </a:ext>
            </a:extLst>
          </p:cNvPr>
          <p:cNvGrpSpPr/>
          <p:nvPr/>
        </p:nvGrpSpPr>
        <p:grpSpPr>
          <a:xfrm>
            <a:off x="7520231" y="4293761"/>
            <a:ext cx="527141" cy="527137"/>
            <a:chOff x="0" y="0"/>
            <a:chExt cx="457200" cy="457200"/>
          </a:xfrm>
        </p:grpSpPr>
        <p:sp>
          <p:nvSpPr>
            <p:cNvPr id="59" name="任意形状 387">
              <a:extLst>
                <a:ext uri="{FF2B5EF4-FFF2-40B4-BE49-F238E27FC236}">
                  <a16:creationId xmlns:a16="http://schemas.microsoft.com/office/drawing/2014/main" id="{F5903A78-331D-BA2D-8FC8-1138AE2C1D0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0" name="任意形状 388">
              <a:extLst>
                <a:ext uri="{FF2B5EF4-FFF2-40B4-BE49-F238E27FC236}">
                  <a16:creationId xmlns:a16="http://schemas.microsoft.com/office/drawing/2014/main" id="{01910641-80E0-B38F-27E9-EA45C836A657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200"/>
                  </a:move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1964" y="19200"/>
                  </a:lnTo>
                  <a:lnTo>
                    <a:pt x="1964" y="1200"/>
                  </a:lnTo>
                  <a:cubicBezTo>
                    <a:pt x="1964" y="537"/>
                    <a:pt x="2403" y="0"/>
                    <a:pt x="2945" y="0"/>
                  </a:cubicBezTo>
                  <a:lnTo>
                    <a:pt x="12764" y="0"/>
                  </a:lnTo>
                  <a:cubicBezTo>
                    <a:pt x="13306" y="0"/>
                    <a:pt x="13745" y="537"/>
                    <a:pt x="13745" y="1200"/>
                  </a:cubicBezTo>
                  <a:lnTo>
                    <a:pt x="13745" y="19200"/>
                  </a:lnTo>
                  <a:lnTo>
                    <a:pt x="17673" y="19200"/>
                  </a:lnTo>
                  <a:lnTo>
                    <a:pt x="17673" y="9600"/>
                  </a:lnTo>
                  <a:lnTo>
                    <a:pt x="15709" y="9600"/>
                  </a:lnTo>
                  <a:lnTo>
                    <a:pt x="15709" y="7200"/>
                  </a:lnTo>
                  <a:lnTo>
                    <a:pt x="18655" y="7200"/>
                  </a:lnTo>
                  <a:cubicBezTo>
                    <a:pt x="19197" y="7200"/>
                    <a:pt x="19636" y="7737"/>
                    <a:pt x="19636" y="8400"/>
                  </a:cubicBezTo>
                  <a:lnTo>
                    <a:pt x="19636" y="19200"/>
                  </a:lnTo>
                  <a:close/>
                  <a:moveTo>
                    <a:pt x="3927" y="2400"/>
                  </a:moveTo>
                  <a:lnTo>
                    <a:pt x="3927" y="19200"/>
                  </a:lnTo>
                  <a:lnTo>
                    <a:pt x="11782" y="19200"/>
                  </a:lnTo>
                  <a:lnTo>
                    <a:pt x="11782" y="2400"/>
                  </a:lnTo>
                  <a:lnTo>
                    <a:pt x="3927" y="2400"/>
                  </a:lnTo>
                  <a:close/>
                  <a:moveTo>
                    <a:pt x="5891" y="9600"/>
                  </a:moveTo>
                  <a:lnTo>
                    <a:pt x="9818" y="9600"/>
                  </a:lnTo>
                  <a:lnTo>
                    <a:pt x="9818" y="12000"/>
                  </a:lnTo>
                  <a:lnTo>
                    <a:pt x="5891" y="12000"/>
                  </a:lnTo>
                  <a:lnTo>
                    <a:pt x="5891" y="9600"/>
                  </a:lnTo>
                  <a:close/>
                  <a:moveTo>
                    <a:pt x="5891" y="4800"/>
                  </a:moveTo>
                  <a:lnTo>
                    <a:pt x="9818" y="4800"/>
                  </a:lnTo>
                  <a:lnTo>
                    <a:pt x="9818" y="7200"/>
                  </a:lnTo>
                  <a:lnTo>
                    <a:pt x="5891" y="7200"/>
                  </a:lnTo>
                  <a:lnTo>
                    <a:pt x="5891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61" name="成组">
            <a:extLst>
              <a:ext uri="{FF2B5EF4-FFF2-40B4-BE49-F238E27FC236}">
                <a16:creationId xmlns:a16="http://schemas.microsoft.com/office/drawing/2014/main" id="{A0F725CE-E55D-A982-DB3B-0A48FE33F604}"/>
              </a:ext>
            </a:extLst>
          </p:cNvPr>
          <p:cNvGrpSpPr/>
          <p:nvPr/>
        </p:nvGrpSpPr>
        <p:grpSpPr>
          <a:xfrm>
            <a:off x="7516808" y="8499587"/>
            <a:ext cx="527141" cy="527137"/>
            <a:chOff x="0" y="0"/>
            <a:chExt cx="457200" cy="457200"/>
          </a:xfrm>
        </p:grpSpPr>
        <p:sp>
          <p:nvSpPr>
            <p:cNvPr id="62" name="任意形状 393">
              <a:extLst>
                <a:ext uri="{FF2B5EF4-FFF2-40B4-BE49-F238E27FC236}">
                  <a16:creationId xmlns:a16="http://schemas.microsoft.com/office/drawing/2014/main" id="{4F8AF89F-0A51-92AF-C634-6790AB8F801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3" name="任意形状 394">
              <a:extLst>
                <a:ext uri="{FF2B5EF4-FFF2-40B4-BE49-F238E27FC236}">
                  <a16:creationId xmlns:a16="http://schemas.microsoft.com/office/drawing/2014/main" id="{C2AB24D4-F34F-7F52-8F52-A57691D225A5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65" name="成组">
            <a:extLst>
              <a:ext uri="{FF2B5EF4-FFF2-40B4-BE49-F238E27FC236}">
                <a16:creationId xmlns:a16="http://schemas.microsoft.com/office/drawing/2014/main" id="{D38D1DAF-B537-E07F-0A15-81C55F8D54DC}"/>
              </a:ext>
            </a:extLst>
          </p:cNvPr>
          <p:cNvGrpSpPr/>
          <p:nvPr/>
        </p:nvGrpSpPr>
        <p:grpSpPr>
          <a:xfrm>
            <a:off x="3395564" y="6326597"/>
            <a:ext cx="687711" cy="687707"/>
            <a:chOff x="0" y="0"/>
            <a:chExt cx="457200" cy="457200"/>
          </a:xfrm>
        </p:grpSpPr>
        <p:sp>
          <p:nvSpPr>
            <p:cNvPr id="66" name="任意形状 399">
              <a:extLst>
                <a:ext uri="{FF2B5EF4-FFF2-40B4-BE49-F238E27FC236}">
                  <a16:creationId xmlns:a16="http://schemas.microsoft.com/office/drawing/2014/main" id="{E48F0647-4D81-6AA7-0619-2BC1C497C9C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7" name="任意形状 400">
              <a:extLst>
                <a:ext uri="{FF2B5EF4-FFF2-40B4-BE49-F238E27FC236}">
                  <a16:creationId xmlns:a16="http://schemas.microsoft.com/office/drawing/2014/main" id="{EA34F4BC-E052-FB84-DA1C-87661B77FF13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68" name="成组">
            <a:extLst>
              <a:ext uri="{FF2B5EF4-FFF2-40B4-BE49-F238E27FC236}">
                <a16:creationId xmlns:a16="http://schemas.microsoft.com/office/drawing/2014/main" id="{A504A959-588B-86D5-E479-1A390F519886}"/>
              </a:ext>
            </a:extLst>
          </p:cNvPr>
          <p:cNvGrpSpPr/>
          <p:nvPr/>
        </p:nvGrpSpPr>
        <p:grpSpPr>
          <a:xfrm>
            <a:off x="14257676" y="3947013"/>
            <a:ext cx="527141" cy="527137"/>
            <a:chOff x="0" y="0"/>
            <a:chExt cx="457200" cy="457200"/>
          </a:xfrm>
        </p:grpSpPr>
        <p:sp>
          <p:nvSpPr>
            <p:cNvPr id="93" name="任意形状 477">
              <a:extLst>
                <a:ext uri="{FF2B5EF4-FFF2-40B4-BE49-F238E27FC236}">
                  <a16:creationId xmlns:a16="http://schemas.microsoft.com/office/drawing/2014/main" id="{9201AECC-8075-78AC-4B21-F32B3E7C446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10" name="任意形状 478">
              <a:extLst>
                <a:ext uri="{FF2B5EF4-FFF2-40B4-BE49-F238E27FC236}">
                  <a16:creationId xmlns:a16="http://schemas.microsoft.com/office/drawing/2014/main" id="{A8FE3077-D7C0-F541-1F65-2A3F480B7BAC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355541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FE26DB0E-8A61-6E0E-2119-449F81DA857C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300231" y="3257050"/>
            <a:ext cx="19543975" cy="907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B14173C5-71FE-8775-E527-C3E34584B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403856" y="7585736"/>
            <a:ext cx="3880350" cy="0"/>
          </a:xfrm>
          <a:prstGeom prst="line">
            <a:avLst/>
          </a:prstGeom>
          <a:noFill/>
          <a:ln w="49213" cap="rnd">
            <a:solidFill>
              <a:srgbClr val="C5DDE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59AE8D6C-EF78-C4C4-2436-C3348ED517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35390" y="7585736"/>
            <a:ext cx="3348942" cy="0"/>
          </a:xfrm>
          <a:prstGeom prst="line">
            <a:avLst/>
          </a:prstGeom>
          <a:noFill/>
          <a:ln w="49213" cap="rnd">
            <a:solidFill>
              <a:srgbClr val="C5DDE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AD57059A-C0AF-998D-9FB3-EBDD737865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5455" y="7585736"/>
            <a:ext cx="3476181" cy="0"/>
          </a:xfrm>
          <a:prstGeom prst="line">
            <a:avLst/>
          </a:prstGeom>
          <a:noFill/>
          <a:ln w="49213" cap="rnd">
            <a:solidFill>
              <a:srgbClr val="C5DDE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3EB2A-E2B1-A6F6-52DD-FB145F7E0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6185" y="7298172"/>
            <a:ext cx="9778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/>
            <a:r>
              <a:rPr lang="en-US" sz="3400" b="1" dirty="0">
                <a:solidFill>
                  <a:schemeClr val="accent2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2018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CA59264-0FBD-3664-503A-4CFBBE9727DD}"/>
              </a:ext>
            </a:extLst>
          </p:cNvPr>
          <p:cNvGrpSpPr/>
          <p:nvPr/>
        </p:nvGrpSpPr>
        <p:grpSpPr>
          <a:xfrm>
            <a:off x="6799418" y="3300311"/>
            <a:ext cx="3967326" cy="3868080"/>
            <a:chOff x="3436852" y="1639949"/>
            <a:chExt cx="2005335" cy="1955170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DDF408F-AD8F-23BF-8C2A-A780FA6BF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028" y="3256823"/>
              <a:ext cx="32157" cy="32157"/>
            </a:xfrm>
            <a:custGeom>
              <a:avLst/>
              <a:gdLst>
                <a:gd name="T0" fmla="*/ 9 w 9"/>
                <a:gd name="T1" fmla="*/ 9 h 9"/>
                <a:gd name="T2" fmla="*/ 0 w 9"/>
                <a:gd name="T3" fmla="*/ 9 h 9"/>
                <a:gd name="T4" fmla="*/ 0 w 9"/>
                <a:gd name="T5" fmla="*/ 0 h 9"/>
                <a:gd name="T6" fmla="*/ 3 w 9"/>
                <a:gd name="T7" fmla="*/ 0 h 9"/>
                <a:gd name="T8" fmla="*/ 9 w 9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0" y="9"/>
                    <a:pt x="0" y="9"/>
                    <a:pt x="0" y="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5" y="3"/>
                    <a:pt x="7" y="6"/>
                    <a:pt x="9" y="9"/>
                  </a:cubicBezTo>
                  <a:close/>
                </a:path>
              </a:pathLst>
            </a:custGeom>
            <a:solidFill>
              <a:srgbClr val="00D6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E707C233-0622-79C6-7328-1545F09A7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560" y="2208492"/>
              <a:ext cx="1386627" cy="1386627"/>
            </a:xfrm>
            <a:custGeom>
              <a:avLst/>
              <a:gdLst>
                <a:gd name="T0" fmla="*/ 381 w 381"/>
                <a:gd name="T1" fmla="*/ 190 h 381"/>
                <a:gd name="T2" fmla="*/ 191 w 381"/>
                <a:gd name="T3" fmla="*/ 381 h 381"/>
                <a:gd name="T4" fmla="*/ 33 w 381"/>
                <a:gd name="T5" fmla="*/ 297 h 381"/>
                <a:gd name="T6" fmla="*/ 27 w 381"/>
                <a:gd name="T7" fmla="*/ 288 h 381"/>
                <a:gd name="T8" fmla="*/ 0 w 381"/>
                <a:gd name="T9" fmla="*/ 190 h 381"/>
                <a:gd name="T10" fmla="*/ 182 w 381"/>
                <a:gd name="T11" fmla="*/ 0 h 381"/>
                <a:gd name="T12" fmla="*/ 191 w 381"/>
                <a:gd name="T13" fmla="*/ 0 h 381"/>
                <a:gd name="T14" fmla="*/ 191 w 381"/>
                <a:gd name="T15" fmla="*/ 0 h 381"/>
                <a:gd name="T16" fmla="*/ 381 w 381"/>
                <a:gd name="T17" fmla="*/ 19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81">
                  <a:moveTo>
                    <a:pt x="381" y="190"/>
                  </a:moveTo>
                  <a:cubicBezTo>
                    <a:pt x="381" y="296"/>
                    <a:pt x="296" y="381"/>
                    <a:pt x="191" y="381"/>
                  </a:cubicBezTo>
                  <a:cubicBezTo>
                    <a:pt x="125" y="381"/>
                    <a:pt x="67" y="348"/>
                    <a:pt x="33" y="297"/>
                  </a:cubicBezTo>
                  <a:cubicBezTo>
                    <a:pt x="31" y="294"/>
                    <a:pt x="29" y="291"/>
                    <a:pt x="27" y="288"/>
                  </a:cubicBezTo>
                  <a:cubicBezTo>
                    <a:pt x="10" y="259"/>
                    <a:pt x="0" y="226"/>
                    <a:pt x="0" y="190"/>
                  </a:cubicBezTo>
                  <a:cubicBezTo>
                    <a:pt x="0" y="88"/>
                    <a:pt x="81" y="5"/>
                    <a:pt x="182" y="0"/>
                  </a:cubicBezTo>
                  <a:cubicBezTo>
                    <a:pt x="185" y="0"/>
                    <a:pt x="188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296" y="0"/>
                    <a:pt x="381" y="85"/>
                    <a:pt x="381" y="190"/>
                  </a:cubicBezTo>
                  <a:close/>
                </a:path>
              </a:pathLst>
            </a:custGeom>
            <a:solidFill>
              <a:schemeClr val="accent2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04D60752-A3D3-2484-1172-9561039DC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852" y="1639949"/>
              <a:ext cx="1299159" cy="1634882"/>
            </a:xfrm>
            <a:custGeom>
              <a:avLst/>
              <a:gdLst>
                <a:gd name="T0" fmla="*/ 200 w 357"/>
                <a:gd name="T1" fmla="*/ 449 h 449"/>
                <a:gd name="T2" fmla="*/ 8 w 357"/>
                <a:gd name="T3" fmla="*/ 449 h 449"/>
                <a:gd name="T4" fmla="*/ 8 w 357"/>
                <a:gd name="T5" fmla="*/ 348 h 449"/>
                <a:gd name="T6" fmla="*/ 171 w 357"/>
                <a:gd name="T7" fmla="*/ 230 h 449"/>
                <a:gd name="T8" fmla="*/ 228 w 357"/>
                <a:gd name="T9" fmla="*/ 153 h 449"/>
                <a:gd name="T10" fmla="*/ 178 w 357"/>
                <a:gd name="T11" fmla="*/ 113 h 449"/>
                <a:gd name="T12" fmla="*/ 77 w 357"/>
                <a:gd name="T13" fmla="*/ 165 h 449"/>
                <a:gd name="T14" fmla="*/ 0 w 357"/>
                <a:gd name="T15" fmla="*/ 87 h 449"/>
                <a:gd name="T16" fmla="*/ 182 w 357"/>
                <a:gd name="T17" fmla="*/ 0 h 449"/>
                <a:gd name="T18" fmla="*/ 357 w 357"/>
                <a:gd name="T19" fmla="*/ 148 h 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7" h="449">
                  <a:moveTo>
                    <a:pt x="200" y="449"/>
                  </a:moveTo>
                  <a:cubicBezTo>
                    <a:pt x="8" y="449"/>
                    <a:pt x="8" y="449"/>
                    <a:pt x="8" y="449"/>
                  </a:cubicBezTo>
                  <a:cubicBezTo>
                    <a:pt x="8" y="348"/>
                    <a:pt x="8" y="348"/>
                    <a:pt x="8" y="348"/>
                  </a:cubicBezTo>
                  <a:cubicBezTo>
                    <a:pt x="171" y="230"/>
                    <a:pt x="171" y="230"/>
                    <a:pt x="171" y="230"/>
                  </a:cubicBezTo>
                  <a:cubicBezTo>
                    <a:pt x="217" y="196"/>
                    <a:pt x="228" y="177"/>
                    <a:pt x="228" y="153"/>
                  </a:cubicBezTo>
                  <a:cubicBezTo>
                    <a:pt x="228" y="129"/>
                    <a:pt x="207" y="113"/>
                    <a:pt x="178" y="113"/>
                  </a:cubicBezTo>
                  <a:cubicBezTo>
                    <a:pt x="140" y="113"/>
                    <a:pt x="111" y="131"/>
                    <a:pt x="77" y="165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49" y="30"/>
                    <a:pt x="108" y="0"/>
                    <a:pt x="182" y="0"/>
                  </a:cubicBezTo>
                  <a:cubicBezTo>
                    <a:pt x="286" y="0"/>
                    <a:pt x="357" y="63"/>
                    <a:pt x="357" y="148"/>
                  </a:cubicBezTo>
                </a:path>
              </a:pathLst>
            </a:custGeom>
            <a:noFill/>
            <a:ln w="49213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0A5923C8-5E95-BC86-7A22-9AC3B5538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9294" y="2208492"/>
              <a:ext cx="665015" cy="1080488"/>
            </a:xfrm>
            <a:custGeom>
              <a:avLst/>
              <a:gdLst>
                <a:gd name="T0" fmla="*/ 183 w 183"/>
                <a:gd name="T1" fmla="*/ 177 h 297"/>
                <a:gd name="T2" fmla="*/ 183 w 183"/>
                <a:gd name="T3" fmla="*/ 297 h 297"/>
                <a:gd name="T4" fmla="*/ 21 w 183"/>
                <a:gd name="T5" fmla="*/ 297 h 297"/>
                <a:gd name="T6" fmla="*/ 15 w 183"/>
                <a:gd name="T7" fmla="*/ 288 h 297"/>
                <a:gd name="T8" fmla="*/ 174 w 183"/>
                <a:gd name="T9" fmla="*/ 288 h 297"/>
                <a:gd name="T10" fmla="*/ 174 w 183"/>
                <a:gd name="T11" fmla="*/ 186 h 297"/>
                <a:gd name="T12" fmla="*/ 0 w 183"/>
                <a:gd name="T13" fmla="*/ 186 h 297"/>
                <a:gd name="T14" fmla="*/ 71 w 183"/>
                <a:gd name="T15" fmla="*/ 141 h 297"/>
                <a:gd name="T16" fmla="*/ 170 w 183"/>
                <a:gd name="T17" fmla="*/ 0 h 297"/>
                <a:gd name="T18" fmla="*/ 179 w 183"/>
                <a:gd name="T19" fmla="*/ 0 h 297"/>
                <a:gd name="T20" fmla="*/ 179 w 183"/>
                <a:gd name="T21" fmla="*/ 0 h 297"/>
                <a:gd name="T22" fmla="*/ 76 w 183"/>
                <a:gd name="T23" fmla="*/ 149 h 297"/>
                <a:gd name="T24" fmla="*/ 32 w 183"/>
                <a:gd name="T25" fmla="*/ 177 h 297"/>
                <a:gd name="T26" fmla="*/ 183 w 183"/>
                <a:gd name="T27" fmla="*/ 17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3" h="297">
                  <a:moveTo>
                    <a:pt x="183" y="177"/>
                  </a:moveTo>
                  <a:cubicBezTo>
                    <a:pt x="183" y="297"/>
                    <a:pt x="183" y="297"/>
                    <a:pt x="183" y="297"/>
                  </a:cubicBezTo>
                  <a:cubicBezTo>
                    <a:pt x="21" y="297"/>
                    <a:pt x="21" y="297"/>
                    <a:pt x="21" y="297"/>
                  </a:cubicBezTo>
                  <a:cubicBezTo>
                    <a:pt x="19" y="294"/>
                    <a:pt x="17" y="291"/>
                    <a:pt x="15" y="288"/>
                  </a:cubicBezTo>
                  <a:cubicBezTo>
                    <a:pt x="174" y="288"/>
                    <a:pt x="174" y="288"/>
                    <a:pt x="174" y="288"/>
                  </a:cubicBezTo>
                  <a:cubicBezTo>
                    <a:pt x="174" y="186"/>
                    <a:pt x="174" y="186"/>
                    <a:pt x="174" y="186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71" y="141"/>
                    <a:pt x="71" y="141"/>
                    <a:pt x="71" y="141"/>
                  </a:cubicBezTo>
                  <a:cubicBezTo>
                    <a:pt x="139" y="97"/>
                    <a:pt x="168" y="57"/>
                    <a:pt x="170" y="0"/>
                  </a:cubicBezTo>
                  <a:cubicBezTo>
                    <a:pt x="173" y="0"/>
                    <a:pt x="176" y="0"/>
                    <a:pt x="179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77" y="60"/>
                    <a:pt x="147" y="104"/>
                    <a:pt x="76" y="149"/>
                  </a:cubicBezTo>
                  <a:cubicBezTo>
                    <a:pt x="32" y="177"/>
                    <a:pt x="32" y="177"/>
                    <a:pt x="32" y="177"/>
                  </a:cubicBezTo>
                  <a:lnTo>
                    <a:pt x="183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3E956D8-3380-B93D-49A3-798084874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4379" y="7311729"/>
            <a:ext cx="9297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/>
            <a:r>
              <a: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2017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2426DC-D281-2948-2198-BA738BCE7A28}"/>
              </a:ext>
            </a:extLst>
          </p:cNvPr>
          <p:cNvGrpSpPr/>
          <p:nvPr/>
        </p:nvGrpSpPr>
        <p:grpSpPr>
          <a:xfrm>
            <a:off x="2300231" y="3366477"/>
            <a:ext cx="3404928" cy="3801915"/>
            <a:chOff x="1162681" y="1673393"/>
            <a:chExt cx="1721064" cy="1921726"/>
          </a:xfrm>
        </p:grpSpPr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D9AA80E7-7B4B-E455-4AC5-1EA20E3B2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118" y="2208492"/>
              <a:ext cx="1386627" cy="1386627"/>
            </a:xfrm>
            <a:custGeom>
              <a:avLst/>
              <a:gdLst>
                <a:gd name="T0" fmla="*/ 381 w 381"/>
                <a:gd name="T1" fmla="*/ 190 h 381"/>
                <a:gd name="T2" fmla="*/ 190 w 381"/>
                <a:gd name="T3" fmla="*/ 381 h 381"/>
                <a:gd name="T4" fmla="*/ 32 w 381"/>
                <a:gd name="T5" fmla="*/ 297 h 381"/>
                <a:gd name="T6" fmla="*/ 39 w 381"/>
                <a:gd name="T7" fmla="*/ 297 h 381"/>
                <a:gd name="T8" fmla="*/ 39 w 381"/>
                <a:gd name="T9" fmla="*/ 287 h 381"/>
                <a:gd name="T10" fmla="*/ 26 w 381"/>
                <a:gd name="T11" fmla="*/ 287 h 381"/>
                <a:gd name="T12" fmla="*/ 0 w 381"/>
                <a:gd name="T13" fmla="*/ 190 h 381"/>
                <a:gd name="T14" fmla="*/ 109 w 381"/>
                <a:gd name="T15" fmla="*/ 18 h 381"/>
                <a:gd name="T16" fmla="*/ 119 w 381"/>
                <a:gd name="T17" fmla="*/ 14 h 381"/>
                <a:gd name="T18" fmla="*/ 190 w 381"/>
                <a:gd name="T19" fmla="*/ 0 h 381"/>
                <a:gd name="T20" fmla="*/ 381 w 381"/>
                <a:gd name="T21" fmla="*/ 19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81" h="381">
                  <a:moveTo>
                    <a:pt x="381" y="190"/>
                  </a:moveTo>
                  <a:cubicBezTo>
                    <a:pt x="381" y="296"/>
                    <a:pt x="295" y="381"/>
                    <a:pt x="190" y="381"/>
                  </a:cubicBezTo>
                  <a:cubicBezTo>
                    <a:pt x="124" y="381"/>
                    <a:pt x="66" y="347"/>
                    <a:pt x="32" y="297"/>
                  </a:cubicBezTo>
                  <a:cubicBezTo>
                    <a:pt x="39" y="297"/>
                    <a:pt x="39" y="297"/>
                    <a:pt x="39" y="297"/>
                  </a:cubicBezTo>
                  <a:cubicBezTo>
                    <a:pt x="39" y="287"/>
                    <a:pt x="39" y="287"/>
                    <a:pt x="39" y="287"/>
                  </a:cubicBezTo>
                  <a:cubicBezTo>
                    <a:pt x="26" y="287"/>
                    <a:pt x="26" y="287"/>
                    <a:pt x="26" y="287"/>
                  </a:cubicBezTo>
                  <a:cubicBezTo>
                    <a:pt x="9" y="259"/>
                    <a:pt x="0" y="226"/>
                    <a:pt x="0" y="190"/>
                  </a:cubicBezTo>
                  <a:cubicBezTo>
                    <a:pt x="0" y="114"/>
                    <a:pt x="44" y="48"/>
                    <a:pt x="109" y="18"/>
                  </a:cubicBezTo>
                  <a:cubicBezTo>
                    <a:pt x="112" y="16"/>
                    <a:pt x="116" y="15"/>
                    <a:pt x="119" y="14"/>
                  </a:cubicBezTo>
                  <a:cubicBezTo>
                    <a:pt x="141" y="5"/>
                    <a:pt x="165" y="0"/>
                    <a:pt x="190" y="0"/>
                  </a:cubicBezTo>
                  <a:cubicBezTo>
                    <a:pt x="295" y="0"/>
                    <a:pt x="381" y="85"/>
                    <a:pt x="381" y="190"/>
                  </a:cubicBezTo>
                  <a:close/>
                </a:path>
              </a:pathLst>
            </a:custGeom>
            <a:solidFill>
              <a:schemeClr val="accent1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96CA3A10-F39F-99D0-788F-2CD21BA5B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594" y="2258657"/>
              <a:ext cx="517091" cy="1030323"/>
            </a:xfrm>
            <a:custGeom>
              <a:avLst/>
              <a:gdLst>
                <a:gd name="T0" fmla="*/ 142 w 142"/>
                <a:gd name="T1" fmla="*/ 176 h 283"/>
                <a:gd name="T2" fmla="*/ 142 w 142"/>
                <a:gd name="T3" fmla="*/ 283 h 283"/>
                <a:gd name="T4" fmla="*/ 0 w 142"/>
                <a:gd name="T5" fmla="*/ 283 h 283"/>
                <a:gd name="T6" fmla="*/ 0 w 142"/>
                <a:gd name="T7" fmla="*/ 273 h 283"/>
                <a:gd name="T8" fmla="*/ 133 w 142"/>
                <a:gd name="T9" fmla="*/ 273 h 283"/>
                <a:gd name="T10" fmla="*/ 133 w 142"/>
                <a:gd name="T11" fmla="*/ 186 h 283"/>
                <a:gd name="T12" fmla="*/ 80 w 142"/>
                <a:gd name="T13" fmla="*/ 186 h 283"/>
                <a:gd name="T14" fmla="*/ 80 w 142"/>
                <a:gd name="T15" fmla="*/ 4 h 283"/>
                <a:gd name="T16" fmla="*/ 90 w 142"/>
                <a:gd name="T17" fmla="*/ 0 h 283"/>
                <a:gd name="T18" fmla="*/ 90 w 142"/>
                <a:gd name="T19" fmla="*/ 176 h 283"/>
                <a:gd name="T20" fmla="*/ 142 w 142"/>
                <a:gd name="T21" fmla="*/ 176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2" h="283">
                  <a:moveTo>
                    <a:pt x="142" y="176"/>
                  </a:moveTo>
                  <a:cubicBezTo>
                    <a:pt x="142" y="283"/>
                    <a:pt x="142" y="283"/>
                    <a:pt x="142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133" y="273"/>
                    <a:pt x="133" y="273"/>
                    <a:pt x="133" y="273"/>
                  </a:cubicBezTo>
                  <a:cubicBezTo>
                    <a:pt x="133" y="186"/>
                    <a:pt x="133" y="186"/>
                    <a:pt x="133" y="186"/>
                  </a:cubicBezTo>
                  <a:cubicBezTo>
                    <a:pt x="80" y="186"/>
                    <a:pt x="80" y="186"/>
                    <a:pt x="80" y="186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83" y="2"/>
                    <a:pt x="87" y="1"/>
                    <a:pt x="90" y="0"/>
                  </a:cubicBezTo>
                  <a:cubicBezTo>
                    <a:pt x="90" y="176"/>
                    <a:pt x="90" y="176"/>
                    <a:pt x="90" y="176"/>
                  </a:cubicBezTo>
                  <a:lnTo>
                    <a:pt x="142" y="1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8" name="Freeform 21">
              <a:extLst>
                <a:ext uri="{FF2B5EF4-FFF2-40B4-BE49-F238E27FC236}">
                  <a16:creationId xmlns:a16="http://schemas.microsoft.com/office/drawing/2014/main" id="{7997140F-A03A-667D-B285-4D1AA8553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304" y="3252964"/>
              <a:ext cx="47593" cy="36016"/>
            </a:xfrm>
            <a:custGeom>
              <a:avLst/>
              <a:gdLst>
                <a:gd name="T0" fmla="*/ 13 w 13"/>
                <a:gd name="T1" fmla="*/ 0 h 10"/>
                <a:gd name="T2" fmla="*/ 13 w 13"/>
                <a:gd name="T3" fmla="*/ 10 h 10"/>
                <a:gd name="T4" fmla="*/ 6 w 13"/>
                <a:gd name="T5" fmla="*/ 10 h 10"/>
                <a:gd name="T6" fmla="*/ 3 w 13"/>
                <a:gd name="T7" fmla="*/ 5 h 10"/>
                <a:gd name="T8" fmla="*/ 0 w 13"/>
                <a:gd name="T9" fmla="*/ 0 h 10"/>
                <a:gd name="T10" fmla="*/ 13 w 13"/>
                <a:gd name="T11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0">
                  <a:moveTo>
                    <a:pt x="13" y="0"/>
                  </a:moveTo>
                  <a:cubicBezTo>
                    <a:pt x="13" y="10"/>
                    <a:pt x="13" y="10"/>
                    <a:pt x="13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5" y="8"/>
                    <a:pt x="4" y="7"/>
                    <a:pt x="3" y="5"/>
                  </a:cubicBezTo>
                  <a:cubicBezTo>
                    <a:pt x="2" y="3"/>
                    <a:pt x="1" y="2"/>
                    <a:pt x="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9" name="Freeform 22">
              <a:extLst>
                <a:ext uri="{FF2B5EF4-FFF2-40B4-BE49-F238E27FC236}">
                  <a16:creationId xmlns:a16="http://schemas.microsoft.com/office/drawing/2014/main" id="{1FA067C6-8568-7BDA-C79D-FAFFCBF66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681" y="1673393"/>
              <a:ext cx="767918" cy="1615587"/>
            </a:xfrm>
            <a:custGeom>
              <a:avLst/>
              <a:gdLst>
                <a:gd name="T0" fmla="*/ 211 w 211"/>
                <a:gd name="T1" fmla="*/ 0 h 444"/>
                <a:gd name="T2" fmla="*/ 211 w 211"/>
                <a:gd name="T3" fmla="*/ 151 h 444"/>
                <a:gd name="T4" fmla="*/ 201 w 211"/>
                <a:gd name="T5" fmla="*/ 151 h 444"/>
                <a:gd name="T6" fmla="*/ 201 w 211"/>
                <a:gd name="T7" fmla="*/ 10 h 444"/>
                <a:gd name="T8" fmla="*/ 74 w 211"/>
                <a:gd name="T9" fmla="*/ 10 h 444"/>
                <a:gd name="T10" fmla="*/ 17 w 211"/>
                <a:gd name="T11" fmla="*/ 103 h 444"/>
                <a:gd name="T12" fmla="*/ 62 w 211"/>
                <a:gd name="T13" fmla="*/ 103 h 444"/>
                <a:gd name="T14" fmla="*/ 62 w 211"/>
                <a:gd name="T15" fmla="*/ 347 h 444"/>
                <a:gd name="T16" fmla="*/ 10 w 211"/>
                <a:gd name="T17" fmla="*/ 347 h 444"/>
                <a:gd name="T18" fmla="*/ 10 w 211"/>
                <a:gd name="T19" fmla="*/ 434 h 444"/>
                <a:gd name="T20" fmla="*/ 118 w 211"/>
                <a:gd name="T21" fmla="*/ 434 h 444"/>
                <a:gd name="T22" fmla="*/ 121 w 211"/>
                <a:gd name="T23" fmla="*/ 439 h 444"/>
                <a:gd name="T24" fmla="*/ 124 w 211"/>
                <a:gd name="T25" fmla="*/ 444 h 444"/>
                <a:gd name="T26" fmla="*/ 0 w 211"/>
                <a:gd name="T27" fmla="*/ 444 h 444"/>
                <a:gd name="T28" fmla="*/ 0 w 211"/>
                <a:gd name="T29" fmla="*/ 337 h 444"/>
                <a:gd name="T30" fmla="*/ 52 w 211"/>
                <a:gd name="T31" fmla="*/ 337 h 444"/>
                <a:gd name="T32" fmla="*/ 52 w 211"/>
                <a:gd name="T33" fmla="*/ 113 h 444"/>
                <a:gd name="T34" fmla="*/ 0 w 211"/>
                <a:gd name="T35" fmla="*/ 113 h 444"/>
                <a:gd name="T36" fmla="*/ 68 w 211"/>
                <a:gd name="T37" fmla="*/ 0 h 444"/>
                <a:gd name="T38" fmla="*/ 211 w 211"/>
                <a:gd name="T39" fmla="*/ 0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1" h="444">
                  <a:moveTo>
                    <a:pt x="211" y="0"/>
                  </a:moveTo>
                  <a:cubicBezTo>
                    <a:pt x="211" y="151"/>
                    <a:pt x="211" y="151"/>
                    <a:pt x="211" y="151"/>
                  </a:cubicBezTo>
                  <a:cubicBezTo>
                    <a:pt x="201" y="151"/>
                    <a:pt x="201" y="151"/>
                    <a:pt x="201" y="151"/>
                  </a:cubicBezTo>
                  <a:cubicBezTo>
                    <a:pt x="201" y="10"/>
                    <a:pt x="201" y="10"/>
                    <a:pt x="201" y="10"/>
                  </a:cubicBezTo>
                  <a:cubicBezTo>
                    <a:pt x="74" y="10"/>
                    <a:pt x="74" y="10"/>
                    <a:pt x="74" y="10"/>
                  </a:cubicBezTo>
                  <a:cubicBezTo>
                    <a:pt x="17" y="103"/>
                    <a:pt x="17" y="103"/>
                    <a:pt x="17" y="103"/>
                  </a:cubicBezTo>
                  <a:cubicBezTo>
                    <a:pt x="62" y="103"/>
                    <a:pt x="62" y="103"/>
                    <a:pt x="62" y="103"/>
                  </a:cubicBezTo>
                  <a:cubicBezTo>
                    <a:pt x="62" y="347"/>
                    <a:pt x="62" y="347"/>
                    <a:pt x="62" y="347"/>
                  </a:cubicBezTo>
                  <a:cubicBezTo>
                    <a:pt x="10" y="347"/>
                    <a:pt x="10" y="347"/>
                    <a:pt x="10" y="347"/>
                  </a:cubicBezTo>
                  <a:cubicBezTo>
                    <a:pt x="10" y="434"/>
                    <a:pt x="10" y="434"/>
                    <a:pt x="10" y="434"/>
                  </a:cubicBezTo>
                  <a:cubicBezTo>
                    <a:pt x="118" y="434"/>
                    <a:pt x="118" y="434"/>
                    <a:pt x="118" y="434"/>
                  </a:cubicBezTo>
                  <a:cubicBezTo>
                    <a:pt x="119" y="436"/>
                    <a:pt x="120" y="437"/>
                    <a:pt x="121" y="439"/>
                  </a:cubicBezTo>
                  <a:cubicBezTo>
                    <a:pt x="122" y="441"/>
                    <a:pt x="123" y="442"/>
                    <a:pt x="124" y="444"/>
                  </a:cubicBezTo>
                  <a:cubicBezTo>
                    <a:pt x="0" y="444"/>
                    <a:pt x="0" y="444"/>
                    <a:pt x="0" y="444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52" y="337"/>
                    <a:pt x="52" y="337"/>
                    <a:pt x="52" y="337"/>
                  </a:cubicBezTo>
                  <a:cubicBezTo>
                    <a:pt x="52" y="113"/>
                    <a:pt x="52" y="113"/>
                    <a:pt x="52" y="113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68" y="0"/>
                    <a:pt x="68" y="0"/>
                    <a:pt x="68" y="0"/>
                  </a:cubicBezTo>
                  <a:lnTo>
                    <a:pt x="2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sp>
        <p:nvSpPr>
          <p:cNvPr id="20" name="Line 24">
            <a:extLst>
              <a:ext uri="{FF2B5EF4-FFF2-40B4-BE49-F238E27FC236}">
                <a16:creationId xmlns:a16="http://schemas.microsoft.com/office/drawing/2014/main" id="{1B18CEE5-83FD-6AB1-4356-4EF7D2422C9F}"/>
              </a:ext>
            </a:extLst>
          </p:cNvPr>
          <p:cNvSpPr>
            <a:spLocks noChangeShapeType="1"/>
          </p:cNvSpPr>
          <p:nvPr/>
        </p:nvSpPr>
        <p:spPr bwMode="auto">
          <a:xfrm>
            <a:off x="-86781" y="7585736"/>
            <a:ext cx="3756109" cy="0"/>
          </a:xfrm>
          <a:prstGeom prst="line">
            <a:avLst/>
          </a:prstGeom>
          <a:noFill/>
          <a:ln w="49213" cap="rnd">
            <a:solidFill>
              <a:srgbClr val="C5DDE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178701-690C-68F0-1A88-0135C3F13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6811" y="7311727"/>
            <a:ext cx="96340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/>
            <a:r>
              <a: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2019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886B99-5DBD-14FE-009E-42E1695A2D8F}"/>
              </a:ext>
            </a:extLst>
          </p:cNvPr>
          <p:cNvGrpSpPr/>
          <p:nvPr/>
        </p:nvGrpSpPr>
        <p:grpSpPr>
          <a:xfrm>
            <a:off x="11779569" y="3257051"/>
            <a:ext cx="4053848" cy="3911341"/>
            <a:chOff x="5954132" y="1618082"/>
            <a:chExt cx="2049069" cy="1977037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C0A9D0AD-7B81-969C-6D60-BCF546685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574" y="2208492"/>
              <a:ext cx="1386627" cy="1386627"/>
            </a:xfrm>
            <a:custGeom>
              <a:avLst/>
              <a:gdLst>
                <a:gd name="T0" fmla="*/ 381 w 381"/>
                <a:gd name="T1" fmla="*/ 190 h 381"/>
                <a:gd name="T2" fmla="*/ 190 w 381"/>
                <a:gd name="T3" fmla="*/ 381 h 381"/>
                <a:gd name="T4" fmla="*/ 31 w 381"/>
                <a:gd name="T5" fmla="*/ 294 h 381"/>
                <a:gd name="T6" fmla="*/ 35 w 381"/>
                <a:gd name="T7" fmla="*/ 294 h 381"/>
                <a:gd name="T8" fmla="*/ 34 w 381"/>
                <a:gd name="T9" fmla="*/ 284 h 381"/>
                <a:gd name="T10" fmla="*/ 25 w 381"/>
                <a:gd name="T11" fmla="*/ 285 h 381"/>
                <a:gd name="T12" fmla="*/ 0 w 381"/>
                <a:gd name="T13" fmla="*/ 190 h 381"/>
                <a:gd name="T14" fmla="*/ 0 w 381"/>
                <a:gd name="T15" fmla="*/ 186 h 381"/>
                <a:gd name="T16" fmla="*/ 2 w 381"/>
                <a:gd name="T17" fmla="*/ 186 h 381"/>
                <a:gd name="T18" fmla="*/ 2 w 381"/>
                <a:gd name="T19" fmla="*/ 177 h 381"/>
                <a:gd name="T20" fmla="*/ 0 w 381"/>
                <a:gd name="T21" fmla="*/ 177 h 381"/>
                <a:gd name="T22" fmla="*/ 13 w 381"/>
                <a:gd name="T23" fmla="*/ 121 h 381"/>
                <a:gd name="T24" fmla="*/ 15 w 381"/>
                <a:gd name="T25" fmla="*/ 117 h 381"/>
                <a:gd name="T26" fmla="*/ 17 w 381"/>
                <a:gd name="T27" fmla="*/ 112 h 381"/>
                <a:gd name="T28" fmla="*/ 164 w 381"/>
                <a:gd name="T29" fmla="*/ 2 h 381"/>
                <a:gd name="T30" fmla="*/ 172 w 381"/>
                <a:gd name="T31" fmla="*/ 5 h 381"/>
                <a:gd name="T32" fmla="*/ 174 w 381"/>
                <a:gd name="T33" fmla="*/ 1 h 381"/>
                <a:gd name="T34" fmla="*/ 190 w 381"/>
                <a:gd name="T35" fmla="*/ 0 h 381"/>
                <a:gd name="T36" fmla="*/ 381 w 381"/>
                <a:gd name="T37" fmla="*/ 19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1" h="381">
                  <a:moveTo>
                    <a:pt x="381" y="190"/>
                  </a:moveTo>
                  <a:cubicBezTo>
                    <a:pt x="381" y="296"/>
                    <a:pt x="296" y="381"/>
                    <a:pt x="190" y="381"/>
                  </a:cubicBezTo>
                  <a:cubicBezTo>
                    <a:pt x="124" y="381"/>
                    <a:pt x="65" y="346"/>
                    <a:pt x="31" y="294"/>
                  </a:cubicBezTo>
                  <a:cubicBezTo>
                    <a:pt x="32" y="294"/>
                    <a:pt x="33" y="294"/>
                    <a:pt x="35" y="294"/>
                  </a:cubicBezTo>
                  <a:cubicBezTo>
                    <a:pt x="34" y="284"/>
                    <a:pt x="34" y="284"/>
                    <a:pt x="34" y="284"/>
                  </a:cubicBezTo>
                  <a:cubicBezTo>
                    <a:pt x="31" y="285"/>
                    <a:pt x="28" y="285"/>
                    <a:pt x="25" y="285"/>
                  </a:cubicBezTo>
                  <a:cubicBezTo>
                    <a:pt x="9" y="257"/>
                    <a:pt x="0" y="225"/>
                    <a:pt x="0" y="190"/>
                  </a:cubicBezTo>
                  <a:cubicBezTo>
                    <a:pt x="0" y="189"/>
                    <a:pt x="0" y="188"/>
                    <a:pt x="0" y="186"/>
                  </a:cubicBezTo>
                  <a:cubicBezTo>
                    <a:pt x="1" y="186"/>
                    <a:pt x="1" y="186"/>
                    <a:pt x="2" y="186"/>
                  </a:cubicBezTo>
                  <a:cubicBezTo>
                    <a:pt x="2" y="177"/>
                    <a:pt x="2" y="177"/>
                    <a:pt x="2" y="177"/>
                  </a:cubicBezTo>
                  <a:cubicBezTo>
                    <a:pt x="1" y="177"/>
                    <a:pt x="1" y="177"/>
                    <a:pt x="0" y="177"/>
                  </a:cubicBezTo>
                  <a:cubicBezTo>
                    <a:pt x="2" y="157"/>
                    <a:pt x="6" y="139"/>
                    <a:pt x="13" y="121"/>
                  </a:cubicBezTo>
                  <a:cubicBezTo>
                    <a:pt x="14" y="120"/>
                    <a:pt x="14" y="118"/>
                    <a:pt x="15" y="117"/>
                  </a:cubicBezTo>
                  <a:cubicBezTo>
                    <a:pt x="15" y="115"/>
                    <a:pt x="16" y="114"/>
                    <a:pt x="17" y="112"/>
                  </a:cubicBezTo>
                  <a:cubicBezTo>
                    <a:pt x="43" y="54"/>
                    <a:pt x="98" y="11"/>
                    <a:pt x="164" y="2"/>
                  </a:cubicBezTo>
                  <a:cubicBezTo>
                    <a:pt x="172" y="5"/>
                    <a:pt x="172" y="5"/>
                    <a:pt x="172" y="5"/>
                  </a:cubicBezTo>
                  <a:cubicBezTo>
                    <a:pt x="173" y="4"/>
                    <a:pt x="173" y="2"/>
                    <a:pt x="174" y="1"/>
                  </a:cubicBezTo>
                  <a:cubicBezTo>
                    <a:pt x="179" y="0"/>
                    <a:pt x="185" y="0"/>
                    <a:pt x="190" y="0"/>
                  </a:cubicBezTo>
                  <a:cubicBezTo>
                    <a:pt x="296" y="0"/>
                    <a:pt x="381" y="85"/>
                    <a:pt x="381" y="190"/>
                  </a:cubicBezTo>
                  <a:close/>
                </a:path>
              </a:pathLst>
            </a:custGeom>
            <a:solidFill>
              <a:schemeClr val="accent3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92DD2EC-F0AB-5EAA-2DA4-27D508A41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415" y="2211064"/>
              <a:ext cx="36016" cy="15436"/>
            </a:xfrm>
            <a:custGeom>
              <a:avLst/>
              <a:gdLst>
                <a:gd name="T0" fmla="*/ 10 w 10"/>
                <a:gd name="T1" fmla="*/ 0 h 4"/>
                <a:gd name="T2" fmla="*/ 8 w 10"/>
                <a:gd name="T3" fmla="*/ 4 h 4"/>
                <a:gd name="T4" fmla="*/ 0 w 10"/>
                <a:gd name="T5" fmla="*/ 1 h 4"/>
                <a:gd name="T6" fmla="*/ 10 w 10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4">
                  <a:moveTo>
                    <a:pt x="10" y="0"/>
                  </a:moveTo>
                  <a:cubicBezTo>
                    <a:pt x="9" y="1"/>
                    <a:pt x="9" y="3"/>
                    <a:pt x="8" y="4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3" y="0"/>
                    <a:pt x="7" y="0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4523E39-D87F-D2BF-7A1E-D3A6F40D2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7576" y="1618082"/>
              <a:ext cx="1287582" cy="1034182"/>
            </a:xfrm>
            <a:custGeom>
              <a:avLst/>
              <a:gdLst>
                <a:gd name="T0" fmla="*/ 354 w 354"/>
                <a:gd name="T1" fmla="*/ 124 h 284"/>
                <a:gd name="T2" fmla="*/ 347 w 354"/>
                <a:gd name="T3" fmla="*/ 163 h 284"/>
                <a:gd name="T4" fmla="*/ 337 w 354"/>
                <a:gd name="T5" fmla="*/ 164 h 284"/>
                <a:gd name="T6" fmla="*/ 336 w 354"/>
                <a:gd name="T7" fmla="*/ 163 h 284"/>
                <a:gd name="T8" fmla="*/ 345 w 354"/>
                <a:gd name="T9" fmla="*/ 124 h 284"/>
                <a:gd name="T10" fmla="*/ 181 w 354"/>
                <a:gd name="T11" fmla="*/ 10 h 284"/>
                <a:gd name="T12" fmla="*/ 13 w 354"/>
                <a:gd name="T13" fmla="*/ 82 h 284"/>
                <a:gd name="T14" fmla="*/ 74 w 354"/>
                <a:gd name="T15" fmla="*/ 150 h 284"/>
                <a:gd name="T16" fmla="*/ 168 w 354"/>
                <a:gd name="T17" fmla="*/ 109 h 284"/>
                <a:gd name="T18" fmla="*/ 230 w 354"/>
                <a:gd name="T19" fmla="*/ 147 h 284"/>
                <a:gd name="T20" fmla="*/ 167 w 354"/>
                <a:gd name="T21" fmla="*/ 182 h 284"/>
                <a:gd name="T22" fmla="*/ 120 w 354"/>
                <a:gd name="T23" fmla="*/ 182 h 284"/>
                <a:gd name="T24" fmla="*/ 120 w 354"/>
                <a:gd name="T25" fmla="*/ 274 h 284"/>
                <a:gd name="T26" fmla="*/ 167 w 354"/>
                <a:gd name="T27" fmla="*/ 274 h 284"/>
                <a:gd name="T28" fmla="*/ 192 w 354"/>
                <a:gd name="T29" fmla="*/ 274 h 284"/>
                <a:gd name="T30" fmla="*/ 188 w 354"/>
                <a:gd name="T31" fmla="*/ 279 h 284"/>
                <a:gd name="T32" fmla="*/ 187 w 354"/>
                <a:gd name="T33" fmla="*/ 283 h 284"/>
                <a:gd name="T34" fmla="*/ 186 w 354"/>
                <a:gd name="T35" fmla="*/ 283 h 284"/>
                <a:gd name="T36" fmla="*/ 168 w 354"/>
                <a:gd name="T37" fmla="*/ 283 h 284"/>
                <a:gd name="T38" fmla="*/ 111 w 354"/>
                <a:gd name="T39" fmla="*/ 284 h 284"/>
                <a:gd name="T40" fmla="*/ 111 w 354"/>
                <a:gd name="T41" fmla="*/ 172 h 284"/>
                <a:gd name="T42" fmla="*/ 167 w 354"/>
                <a:gd name="T43" fmla="*/ 172 h 284"/>
                <a:gd name="T44" fmla="*/ 221 w 354"/>
                <a:gd name="T45" fmla="*/ 147 h 284"/>
                <a:gd name="T46" fmla="*/ 168 w 354"/>
                <a:gd name="T47" fmla="*/ 118 h 284"/>
                <a:gd name="T48" fmla="*/ 77 w 354"/>
                <a:gd name="T49" fmla="*/ 160 h 284"/>
                <a:gd name="T50" fmla="*/ 74 w 354"/>
                <a:gd name="T51" fmla="*/ 163 h 284"/>
                <a:gd name="T52" fmla="*/ 0 w 354"/>
                <a:gd name="T53" fmla="*/ 82 h 284"/>
                <a:gd name="T54" fmla="*/ 3 w 354"/>
                <a:gd name="T55" fmla="*/ 79 h 284"/>
                <a:gd name="T56" fmla="*/ 181 w 354"/>
                <a:gd name="T57" fmla="*/ 0 h 284"/>
                <a:gd name="T58" fmla="*/ 354 w 354"/>
                <a:gd name="T59" fmla="*/ 12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54" h="284">
                  <a:moveTo>
                    <a:pt x="354" y="124"/>
                  </a:moveTo>
                  <a:cubicBezTo>
                    <a:pt x="354" y="137"/>
                    <a:pt x="352" y="151"/>
                    <a:pt x="347" y="163"/>
                  </a:cubicBezTo>
                  <a:cubicBezTo>
                    <a:pt x="344" y="163"/>
                    <a:pt x="340" y="163"/>
                    <a:pt x="337" y="164"/>
                  </a:cubicBezTo>
                  <a:cubicBezTo>
                    <a:pt x="336" y="163"/>
                    <a:pt x="336" y="163"/>
                    <a:pt x="336" y="163"/>
                  </a:cubicBezTo>
                  <a:cubicBezTo>
                    <a:pt x="342" y="151"/>
                    <a:pt x="345" y="138"/>
                    <a:pt x="345" y="124"/>
                  </a:cubicBezTo>
                  <a:cubicBezTo>
                    <a:pt x="345" y="55"/>
                    <a:pt x="281" y="10"/>
                    <a:pt x="181" y="10"/>
                  </a:cubicBezTo>
                  <a:cubicBezTo>
                    <a:pt x="112" y="10"/>
                    <a:pt x="56" y="33"/>
                    <a:pt x="13" y="82"/>
                  </a:cubicBezTo>
                  <a:cubicBezTo>
                    <a:pt x="74" y="150"/>
                    <a:pt x="74" y="150"/>
                    <a:pt x="74" y="150"/>
                  </a:cubicBezTo>
                  <a:cubicBezTo>
                    <a:pt x="105" y="122"/>
                    <a:pt x="136" y="109"/>
                    <a:pt x="168" y="109"/>
                  </a:cubicBezTo>
                  <a:cubicBezTo>
                    <a:pt x="207" y="109"/>
                    <a:pt x="230" y="123"/>
                    <a:pt x="230" y="147"/>
                  </a:cubicBezTo>
                  <a:cubicBezTo>
                    <a:pt x="230" y="170"/>
                    <a:pt x="209" y="182"/>
                    <a:pt x="167" y="182"/>
                  </a:cubicBezTo>
                  <a:cubicBezTo>
                    <a:pt x="120" y="182"/>
                    <a:pt x="120" y="182"/>
                    <a:pt x="120" y="182"/>
                  </a:cubicBezTo>
                  <a:cubicBezTo>
                    <a:pt x="120" y="274"/>
                    <a:pt x="120" y="274"/>
                    <a:pt x="120" y="274"/>
                  </a:cubicBezTo>
                  <a:cubicBezTo>
                    <a:pt x="167" y="274"/>
                    <a:pt x="167" y="274"/>
                    <a:pt x="167" y="274"/>
                  </a:cubicBezTo>
                  <a:cubicBezTo>
                    <a:pt x="175" y="273"/>
                    <a:pt x="186" y="274"/>
                    <a:pt x="192" y="274"/>
                  </a:cubicBezTo>
                  <a:cubicBezTo>
                    <a:pt x="188" y="279"/>
                    <a:pt x="188" y="279"/>
                    <a:pt x="188" y="279"/>
                  </a:cubicBezTo>
                  <a:cubicBezTo>
                    <a:pt x="187" y="283"/>
                    <a:pt x="187" y="283"/>
                    <a:pt x="187" y="283"/>
                  </a:cubicBezTo>
                  <a:cubicBezTo>
                    <a:pt x="187" y="283"/>
                    <a:pt x="186" y="283"/>
                    <a:pt x="186" y="283"/>
                  </a:cubicBezTo>
                  <a:cubicBezTo>
                    <a:pt x="180" y="283"/>
                    <a:pt x="174" y="283"/>
                    <a:pt x="168" y="283"/>
                  </a:cubicBezTo>
                  <a:cubicBezTo>
                    <a:pt x="111" y="284"/>
                    <a:pt x="111" y="284"/>
                    <a:pt x="111" y="284"/>
                  </a:cubicBezTo>
                  <a:cubicBezTo>
                    <a:pt x="111" y="172"/>
                    <a:pt x="111" y="172"/>
                    <a:pt x="111" y="172"/>
                  </a:cubicBezTo>
                  <a:cubicBezTo>
                    <a:pt x="167" y="172"/>
                    <a:pt x="167" y="172"/>
                    <a:pt x="167" y="172"/>
                  </a:cubicBezTo>
                  <a:cubicBezTo>
                    <a:pt x="180" y="172"/>
                    <a:pt x="221" y="172"/>
                    <a:pt x="221" y="147"/>
                  </a:cubicBezTo>
                  <a:cubicBezTo>
                    <a:pt x="221" y="129"/>
                    <a:pt x="201" y="118"/>
                    <a:pt x="168" y="118"/>
                  </a:cubicBezTo>
                  <a:cubicBezTo>
                    <a:pt x="137" y="118"/>
                    <a:pt x="107" y="132"/>
                    <a:pt x="77" y="160"/>
                  </a:cubicBezTo>
                  <a:cubicBezTo>
                    <a:pt x="74" y="163"/>
                    <a:pt x="74" y="163"/>
                    <a:pt x="74" y="163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49" y="26"/>
                    <a:pt x="107" y="0"/>
                    <a:pt x="181" y="0"/>
                  </a:cubicBezTo>
                  <a:cubicBezTo>
                    <a:pt x="285" y="0"/>
                    <a:pt x="354" y="50"/>
                    <a:pt x="354" y="124"/>
                  </a:cubicBezTo>
                  <a:close/>
                </a:path>
              </a:pathLst>
            </a:cu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08F25FD3-CBDB-7F19-B44A-BE5036BD0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4292" y="2616247"/>
              <a:ext cx="228961" cy="268836"/>
            </a:xfrm>
            <a:custGeom>
              <a:avLst/>
              <a:gdLst>
                <a:gd name="T0" fmla="*/ 63 w 63"/>
                <a:gd name="T1" fmla="*/ 36 h 74"/>
                <a:gd name="T2" fmla="*/ 0 w 63"/>
                <a:gd name="T3" fmla="*/ 74 h 74"/>
                <a:gd name="T4" fmla="*/ 0 w 63"/>
                <a:gd name="T5" fmla="*/ 65 h 74"/>
                <a:gd name="T6" fmla="*/ 54 w 63"/>
                <a:gd name="T7" fmla="*/ 36 h 74"/>
                <a:gd name="T8" fmla="*/ 11 w 63"/>
                <a:gd name="T9" fmla="*/ 9 h 74"/>
                <a:gd name="T10" fmla="*/ 13 w 63"/>
                <a:gd name="T11" fmla="*/ 5 h 74"/>
                <a:gd name="T12" fmla="*/ 15 w 63"/>
                <a:gd name="T13" fmla="*/ 0 h 74"/>
                <a:gd name="T14" fmla="*/ 15 w 63"/>
                <a:gd name="T15" fmla="*/ 0 h 74"/>
                <a:gd name="T16" fmla="*/ 63 w 63"/>
                <a:gd name="T17" fmla="*/ 3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3" h="74">
                  <a:moveTo>
                    <a:pt x="63" y="36"/>
                  </a:moveTo>
                  <a:cubicBezTo>
                    <a:pt x="63" y="54"/>
                    <a:pt x="47" y="74"/>
                    <a:pt x="0" y="7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33" y="65"/>
                    <a:pt x="54" y="54"/>
                    <a:pt x="54" y="36"/>
                  </a:cubicBezTo>
                  <a:cubicBezTo>
                    <a:pt x="54" y="24"/>
                    <a:pt x="49" y="12"/>
                    <a:pt x="11" y="9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14" y="0"/>
                    <a:pt x="15" y="0"/>
                  </a:cubicBezTo>
                  <a:cubicBezTo>
                    <a:pt x="48" y="3"/>
                    <a:pt x="63" y="14"/>
                    <a:pt x="63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DB1BEFAB-5D33-415B-7C57-FE6458DBC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7901" y="3241387"/>
              <a:ext cx="36016" cy="37303"/>
            </a:xfrm>
            <a:custGeom>
              <a:avLst/>
              <a:gdLst>
                <a:gd name="T0" fmla="*/ 10 w 10"/>
                <a:gd name="T1" fmla="*/ 10 h 10"/>
                <a:gd name="T2" fmla="*/ 6 w 10"/>
                <a:gd name="T3" fmla="*/ 10 h 10"/>
                <a:gd name="T4" fmla="*/ 0 w 10"/>
                <a:gd name="T5" fmla="*/ 1 h 10"/>
                <a:gd name="T6" fmla="*/ 9 w 10"/>
                <a:gd name="T7" fmla="*/ 0 h 10"/>
                <a:gd name="T8" fmla="*/ 10 w 10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10"/>
                  </a:moveTo>
                  <a:cubicBezTo>
                    <a:pt x="8" y="10"/>
                    <a:pt x="7" y="10"/>
                    <a:pt x="6" y="10"/>
                  </a:cubicBezTo>
                  <a:cubicBezTo>
                    <a:pt x="4" y="7"/>
                    <a:pt x="2" y="4"/>
                    <a:pt x="0" y="1"/>
                  </a:cubicBezTo>
                  <a:cubicBezTo>
                    <a:pt x="3" y="1"/>
                    <a:pt x="6" y="1"/>
                    <a:pt x="9" y="0"/>
                  </a:cubicBezTo>
                  <a:lnTo>
                    <a:pt x="1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4327EC63-67AE-9016-C75A-A73BE7A2E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6574" y="2851639"/>
              <a:ext cx="7718" cy="33444"/>
            </a:xfrm>
            <a:custGeom>
              <a:avLst/>
              <a:gdLst>
                <a:gd name="T0" fmla="*/ 2 w 2"/>
                <a:gd name="T1" fmla="*/ 0 h 9"/>
                <a:gd name="T2" fmla="*/ 2 w 2"/>
                <a:gd name="T3" fmla="*/ 9 h 9"/>
                <a:gd name="T4" fmla="*/ 0 w 2"/>
                <a:gd name="T5" fmla="*/ 9 h 9"/>
                <a:gd name="T6" fmla="*/ 0 w 2"/>
                <a:gd name="T7" fmla="*/ 0 h 9"/>
                <a:gd name="T8" fmla="*/ 2 w 2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9">
                  <a:moveTo>
                    <a:pt x="2" y="0"/>
                  </a:moveTo>
                  <a:cubicBezTo>
                    <a:pt x="2" y="9"/>
                    <a:pt x="2" y="9"/>
                    <a:pt x="2" y="9"/>
                  </a:cubicBezTo>
                  <a:cubicBezTo>
                    <a:pt x="1" y="9"/>
                    <a:pt x="1" y="9"/>
                    <a:pt x="0" y="9"/>
                  </a:cubicBezTo>
                  <a:cubicBezTo>
                    <a:pt x="0" y="6"/>
                    <a:pt x="0" y="3"/>
                    <a:pt x="0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15E60A00-60DC-A742-0BCE-6F6BBEC3F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132" y="2684421"/>
              <a:ext cx="775636" cy="596841"/>
            </a:xfrm>
            <a:custGeom>
              <a:avLst/>
              <a:gdLst>
                <a:gd name="T0" fmla="*/ 213 w 213"/>
                <a:gd name="T1" fmla="*/ 163 h 164"/>
                <a:gd name="T2" fmla="*/ 191 w 213"/>
                <a:gd name="T3" fmla="*/ 164 h 164"/>
                <a:gd name="T4" fmla="*/ 3 w 213"/>
                <a:gd name="T5" fmla="*/ 91 h 164"/>
                <a:gd name="T6" fmla="*/ 0 w 213"/>
                <a:gd name="T7" fmla="*/ 88 h 164"/>
                <a:gd name="T8" fmla="*/ 74 w 213"/>
                <a:gd name="T9" fmla="*/ 0 h 164"/>
                <a:gd name="T10" fmla="*/ 78 w 213"/>
                <a:gd name="T11" fmla="*/ 3 h 164"/>
                <a:gd name="T12" fmla="*/ 182 w 213"/>
                <a:gd name="T13" fmla="*/ 46 h 164"/>
                <a:gd name="T14" fmla="*/ 182 w 213"/>
                <a:gd name="T15" fmla="*/ 55 h 164"/>
                <a:gd name="T16" fmla="*/ 75 w 213"/>
                <a:gd name="T17" fmla="*/ 13 h 164"/>
                <a:gd name="T18" fmla="*/ 13 w 213"/>
                <a:gd name="T19" fmla="*/ 87 h 164"/>
                <a:gd name="T20" fmla="*/ 191 w 213"/>
                <a:gd name="T21" fmla="*/ 155 h 164"/>
                <a:gd name="T22" fmla="*/ 207 w 213"/>
                <a:gd name="T23" fmla="*/ 154 h 164"/>
                <a:gd name="T24" fmla="*/ 213 w 213"/>
                <a:gd name="T25" fmla="*/ 163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3" h="164">
                  <a:moveTo>
                    <a:pt x="213" y="163"/>
                  </a:moveTo>
                  <a:cubicBezTo>
                    <a:pt x="206" y="164"/>
                    <a:pt x="198" y="164"/>
                    <a:pt x="191" y="164"/>
                  </a:cubicBezTo>
                  <a:cubicBezTo>
                    <a:pt x="92" y="164"/>
                    <a:pt x="34" y="124"/>
                    <a:pt x="3" y="91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8" y="3"/>
                    <a:pt x="78" y="3"/>
                    <a:pt x="78" y="3"/>
                  </a:cubicBezTo>
                  <a:cubicBezTo>
                    <a:pt x="106" y="30"/>
                    <a:pt x="144" y="45"/>
                    <a:pt x="182" y="46"/>
                  </a:cubicBezTo>
                  <a:cubicBezTo>
                    <a:pt x="182" y="49"/>
                    <a:pt x="182" y="52"/>
                    <a:pt x="182" y="55"/>
                  </a:cubicBezTo>
                  <a:cubicBezTo>
                    <a:pt x="143" y="55"/>
                    <a:pt x="105" y="40"/>
                    <a:pt x="75" y="13"/>
                  </a:cubicBezTo>
                  <a:cubicBezTo>
                    <a:pt x="13" y="87"/>
                    <a:pt x="13" y="87"/>
                    <a:pt x="13" y="87"/>
                  </a:cubicBezTo>
                  <a:cubicBezTo>
                    <a:pt x="43" y="119"/>
                    <a:pt x="99" y="155"/>
                    <a:pt x="191" y="155"/>
                  </a:cubicBezTo>
                  <a:cubicBezTo>
                    <a:pt x="196" y="155"/>
                    <a:pt x="202" y="154"/>
                    <a:pt x="207" y="154"/>
                  </a:cubicBezTo>
                  <a:cubicBezTo>
                    <a:pt x="209" y="157"/>
                    <a:pt x="211" y="160"/>
                    <a:pt x="213" y="1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accent3"/>
              </a:solidFill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B49873B9-A540-7CDA-17B7-8C28E008D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059" y="2211064"/>
              <a:ext cx="572402" cy="1067625"/>
            </a:xfrm>
            <a:custGeom>
              <a:avLst/>
              <a:gdLst>
                <a:gd name="T0" fmla="*/ 1 w 157"/>
                <a:gd name="T1" fmla="*/ 293 h 293"/>
                <a:gd name="T2" fmla="*/ 0 w 157"/>
                <a:gd name="T3" fmla="*/ 283 h 293"/>
                <a:gd name="T4" fmla="*/ 147 w 157"/>
                <a:gd name="T5" fmla="*/ 158 h 293"/>
                <a:gd name="T6" fmla="*/ 62 w 157"/>
                <a:gd name="T7" fmla="*/ 63 h 293"/>
                <a:gd name="T8" fmla="*/ 45 w 157"/>
                <a:gd name="T9" fmla="*/ 59 h 293"/>
                <a:gd name="T10" fmla="*/ 62 w 157"/>
                <a:gd name="T11" fmla="*/ 54 h 293"/>
                <a:gd name="T12" fmla="*/ 129 w 157"/>
                <a:gd name="T13" fmla="*/ 0 h 293"/>
                <a:gd name="T14" fmla="*/ 138 w 157"/>
                <a:gd name="T15" fmla="*/ 4 h 293"/>
                <a:gd name="T16" fmla="*/ 79 w 157"/>
                <a:gd name="T17" fmla="*/ 58 h 293"/>
                <a:gd name="T18" fmla="*/ 157 w 157"/>
                <a:gd name="T19" fmla="*/ 158 h 293"/>
                <a:gd name="T20" fmla="*/ 1 w 157"/>
                <a:gd name="T21" fmla="*/ 293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7" h="293">
                  <a:moveTo>
                    <a:pt x="1" y="293"/>
                  </a:moveTo>
                  <a:cubicBezTo>
                    <a:pt x="0" y="283"/>
                    <a:pt x="0" y="283"/>
                    <a:pt x="0" y="283"/>
                  </a:cubicBezTo>
                  <a:cubicBezTo>
                    <a:pt x="89" y="276"/>
                    <a:pt x="147" y="227"/>
                    <a:pt x="147" y="158"/>
                  </a:cubicBezTo>
                  <a:cubicBezTo>
                    <a:pt x="147" y="103"/>
                    <a:pt x="103" y="73"/>
                    <a:pt x="62" y="63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62" y="54"/>
                    <a:pt x="62" y="54"/>
                    <a:pt x="62" y="54"/>
                  </a:cubicBezTo>
                  <a:cubicBezTo>
                    <a:pt x="94" y="45"/>
                    <a:pt x="117" y="26"/>
                    <a:pt x="129" y="0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27" y="28"/>
                    <a:pt x="106" y="47"/>
                    <a:pt x="79" y="58"/>
                  </a:cubicBezTo>
                  <a:cubicBezTo>
                    <a:pt x="127" y="74"/>
                    <a:pt x="157" y="112"/>
                    <a:pt x="157" y="158"/>
                  </a:cubicBezTo>
                  <a:cubicBezTo>
                    <a:pt x="157" y="232"/>
                    <a:pt x="95" y="285"/>
                    <a:pt x="1" y="2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F4DD5DD4-6906-4107-D4C0-733288976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61896" y="7311727"/>
            <a:ext cx="10643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/>
            <a:r>
              <a:rPr lang="en-US" sz="3400" b="1" dirty="0">
                <a:solidFill>
                  <a:schemeClr val="accent4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2020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BC3A4C4-E1DE-01E8-1491-02680778C8CC}"/>
              </a:ext>
            </a:extLst>
          </p:cNvPr>
          <p:cNvGrpSpPr/>
          <p:nvPr/>
        </p:nvGrpSpPr>
        <p:grpSpPr>
          <a:xfrm>
            <a:off x="17042190" y="3351207"/>
            <a:ext cx="3809549" cy="3817184"/>
            <a:chOff x="8614191" y="1665675"/>
            <a:chExt cx="1925585" cy="1929444"/>
          </a:xfrm>
        </p:grpSpPr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7F5D8027-6596-ED68-F6B4-D91AF57E0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3149" y="2208492"/>
              <a:ext cx="1386627" cy="1386627"/>
            </a:xfrm>
            <a:custGeom>
              <a:avLst/>
              <a:gdLst>
                <a:gd name="T0" fmla="*/ 381 w 381"/>
                <a:gd name="T1" fmla="*/ 190 h 381"/>
                <a:gd name="T2" fmla="*/ 190 w 381"/>
                <a:gd name="T3" fmla="*/ 381 h 381"/>
                <a:gd name="T4" fmla="*/ 0 w 381"/>
                <a:gd name="T5" fmla="*/ 190 h 381"/>
                <a:gd name="T6" fmla="*/ 18 w 381"/>
                <a:gd name="T7" fmla="*/ 110 h 381"/>
                <a:gd name="T8" fmla="*/ 22 w 381"/>
                <a:gd name="T9" fmla="*/ 100 h 381"/>
                <a:gd name="T10" fmla="*/ 65 w 381"/>
                <a:gd name="T11" fmla="*/ 46 h 381"/>
                <a:gd name="T12" fmla="*/ 75 w 381"/>
                <a:gd name="T13" fmla="*/ 39 h 381"/>
                <a:gd name="T14" fmla="*/ 190 w 381"/>
                <a:gd name="T15" fmla="*/ 0 h 381"/>
                <a:gd name="T16" fmla="*/ 381 w 381"/>
                <a:gd name="T17" fmla="*/ 19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81">
                  <a:moveTo>
                    <a:pt x="381" y="190"/>
                  </a:moveTo>
                  <a:cubicBezTo>
                    <a:pt x="381" y="296"/>
                    <a:pt x="295" y="381"/>
                    <a:pt x="190" y="381"/>
                  </a:cubicBezTo>
                  <a:cubicBezTo>
                    <a:pt x="85" y="381"/>
                    <a:pt x="0" y="296"/>
                    <a:pt x="0" y="190"/>
                  </a:cubicBezTo>
                  <a:cubicBezTo>
                    <a:pt x="0" y="162"/>
                    <a:pt x="6" y="134"/>
                    <a:pt x="18" y="110"/>
                  </a:cubicBezTo>
                  <a:cubicBezTo>
                    <a:pt x="19" y="106"/>
                    <a:pt x="21" y="103"/>
                    <a:pt x="22" y="100"/>
                  </a:cubicBezTo>
                  <a:cubicBezTo>
                    <a:pt x="33" y="80"/>
                    <a:pt x="48" y="61"/>
                    <a:pt x="65" y="46"/>
                  </a:cubicBezTo>
                  <a:cubicBezTo>
                    <a:pt x="68" y="44"/>
                    <a:pt x="72" y="41"/>
                    <a:pt x="75" y="39"/>
                  </a:cubicBezTo>
                  <a:cubicBezTo>
                    <a:pt x="107" y="14"/>
                    <a:pt x="147" y="0"/>
                    <a:pt x="190" y="0"/>
                  </a:cubicBezTo>
                  <a:cubicBezTo>
                    <a:pt x="295" y="0"/>
                    <a:pt x="381" y="85"/>
                    <a:pt x="381" y="190"/>
                  </a:cubicBezTo>
                  <a:close/>
                </a:path>
              </a:pathLst>
            </a:custGeom>
            <a:solidFill>
              <a:schemeClr val="accent4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  <p:sp>
          <p:nvSpPr>
            <p:cNvPr id="34" name="Freeform 39">
              <a:extLst>
                <a:ext uri="{FF2B5EF4-FFF2-40B4-BE49-F238E27FC236}">
                  <a16:creationId xmlns:a16="http://schemas.microsoft.com/office/drawing/2014/main" id="{99EB7497-80E9-8A0E-005F-36CAAE3299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191" y="1665675"/>
              <a:ext cx="1237416" cy="1288868"/>
            </a:xfrm>
            <a:custGeom>
              <a:avLst/>
              <a:gdLst>
                <a:gd name="T0" fmla="*/ 419 w 962"/>
                <a:gd name="T1" fmla="*/ 1002 h 1002"/>
                <a:gd name="T2" fmla="*/ 29 w 962"/>
                <a:gd name="T3" fmla="*/ 1002 h 1002"/>
                <a:gd name="T4" fmla="*/ 0 w 962"/>
                <a:gd name="T5" fmla="*/ 744 h 1002"/>
                <a:gd name="T6" fmla="*/ 541 w 962"/>
                <a:gd name="T7" fmla="*/ 0 h 1002"/>
                <a:gd name="T8" fmla="*/ 962 w 962"/>
                <a:gd name="T9" fmla="*/ 0 h 1002"/>
                <a:gd name="T10" fmla="*/ 962 w 962"/>
                <a:gd name="T11" fmla="*/ 422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62" h="1002">
                  <a:moveTo>
                    <a:pt x="419" y="1002"/>
                  </a:moveTo>
                  <a:lnTo>
                    <a:pt x="29" y="1002"/>
                  </a:lnTo>
                  <a:lnTo>
                    <a:pt x="0" y="744"/>
                  </a:lnTo>
                  <a:lnTo>
                    <a:pt x="541" y="0"/>
                  </a:lnTo>
                  <a:lnTo>
                    <a:pt x="962" y="0"/>
                  </a:lnTo>
                  <a:lnTo>
                    <a:pt x="962" y="422"/>
                  </a:lnTo>
                </a:path>
              </a:pathLst>
            </a:custGeom>
            <a:noFill/>
            <a:ln w="49213" cap="flat">
              <a:solidFill>
                <a:schemeClr val="accent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5" name="Freeform 40">
              <a:extLst>
                <a:ext uri="{FF2B5EF4-FFF2-40B4-BE49-F238E27FC236}">
                  <a16:creationId xmlns:a16="http://schemas.microsoft.com/office/drawing/2014/main" id="{F5F50D72-6660-0E29-859F-1771A7B84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53149" y="2208492"/>
              <a:ext cx="887544" cy="1026464"/>
            </a:xfrm>
            <a:custGeom>
              <a:avLst/>
              <a:gdLst>
                <a:gd name="T0" fmla="*/ 543 w 690"/>
                <a:gd name="T1" fmla="*/ 0 h 798"/>
                <a:gd name="T2" fmla="*/ 543 w 690"/>
                <a:gd name="T3" fmla="*/ 297 h 798"/>
                <a:gd name="T4" fmla="*/ 690 w 690"/>
                <a:gd name="T5" fmla="*/ 297 h 798"/>
                <a:gd name="T6" fmla="*/ 690 w 690"/>
                <a:gd name="T7" fmla="*/ 580 h 798"/>
                <a:gd name="T8" fmla="*/ 543 w 690"/>
                <a:gd name="T9" fmla="*/ 580 h 798"/>
                <a:gd name="T10" fmla="*/ 543 w 690"/>
                <a:gd name="T11" fmla="*/ 798 h 798"/>
                <a:gd name="T12" fmla="*/ 198 w 690"/>
                <a:gd name="T13" fmla="*/ 798 h 798"/>
                <a:gd name="T14" fmla="*/ 198 w 690"/>
                <a:gd name="T15" fmla="*/ 580 h 798"/>
                <a:gd name="T16" fmla="*/ 0 w 690"/>
                <a:gd name="T17" fmla="*/ 580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0" h="798">
                  <a:moveTo>
                    <a:pt x="543" y="0"/>
                  </a:moveTo>
                  <a:lnTo>
                    <a:pt x="543" y="297"/>
                  </a:lnTo>
                  <a:lnTo>
                    <a:pt x="690" y="297"/>
                  </a:lnTo>
                  <a:lnTo>
                    <a:pt x="690" y="580"/>
                  </a:lnTo>
                  <a:lnTo>
                    <a:pt x="543" y="580"/>
                  </a:lnTo>
                  <a:lnTo>
                    <a:pt x="543" y="798"/>
                  </a:lnTo>
                  <a:lnTo>
                    <a:pt x="198" y="798"/>
                  </a:lnTo>
                  <a:lnTo>
                    <a:pt x="198" y="580"/>
                  </a:lnTo>
                  <a:lnTo>
                    <a:pt x="0" y="580"/>
                  </a:lnTo>
                </a:path>
              </a:pathLst>
            </a:custGeom>
            <a:noFill/>
            <a:ln w="49213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6" name="Freeform 41">
              <a:extLst>
                <a:ext uri="{FF2B5EF4-FFF2-40B4-BE49-F238E27FC236}">
                  <a16:creationId xmlns:a16="http://schemas.microsoft.com/office/drawing/2014/main" id="{2A6DF65F-4F64-FB91-0673-5A53F9194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8750" y="2349984"/>
              <a:ext cx="207094" cy="258545"/>
            </a:xfrm>
            <a:custGeom>
              <a:avLst/>
              <a:gdLst>
                <a:gd name="T0" fmla="*/ 57 w 57"/>
                <a:gd name="T1" fmla="*/ 0 h 71"/>
                <a:gd name="T2" fmla="*/ 57 w 57"/>
                <a:gd name="T3" fmla="*/ 71 h 71"/>
                <a:gd name="T4" fmla="*/ 0 w 57"/>
                <a:gd name="T5" fmla="*/ 71 h 71"/>
                <a:gd name="T6" fmla="*/ 4 w 57"/>
                <a:gd name="T7" fmla="*/ 61 h 71"/>
                <a:gd name="T8" fmla="*/ 47 w 57"/>
                <a:gd name="T9" fmla="*/ 61 h 71"/>
                <a:gd name="T10" fmla="*/ 47 w 57"/>
                <a:gd name="T11" fmla="*/ 7 h 71"/>
                <a:gd name="T12" fmla="*/ 57 w 57"/>
                <a:gd name="T13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" h="71">
                  <a:moveTo>
                    <a:pt x="57" y="0"/>
                  </a:moveTo>
                  <a:cubicBezTo>
                    <a:pt x="57" y="71"/>
                    <a:pt x="57" y="71"/>
                    <a:pt x="57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67"/>
                    <a:pt x="3" y="64"/>
                    <a:pt x="4" y="61"/>
                  </a:cubicBezTo>
                  <a:cubicBezTo>
                    <a:pt x="47" y="61"/>
                    <a:pt x="47" y="61"/>
                    <a:pt x="47" y="61"/>
                  </a:cubicBezTo>
                  <a:cubicBezTo>
                    <a:pt x="47" y="7"/>
                    <a:pt x="47" y="7"/>
                    <a:pt x="47" y="7"/>
                  </a:cubicBezTo>
                  <a:cubicBezTo>
                    <a:pt x="50" y="5"/>
                    <a:pt x="54" y="2"/>
                    <a:pt x="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7" name="Freeform 42">
              <a:extLst>
                <a:ext uri="{FF2B5EF4-FFF2-40B4-BE49-F238E27FC236}">
                  <a16:creationId xmlns:a16="http://schemas.microsoft.com/office/drawing/2014/main" id="{69904D60-7620-D9B9-2FFA-402B04990A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6883" y="2572513"/>
              <a:ext cx="36016" cy="36016"/>
            </a:xfrm>
            <a:custGeom>
              <a:avLst/>
              <a:gdLst>
                <a:gd name="T0" fmla="*/ 10 w 10"/>
                <a:gd name="T1" fmla="*/ 0 h 10"/>
                <a:gd name="T2" fmla="*/ 6 w 10"/>
                <a:gd name="T3" fmla="*/ 10 h 10"/>
                <a:gd name="T4" fmla="*/ 0 w 10"/>
                <a:gd name="T5" fmla="*/ 10 h 10"/>
                <a:gd name="T6" fmla="*/ 0 w 10"/>
                <a:gd name="T7" fmla="*/ 0 h 10"/>
                <a:gd name="T8" fmla="*/ 10 w 10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0">
                  <a:moveTo>
                    <a:pt x="10" y="0"/>
                  </a:moveTo>
                  <a:cubicBezTo>
                    <a:pt x="9" y="3"/>
                    <a:pt x="7" y="6"/>
                    <a:pt x="6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8ED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8" name="Freeform 43">
              <a:extLst>
                <a:ext uri="{FF2B5EF4-FFF2-40B4-BE49-F238E27FC236}">
                  <a16:creationId xmlns:a16="http://schemas.microsoft.com/office/drawing/2014/main" id="{058E4863-9FF2-D7F4-BB09-C68C9C905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9827" y="2331976"/>
              <a:ext cx="36016" cy="43734"/>
            </a:xfrm>
            <a:custGeom>
              <a:avLst/>
              <a:gdLst>
                <a:gd name="T0" fmla="*/ 10 w 10"/>
                <a:gd name="T1" fmla="*/ 0 h 12"/>
                <a:gd name="T2" fmla="*/ 10 w 10"/>
                <a:gd name="T3" fmla="*/ 5 h 12"/>
                <a:gd name="T4" fmla="*/ 0 w 10"/>
                <a:gd name="T5" fmla="*/ 12 h 12"/>
                <a:gd name="T6" fmla="*/ 0 w 10"/>
                <a:gd name="T7" fmla="*/ 0 h 12"/>
                <a:gd name="T8" fmla="*/ 10 w 10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2">
                  <a:moveTo>
                    <a:pt x="10" y="0"/>
                  </a:moveTo>
                  <a:cubicBezTo>
                    <a:pt x="10" y="5"/>
                    <a:pt x="10" y="5"/>
                    <a:pt x="10" y="5"/>
                  </a:cubicBezTo>
                  <a:cubicBezTo>
                    <a:pt x="7" y="7"/>
                    <a:pt x="3" y="10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8EDB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9" name="Freeform 44">
              <a:extLst>
                <a:ext uri="{FF2B5EF4-FFF2-40B4-BE49-F238E27FC236}">
                  <a16:creationId xmlns:a16="http://schemas.microsoft.com/office/drawing/2014/main" id="{D1C55947-3E36-8EAB-BB55-D38B94A56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540" y="2121024"/>
              <a:ext cx="338296" cy="469498"/>
            </a:xfrm>
            <a:custGeom>
              <a:avLst/>
              <a:gdLst>
                <a:gd name="T0" fmla="*/ 263 w 263"/>
                <a:gd name="T1" fmla="*/ 186 h 365"/>
                <a:gd name="T2" fmla="*/ 263 w 263"/>
                <a:gd name="T3" fmla="*/ 0 h 365"/>
                <a:gd name="T4" fmla="*/ 0 w 263"/>
                <a:gd name="T5" fmla="*/ 365 h 365"/>
                <a:gd name="T6" fmla="*/ 121 w 263"/>
                <a:gd name="T7" fmla="*/ 365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3" h="365">
                  <a:moveTo>
                    <a:pt x="263" y="186"/>
                  </a:moveTo>
                  <a:lnTo>
                    <a:pt x="263" y="0"/>
                  </a:lnTo>
                  <a:lnTo>
                    <a:pt x="0" y="365"/>
                  </a:lnTo>
                  <a:lnTo>
                    <a:pt x="121" y="365"/>
                  </a:lnTo>
                </a:path>
              </a:pathLst>
            </a:custGeom>
            <a:noFill/>
            <a:ln w="49213" cap="flat">
              <a:solidFill>
                <a:schemeClr val="accent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D19C89A9-A27F-5174-31B2-D4183AD6D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6819" y="10675109"/>
            <a:ext cx="1613395" cy="1621030"/>
          </a:xfrm>
          <a:prstGeom prst="ellipse">
            <a:avLst/>
          </a:prstGeom>
          <a:noFill/>
          <a:ln w="49213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3EA7491-84DA-C924-D7F8-1AC9D21C1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854" y="10658685"/>
            <a:ext cx="1618485" cy="1621030"/>
          </a:xfrm>
          <a:prstGeom prst="ellipse">
            <a:avLst/>
          </a:prstGeom>
          <a:noFill/>
          <a:ln w="49213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B15639A-0399-3B51-616D-326ADAABB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31" y="10662259"/>
            <a:ext cx="1618485" cy="1621030"/>
          </a:xfrm>
          <a:prstGeom prst="ellipse">
            <a:avLst/>
          </a:prstGeom>
          <a:noFill/>
          <a:ln w="49213" cap="flat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7E76104B-D551-339B-E5AF-E8689FAC3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87392" y="10654401"/>
            <a:ext cx="1613395" cy="1621030"/>
          </a:xfrm>
          <a:prstGeom prst="ellipse">
            <a:avLst/>
          </a:prstGeom>
          <a:noFill/>
          <a:ln w="49213" cap="flat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56" name="Line 7">
            <a:extLst>
              <a:ext uri="{FF2B5EF4-FFF2-40B4-BE49-F238E27FC236}">
                <a16:creationId xmlns:a16="http://schemas.microsoft.com/office/drawing/2014/main" id="{20912BA6-1938-B15A-E479-05C0D320AD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1327" y="7572176"/>
            <a:ext cx="3476181" cy="0"/>
          </a:xfrm>
          <a:prstGeom prst="line">
            <a:avLst/>
          </a:prstGeom>
          <a:noFill/>
          <a:ln w="49213" cap="rnd">
            <a:solidFill>
              <a:srgbClr val="C5DDE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16DCE85-F4FC-5217-E759-D8FB785D0722}"/>
              </a:ext>
            </a:extLst>
          </p:cNvPr>
          <p:cNvGrpSpPr/>
          <p:nvPr/>
        </p:nvGrpSpPr>
        <p:grpSpPr>
          <a:xfrm>
            <a:off x="2852290" y="7932030"/>
            <a:ext cx="2960470" cy="1876935"/>
            <a:chOff x="2852290" y="7932030"/>
            <a:chExt cx="2960470" cy="187693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86DEF1E-9928-B69D-68ED-849B0CA3DE03}"/>
                </a:ext>
              </a:extLst>
            </p:cNvPr>
            <p:cNvSpPr/>
            <p:nvPr/>
          </p:nvSpPr>
          <p:spPr>
            <a:xfrm>
              <a:off x="2878840" y="7932030"/>
              <a:ext cx="293392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C606655-FA5B-0E0C-4159-9D4D3ADC32FF}"/>
                </a:ext>
              </a:extLst>
            </p:cNvPr>
            <p:cNvSpPr/>
            <p:nvPr/>
          </p:nvSpPr>
          <p:spPr>
            <a:xfrm>
              <a:off x="2852290" y="8822541"/>
              <a:ext cx="293392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3286112-B456-08D8-682A-F540E58008F1}"/>
              </a:ext>
            </a:extLst>
          </p:cNvPr>
          <p:cNvGrpSpPr/>
          <p:nvPr/>
        </p:nvGrpSpPr>
        <p:grpSpPr>
          <a:xfrm>
            <a:off x="7889420" y="7936038"/>
            <a:ext cx="2960470" cy="1876935"/>
            <a:chOff x="7889420" y="7936038"/>
            <a:chExt cx="2960470" cy="187693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B8FDDC6-E99C-B800-DE1F-A4C7153E22E6}"/>
                </a:ext>
              </a:extLst>
            </p:cNvPr>
            <p:cNvSpPr/>
            <p:nvPr/>
          </p:nvSpPr>
          <p:spPr>
            <a:xfrm>
              <a:off x="7915970" y="7936038"/>
              <a:ext cx="293392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373F14A-D095-A458-B689-2456FFE6CC92}"/>
                </a:ext>
              </a:extLst>
            </p:cNvPr>
            <p:cNvSpPr/>
            <p:nvPr/>
          </p:nvSpPr>
          <p:spPr>
            <a:xfrm>
              <a:off x="7889420" y="8826549"/>
              <a:ext cx="293392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F3EBE1-2EC8-A7BB-B377-1469A719D3EC}"/>
              </a:ext>
            </a:extLst>
          </p:cNvPr>
          <p:cNvGrpSpPr/>
          <p:nvPr/>
        </p:nvGrpSpPr>
        <p:grpSpPr>
          <a:xfrm>
            <a:off x="12981538" y="7932030"/>
            <a:ext cx="2960470" cy="1876935"/>
            <a:chOff x="12981538" y="7932030"/>
            <a:chExt cx="2960470" cy="1876935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EA0B04-8143-58D8-0C4A-AF360EA786A6}"/>
                </a:ext>
              </a:extLst>
            </p:cNvPr>
            <p:cNvSpPr/>
            <p:nvPr/>
          </p:nvSpPr>
          <p:spPr>
            <a:xfrm>
              <a:off x="13008088" y="7932030"/>
              <a:ext cx="293392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5C267D2-DC00-C93E-158E-2C247308F256}"/>
                </a:ext>
              </a:extLst>
            </p:cNvPr>
            <p:cNvSpPr/>
            <p:nvPr/>
          </p:nvSpPr>
          <p:spPr>
            <a:xfrm>
              <a:off x="12981538" y="8822541"/>
              <a:ext cx="293392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3F0CDEE-3A39-429B-EAC7-CF572B804F8F}"/>
              </a:ext>
            </a:extLst>
          </p:cNvPr>
          <p:cNvGrpSpPr/>
          <p:nvPr/>
        </p:nvGrpSpPr>
        <p:grpSpPr>
          <a:xfrm>
            <a:off x="18073657" y="7928021"/>
            <a:ext cx="2960470" cy="1876935"/>
            <a:chOff x="18073657" y="7928021"/>
            <a:chExt cx="2960470" cy="1876935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6C65591-BD7E-A45C-2BBD-873EC034414A}"/>
                </a:ext>
              </a:extLst>
            </p:cNvPr>
            <p:cNvSpPr/>
            <p:nvPr/>
          </p:nvSpPr>
          <p:spPr>
            <a:xfrm>
              <a:off x="18100207" y="7928021"/>
              <a:ext cx="293392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8875017-F0BD-9D20-712D-8607B4E1465B}"/>
                </a:ext>
              </a:extLst>
            </p:cNvPr>
            <p:cNvSpPr/>
            <p:nvPr/>
          </p:nvSpPr>
          <p:spPr>
            <a:xfrm>
              <a:off x="18073657" y="8818532"/>
              <a:ext cx="293392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68" name="成组">
            <a:extLst>
              <a:ext uri="{FF2B5EF4-FFF2-40B4-BE49-F238E27FC236}">
                <a16:creationId xmlns:a16="http://schemas.microsoft.com/office/drawing/2014/main" id="{E0F2EBB3-A01A-2B2E-C9A8-365619F8944E}"/>
              </a:ext>
            </a:extLst>
          </p:cNvPr>
          <p:cNvGrpSpPr/>
          <p:nvPr/>
        </p:nvGrpSpPr>
        <p:grpSpPr>
          <a:xfrm>
            <a:off x="14185215" y="11192396"/>
            <a:ext cx="574919" cy="574915"/>
            <a:chOff x="0" y="0"/>
            <a:chExt cx="457200" cy="457200"/>
          </a:xfrm>
        </p:grpSpPr>
        <p:sp>
          <p:nvSpPr>
            <p:cNvPr id="69" name="任意形状 363">
              <a:extLst>
                <a:ext uri="{FF2B5EF4-FFF2-40B4-BE49-F238E27FC236}">
                  <a16:creationId xmlns:a16="http://schemas.microsoft.com/office/drawing/2014/main" id="{14465BF6-7504-7E0C-0BD7-6D9F01AE83A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0" name="任意形状 364">
              <a:extLst>
                <a:ext uri="{FF2B5EF4-FFF2-40B4-BE49-F238E27FC236}">
                  <a16:creationId xmlns:a16="http://schemas.microsoft.com/office/drawing/2014/main" id="{115AD0D6-760B-2294-CC96-AE1512EB6BC7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1" name="成组">
            <a:extLst>
              <a:ext uri="{FF2B5EF4-FFF2-40B4-BE49-F238E27FC236}">
                <a16:creationId xmlns:a16="http://schemas.microsoft.com/office/drawing/2014/main" id="{D6BFA790-1060-6803-B3CE-BF45C5A07F97}"/>
              </a:ext>
            </a:extLst>
          </p:cNvPr>
          <p:cNvGrpSpPr/>
          <p:nvPr/>
        </p:nvGrpSpPr>
        <p:grpSpPr>
          <a:xfrm>
            <a:off x="4044157" y="11192396"/>
            <a:ext cx="574919" cy="574915"/>
            <a:chOff x="0" y="0"/>
            <a:chExt cx="457200" cy="457200"/>
          </a:xfrm>
        </p:grpSpPr>
        <p:sp>
          <p:nvSpPr>
            <p:cNvPr id="72" name="任意形状 393">
              <a:extLst>
                <a:ext uri="{FF2B5EF4-FFF2-40B4-BE49-F238E27FC236}">
                  <a16:creationId xmlns:a16="http://schemas.microsoft.com/office/drawing/2014/main" id="{4AA5EC55-E359-72F6-A823-32AC2B1C0E9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3" name="任意形状 394">
              <a:extLst>
                <a:ext uri="{FF2B5EF4-FFF2-40B4-BE49-F238E27FC236}">
                  <a16:creationId xmlns:a16="http://schemas.microsoft.com/office/drawing/2014/main" id="{AF40A872-03CA-76B7-ED60-1CBAFEE079CD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4" name="成组">
            <a:extLst>
              <a:ext uri="{FF2B5EF4-FFF2-40B4-BE49-F238E27FC236}">
                <a16:creationId xmlns:a16="http://schemas.microsoft.com/office/drawing/2014/main" id="{2D7740D0-ACBC-77B2-F998-D7623560854C}"/>
              </a:ext>
            </a:extLst>
          </p:cNvPr>
          <p:cNvGrpSpPr/>
          <p:nvPr/>
        </p:nvGrpSpPr>
        <p:grpSpPr>
          <a:xfrm>
            <a:off x="9135722" y="11192396"/>
            <a:ext cx="574919" cy="574915"/>
            <a:chOff x="0" y="0"/>
            <a:chExt cx="457200" cy="457200"/>
          </a:xfrm>
        </p:grpSpPr>
        <p:sp>
          <p:nvSpPr>
            <p:cNvPr id="75" name="任意形状 399">
              <a:extLst>
                <a:ext uri="{FF2B5EF4-FFF2-40B4-BE49-F238E27FC236}">
                  <a16:creationId xmlns:a16="http://schemas.microsoft.com/office/drawing/2014/main" id="{72A1E3C5-6BC8-AFC5-963C-517433327317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6" name="任意形状 400">
              <a:extLst>
                <a:ext uri="{FF2B5EF4-FFF2-40B4-BE49-F238E27FC236}">
                  <a16:creationId xmlns:a16="http://schemas.microsoft.com/office/drawing/2014/main" id="{F3528E47-315B-3B10-8113-9E81E5FD95E0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7" name="成组">
            <a:extLst>
              <a:ext uri="{FF2B5EF4-FFF2-40B4-BE49-F238E27FC236}">
                <a16:creationId xmlns:a16="http://schemas.microsoft.com/office/drawing/2014/main" id="{B4ABC8F7-7C91-E6C0-0624-3EC2453B2DF6}"/>
              </a:ext>
            </a:extLst>
          </p:cNvPr>
          <p:cNvGrpSpPr/>
          <p:nvPr/>
        </p:nvGrpSpPr>
        <p:grpSpPr>
          <a:xfrm>
            <a:off x="19192637" y="11192396"/>
            <a:ext cx="574919" cy="574915"/>
            <a:chOff x="0" y="0"/>
            <a:chExt cx="457200" cy="457200"/>
          </a:xfrm>
        </p:grpSpPr>
        <p:sp>
          <p:nvSpPr>
            <p:cNvPr id="78" name="任意形状 477">
              <a:extLst>
                <a:ext uri="{FF2B5EF4-FFF2-40B4-BE49-F238E27FC236}">
                  <a16:creationId xmlns:a16="http://schemas.microsoft.com/office/drawing/2014/main" id="{031F64E1-D5EB-47FC-B68F-5CF027568CF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9" name="任意形状 478">
              <a:extLst>
                <a:ext uri="{FF2B5EF4-FFF2-40B4-BE49-F238E27FC236}">
                  <a16:creationId xmlns:a16="http://schemas.microsoft.com/office/drawing/2014/main" id="{656F3F44-C4EB-A17C-6C61-FB34F21C8F7D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2312740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EBF7D066-D045-D9DC-D873-91CE3F771DB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2192961" y="4271452"/>
            <a:ext cx="19729415" cy="3904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0" name="Freeform 26">
            <a:extLst>
              <a:ext uri="{FF2B5EF4-FFF2-40B4-BE49-F238E27FC236}">
                <a16:creationId xmlns:a16="http://schemas.microsoft.com/office/drawing/2014/main" id="{B5762602-69BD-B63C-A75D-9652FC544BB2}"/>
              </a:ext>
            </a:extLst>
          </p:cNvPr>
          <p:cNvSpPr/>
          <p:nvPr/>
        </p:nvSpPr>
        <p:spPr>
          <a:xfrm>
            <a:off x="3521099" y="4661929"/>
            <a:ext cx="3121255" cy="3126395"/>
          </a:xfrm>
          <a:custGeom>
            <a:avLst/>
            <a:gdLst>
              <a:gd name="connsiteX0" fmla="*/ 788839 w 1577678"/>
              <a:gd name="connsiteY0" fmla="*/ 0 h 1580276"/>
              <a:gd name="connsiteX1" fmla="*/ 1577678 w 1577678"/>
              <a:gd name="connsiteY1" fmla="*/ 790138 h 1580276"/>
              <a:gd name="connsiteX2" fmla="*/ 788839 w 1577678"/>
              <a:gd name="connsiteY2" fmla="*/ 1580276 h 1580276"/>
              <a:gd name="connsiteX3" fmla="*/ 0 w 1577678"/>
              <a:gd name="connsiteY3" fmla="*/ 790138 h 1580276"/>
              <a:gd name="connsiteX4" fmla="*/ 788839 w 1577678"/>
              <a:gd name="connsiteY4" fmla="*/ 0 h 158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7678" h="1580276">
                <a:moveTo>
                  <a:pt x="788839" y="0"/>
                </a:moveTo>
                <a:cubicBezTo>
                  <a:pt x="1224503" y="0"/>
                  <a:pt x="1577678" y="353757"/>
                  <a:pt x="1577678" y="790138"/>
                </a:cubicBezTo>
                <a:cubicBezTo>
                  <a:pt x="1577678" y="1226519"/>
                  <a:pt x="1224503" y="1580276"/>
                  <a:pt x="788839" y="1580276"/>
                </a:cubicBezTo>
                <a:cubicBezTo>
                  <a:pt x="353175" y="1580276"/>
                  <a:pt x="0" y="1226519"/>
                  <a:pt x="0" y="790138"/>
                </a:cubicBezTo>
                <a:cubicBezTo>
                  <a:pt x="0" y="353757"/>
                  <a:pt x="353175" y="0"/>
                  <a:pt x="788839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5F299A17-90A5-7C28-5D72-48AEDFEEC32E}"/>
              </a:ext>
            </a:extLst>
          </p:cNvPr>
          <p:cNvSpPr>
            <a:spLocks/>
          </p:cNvSpPr>
          <p:nvPr/>
        </p:nvSpPr>
        <p:spPr bwMode="auto">
          <a:xfrm>
            <a:off x="2192961" y="4083919"/>
            <a:ext cx="5024836" cy="4223329"/>
          </a:xfrm>
          <a:custGeom>
            <a:avLst/>
            <a:gdLst>
              <a:gd name="T0" fmla="*/ 461 w 802"/>
              <a:gd name="T1" fmla="*/ 652 h 673"/>
              <a:gd name="T2" fmla="*/ 241 w 802"/>
              <a:gd name="T3" fmla="*/ 561 h 673"/>
              <a:gd name="T4" fmla="*/ 228 w 802"/>
              <a:gd name="T5" fmla="*/ 547 h 673"/>
              <a:gd name="T6" fmla="*/ 228 w 802"/>
              <a:gd name="T7" fmla="*/ 547 h 673"/>
              <a:gd name="T8" fmla="*/ 113 w 802"/>
              <a:gd name="T9" fmla="*/ 547 h 673"/>
              <a:gd name="T10" fmla="*/ 113 w 802"/>
              <a:gd name="T11" fmla="*/ 330 h 673"/>
              <a:gd name="T12" fmla="*/ 114 w 802"/>
              <a:gd name="T13" fmla="*/ 271 h 673"/>
              <a:gd name="T14" fmla="*/ 97 w 802"/>
              <a:gd name="T15" fmla="*/ 288 h 673"/>
              <a:gd name="T16" fmla="*/ 62 w 802"/>
              <a:gd name="T17" fmla="*/ 318 h 673"/>
              <a:gd name="T18" fmla="*/ 0 w 802"/>
              <a:gd name="T19" fmla="*/ 242 h 673"/>
              <a:gd name="T20" fmla="*/ 128 w 802"/>
              <a:gd name="T21" fmla="*/ 137 h 673"/>
              <a:gd name="T22" fmla="*/ 228 w 802"/>
              <a:gd name="T23" fmla="*/ 137 h 673"/>
              <a:gd name="T24" fmla="*/ 232 w 802"/>
              <a:gd name="T25" fmla="*/ 141 h 673"/>
              <a:gd name="T26" fmla="*/ 228 w 802"/>
              <a:gd name="T27" fmla="*/ 145 h 673"/>
              <a:gd name="T28" fmla="*/ 131 w 802"/>
              <a:gd name="T29" fmla="*/ 145 h 673"/>
              <a:gd name="T30" fmla="*/ 12 w 802"/>
              <a:gd name="T31" fmla="*/ 243 h 673"/>
              <a:gd name="T32" fmla="*/ 63 w 802"/>
              <a:gd name="T33" fmla="*/ 306 h 673"/>
              <a:gd name="T34" fmla="*/ 91 w 802"/>
              <a:gd name="T35" fmla="*/ 282 h 673"/>
              <a:gd name="T36" fmla="*/ 116 w 802"/>
              <a:gd name="T37" fmla="*/ 256 h 673"/>
              <a:gd name="T38" fmla="*/ 124 w 802"/>
              <a:gd name="T39" fmla="*/ 246 h 673"/>
              <a:gd name="T40" fmla="*/ 123 w 802"/>
              <a:gd name="T41" fmla="*/ 259 h 673"/>
              <a:gd name="T42" fmla="*/ 122 w 802"/>
              <a:gd name="T43" fmla="*/ 330 h 673"/>
              <a:gd name="T44" fmla="*/ 122 w 802"/>
              <a:gd name="T45" fmla="*/ 538 h 673"/>
              <a:gd name="T46" fmla="*/ 232 w 802"/>
              <a:gd name="T47" fmla="*/ 538 h 673"/>
              <a:gd name="T48" fmla="*/ 233 w 802"/>
              <a:gd name="T49" fmla="*/ 540 h 673"/>
              <a:gd name="T50" fmla="*/ 247 w 802"/>
              <a:gd name="T51" fmla="*/ 555 h 673"/>
              <a:gd name="T52" fmla="*/ 674 w 802"/>
              <a:gd name="T53" fmla="*/ 555 h 673"/>
              <a:gd name="T54" fmla="*/ 674 w 802"/>
              <a:gd name="T55" fmla="*/ 127 h 673"/>
              <a:gd name="T56" fmla="*/ 276 w 802"/>
              <a:gd name="T57" fmla="*/ 102 h 673"/>
              <a:gd name="T58" fmla="*/ 269 w 802"/>
              <a:gd name="T59" fmla="*/ 102 h 673"/>
              <a:gd name="T60" fmla="*/ 270 w 802"/>
              <a:gd name="T61" fmla="*/ 95 h 673"/>
              <a:gd name="T62" fmla="*/ 681 w 802"/>
              <a:gd name="T63" fmla="*/ 121 h 673"/>
              <a:gd name="T64" fmla="*/ 681 w 802"/>
              <a:gd name="T65" fmla="*/ 561 h 673"/>
              <a:gd name="T66" fmla="*/ 461 w 802"/>
              <a:gd name="T67" fmla="*/ 652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802" h="673">
                <a:moveTo>
                  <a:pt x="461" y="652"/>
                </a:moveTo>
                <a:cubicBezTo>
                  <a:pt x="381" y="652"/>
                  <a:pt x="302" y="621"/>
                  <a:pt x="241" y="561"/>
                </a:cubicBezTo>
                <a:cubicBezTo>
                  <a:pt x="237" y="556"/>
                  <a:pt x="232" y="552"/>
                  <a:pt x="228" y="547"/>
                </a:cubicBezTo>
                <a:cubicBezTo>
                  <a:pt x="228" y="547"/>
                  <a:pt x="228" y="547"/>
                  <a:pt x="228" y="547"/>
                </a:cubicBezTo>
                <a:cubicBezTo>
                  <a:pt x="113" y="547"/>
                  <a:pt x="113" y="547"/>
                  <a:pt x="113" y="547"/>
                </a:cubicBezTo>
                <a:cubicBezTo>
                  <a:pt x="113" y="330"/>
                  <a:pt x="113" y="330"/>
                  <a:pt x="113" y="330"/>
                </a:cubicBezTo>
                <a:cubicBezTo>
                  <a:pt x="113" y="309"/>
                  <a:pt x="114" y="289"/>
                  <a:pt x="114" y="271"/>
                </a:cubicBezTo>
                <a:cubicBezTo>
                  <a:pt x="109" y="277"/>
                  <a:pt x="103" y="282"/>
                  <a:pt x="97" y="288"/>
                </a:cubicBezTo>
                <a:cubicBezTo>
                  <a:pt x="62" y="318"/>
                  <a:pt x="62" y="318"/>
                  <a:pt x="62" y="318"/>
                </a:cubicBezTo>
                <a:cubicBezTo>
                  <a:pt x="0" y="242"/>
                  <a:pt x="0" y="242"/>
                  <a:pt x="0" y="242"/>
                </a:cubicBezTo>
                <a:cubicBezTo>
                  <a:pt x="128" y="137"/>
                  <a:pt x="128" y="137"/>
                  <a:pt x="128" y="137"/>
                </a:cubicBezTo>
                <a:cubicBezTo>
                  <a:pt x="228" y="137"/>
                  <a:pt x="228" y="137"/>
                  <a:pt x="228" y="137"/>
                </a:cubicBezTo>
                <a:cubicBezTo>
                  <a:pt x="230" y="137"/>
                  <a:pt x="232" y="139"/>
                  <a:pt x="232" y="141"/>
                </a:cubicBezTo>
                <a:cubicBezTo>
                  <a:pt x="232" y="143"/>
                  <a:pt x="230" y="145"/>
                  <a:pt x="228" y="145"/>
                </a:cubicBezTo>
                <a:cubicBezTo>
                  <a:pt x="131" y="145"/>
                  <a:pt x="131" y="145"/>
                  <a:pt x="131" y="145"/>
                </a:cubicBezTo>
                <a:cubicBezTo>
                  <a:pt x="12" y="243"/>
                  <a:pt x="12" y="243"/>
                  <a:pt x="12" y="243"/>
                </a:cubicBezTo>
                <a:cubicBezTo>
                  <a:pt x="63" y="306"/>
                  <a:pt x="63" y="306"/>
                  <a:pt x="63" y="306"/>
                </a:cubicBezTo>
                <a:cubicBezTo>
                  <a:pt x="91" y="282"/>
                  <a:pt x="91" y="282"/>
                  <a:pt x="91" y="282"/>
                </a:cubicBezTo>
                <a:cubicBezTo>
                  <a:pt x="101" y="273"/>
                  <a:pt x="109" y="264"/>
                  <a:pt x="116" y="256"/>
                </a:cubicBezTo>
                <a:cubicBezTo>
                  <a:pt x="124" y="246"/>
                  <a:pt x="124" y="246"/>
                  <a:pt x="124" y="246"/>
                </a:cubicBezTo>
                <a:cubicBezTo>
                  <a:pt x="123" y="259"/>
                  <a:pt x="123" y="259"/>
                  <a:pt x="123" y="259"/>
                </a:cubicBezTo>
                <a:cubicBezTo>
                  <a:pt x="122" y="281"/>
                  <a:pt x="122" y="304"/>
                  <a:pt x="122" y="330"/>
                </a:cubicBezTo>
                <a:cubicBezTo>
                  <a:pt x="122" y="538"/>
                  <a:pt x="122" y="538"/>
                  <a:pt x="122" y="538"/>
                </a:cubicBezTo>
                <a:cubicBezTo>
                  <a:pt x="232" y="538"/>
                  <a:pt x="232" y="538"/>
                  <a:pt x="232" y="538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8" y="545"/>
                  <a:pt x="242" y="550"/>
                  <a:pt x="247" y="555"/>
                </a:cubicBezTo>
                <a:cubicBezTo>
                  <a:pt x="365" y="673"/>
                  <a:pt x="557" y="673"/>
                  <a:pt x="674" y="555"/>
                </a:cubicBezTo>
                <a:cubicBezTo>
                  <a:pt x="792" y="437"/>
                  <a:pt x="792" y="245"/>
                  <a:pt x="674" y="127"/>
                </a:cubicBezTo>
                <a:cubicBezTo>
                  <a:pt x="567" y="20"/>
                  <a:pt x="395" y="9"/>
                  <a:pt x="276" y="102"/>
                </a:cubicBezTo>
                <a:cubicBezTo>
                  <a:pt x="274" y="104"/>
                  <a:pt x="271" y="103"/>
                  <a:pt x="269" y="102"/>
                </a:cubicBezTo>
                <a:cubicBezTo>
                  <a:pt x="268" y="100"/>
                  <a:pt x="268" y="97"/>
                  <a:pt x="270" y="95"/>
                </a:cubicBezTo>
                <a:cubicBezTo>
                  <a:pt x="394" y="0"/>
                  <a:pt x="570" y="11"/>
                  <a:pt x="681" y="121"/>
                </a:cubicBezTo>
                <a:cubicBezTo>
                  <a:pt x="802" y="242"/>
                  <a:pt x="802" y="440"/>
                  <a:pt x="681" y="561"/>
                </a:cubicBezTo>
                <a:cubicBezTo>
                  <a:pt x="620" y="621"/>
                  <a:pt x="540" y="652"/>
                  <a:pt x="461" y="6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3EFBE4-3A39-035C-D71B-4917E0501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5698" y="4584862"/>
            <a:ext cx="236342" cy="2389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AE13A74E-104E-7DED-B597-2F5538BA309F}"/>
              </a:ext>
            </a:extLst>
          </p:cNvPr>
          <p:cNvSpPr>
            <a:spLocks/>
          </p:cNvSpPr>
          <p:nvPr/>
        </p:nvSpPr>
        <p:spPr bwMode="auto">
          <a:xfrm>
            <a:off x="3521099" y="6072275"/>
            <a:ext cx="3121255" cy="1716048"/>
          </a:xfrm>
          <a:custGeom>
            <a:avLst/>
            <a:gdLst>
              <a:gd name="T0" fmla="*/ 265 w 498"/>
              <a:gd name="T1" fmla="*/ 24 h 273"/>
              <a:gd name="T2" fmla="*/ 252 w 498"/>
              <a:gd name="T3" fmla="*/ 2 h 273"/>
              <a:gd name="T4" fmla="*/ 246 w 498"/>
              <a:gd name="T5" fmla="*/ 2 h 273"/>
              <a:gd name="T6" fmla="*/ 233 w 498"/>
              <a:gd name="T7" fmla="*/ 24 h 273"/>
              <a:gd name="T8" fmla="*/ 0 w 498"/>
              <a:gd name="T9" fmla="*/ 24 h 273"/>
              <a:gd name="T10" fmla="*/ 249 w 498"/>
              <a:gd name="T11" fmla="*/ 273 h 273"/>
              <a:gd name="T12" fmla="*/ 498 w 498"/>
              <a:gd name="T13" fmla="*/ 24 h 273"/>
              <a:gd name="T14" fmla="*/ 265 w 498"/>
              <a:gd name="T15" fmla="*/ 2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8" h="273">
                <a:moveTo>
                  <a:pt x="265" y="24"/>
                </a:moveTo>
                <a:cubicBezTo>
                  <a:pt x="252" y="2"/>
                  <a:pt x="252" y="2"/>
                  <a:pt x="252" y="2"/>
                </a:cubicBezTo>
                <a:cubicBezTo>
                  <a:pt x="250" y="0"/>
                  <a:pt x="247" y="0"/>
                  <a:pt x="246" y="2"/>
                </a:cubicBezTo>
                <a:cubicBezTo>
                  <a:pt x="233" y="24"/>
                  <a:pt x="233" y="24"/>
                  <a:pt x="233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62"/>
                  <a:pt x="111" y="273"/>
                  <a:pt x="249" y="273"/>
                </a:cubicBezTo>
                <a:cubicBezTo>
                  <a:pt x="386" y="273"/>
                  <a:pt x="498" y="162"/>
                  <a:pt x="498" y="24"/>
                </a:cubicBezTo>
                <a:lnTo>
                  <a:pt x="265" y="24"/>
                </a:lnTo>
                <a:close/>
              </a:path>
            </a:pathLst>
          </a:custGeom>
          <a:solidFill>
            <a:schemeClr val="accent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97EAE0-F180-1318-D6E5-0B80806CE316}"/>
              </a:ext>
            </a:extLst>
          </p:cNvPr>
          <p:cNvSpPr/>
          <p:nvPr/>
        </p:nvSpPr>
        <p:spPr>
          <a:xfrm>
            <a:off x="4111686" y="6434869"/>
            <a:ext cx="194008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7" name="Freeform 27">
            <a:extLst>
              <a:ext uri="{FF2B5EF4-FFF2-40B4-BE49-F238E27FC236}">
                <a16:creationId xmlns:a16="http://schemas.microsoft.com/office/drawing/2014/main" id="{B04A6E56-DD1F-DC9E-CDC7-F5033D455E49}"/>
              </a:ext>
            </a:extLst>
          </p:cNvPr>
          <p:cNvSpPr/>
          <p:nvPr/>
        </p:nvSpPr>
        <p:spPr>
          <a:xfrm>
            <a:off x="8450884" y="4661929"/>
            <a:ext cx="3121255" cy="3126395"/>
          </a:xfrm>
          <a:custGeom>
            <a:avLst/>
            <a:gdLst>
              <a:gd name="connsiteX0" fmla="*/ 788839 w 1577678"/>
              <a:gd name="connsiteY0" fmla="*/ 0 h 1580276"/>
              <a:gd name="connsiteX1" fmla="*/ 1577678 w 1577678"/>
              <a:gd name="connsiteY1" fmla="*/ 790138 h 1580276"/>
              <a:gd name="connsiteX2" fmla="*/ 788839 w 1577678"/>
              <a:gd name="connsiteY2" fmla="*/ 1580276 h 1580276"/>
              <a:gd name="connsiteX3" fmla="*/ 0 w 1577678"/>
              <a:gd name="connsiteY3" fmla="*/ 790138 h 1580276"/>
              <a:gd name="connsiteX4" fmla="*/ 788839 w 1577678"/>
              <a:gd name="connsiteY4" fmla="*/ 0 h 158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7678" h="1580276">
                <a:moveTo>
                  <a:pt x="788839" y="0"/>
                </a:moveTo>
                <a:cubicBezTo>
                  <a:pt x="1224503" y="0"/>
                  <a:pt x="1577678" y="353757"/>
                  <a:pt x="1577678" y="790138"/>
                </a:cubicBezTo>
                <a:cubicBezTo>
                  <a:pt x="1577678" y="1226519"/>
                  <a:pt x="1224503" y="1580276"/>
                  <a:pt x="788839" y="1580276"/>
                </a:cubicBezTo>
                <a:cubicBezTo>
                  <a:pt x="353175" y="1580276"/>
                  <a:pt x="0" y="1226519"/>
                  <a:pt x="0" y="790138"/>
                </a:cubicBezTo>
                <a:cubicBezTo>
                  <a:pt x="0" y="353757"/>
                  <a:pt x="353175" y="0"/>
                  <a:pt x="788839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551B0E5E-A455-5EEC-DDB0-5B6E1C95FB04}"/>
              </a:ext>
            </a:extLst>
          </p:cNvPr>
          <p:cNvSpPr>
            <a:spLocks noEditPoints="1"/>
          </p:cNvSpPr>
          <p:nvPr/>
        </p:nvSpPr>
        <p:spPr bwMode="auto">
          <a:xfrm>
            <a:off x="7148434" y="4083919"/>
            <a:ext cx="4999146" cy="4223329"/>
          </a:xfrm>
          <a:custGeom>
            <a:avLst/>
            <a:gdLst>
              <a:gd name="T0" fmla="*/ 457 w 798"/>
              <a:gd name="T1" fmla="*/ 652 h 673"/>
              <a:gd name="T2" fmla="*/ 237 w 798"/>
              <a:gd name="T3" fmla="*/ 561 h 673"/>
              <a:gd name="T4" fmla="*/ 223 w 798"/>
              <a:gd name="T5" fmla="*/ 545 h 673"/>
              <a:gd name="T6" fmla="*/ 215 w 798"/>
              <a:gd name="T7" fmla="*/ 536 h 673"/>
              <a:gd name="T8" fmla="*/ 6 w 798"/>
              <a:gd name="T9" fmla="*/ 536 h 673"/>
              <a:gd name="T10" fmla="*/ 6 w 798"/>
              <a:gd name="T11" fmla="*/ 459 h 673"/>
              <a:gd name="T12" fmla="*/ 105 w 798"/>
              <a:gd name="T13" fmla="*/ 358 h 673"/>
              <a:gd name="T14" fmla="*/ 159 w 798"/>
              <a:gd name="T15" fmla="*/ 299 h 673"/>
              <a:gd name="T16" fmla="*/ 177 w 798"/>
              <a:gd name="T17" fmla="*/ 272 h 673"/>
              <a:gd name="T18" fmla="*/ 182 w 798"/>
              <a:gd name="T19" fmla="*/ 250 h 673"/>
              <a:gd name="T20" fmla="*/ 173 w 798"/>
              <a:gd name="T21" fmla="*/ 229 h 673"/>
              <a:gd name="T22" fmla="*/ 147 w 798"/>
              <a:gd name="T23" fmla="*/ 221 h 673"/>
              <a:gd name="T24" fmla="*/ 111 w 798"/>
              <a:gd name="T25" fmla="*/ 231 h 673"/>
              <a:gd name="T26" fmla="*/ 68 w 798"/>
              <a:gd name="T27" fmla="*/ 262 h 673"/>
              <a:gd name="T28" fmla="*/ 65 w 798"/>
              <a:gd name="T29" fmla="*/ 265 h 673"/>
              <a:gd name="T30" fmla="*/ 0 w 798"/>
              <a:gd name="T31" fmla="*/ 189 h 673"/>
              <a:gd name="T32" fmla="*/ 3 w 798"/>
              <a:gd name="T33" fmla="*/ 186 h 673"/>
              <a:gd name="T34" fmla="*/ 56 w 798"/>
              <a:gd name="T35" fmla="*/ 146 h 673"/>
              <a:gd name="T36" fmla="*/ 103 w 798"/>
              <a:gd name="T37" fmla="*/ 127 h 673"/>
              <a:gd name="T38" fmla="*/ 160 w 798"/>
              <a:gd name="T39" fmla="*/ 121 h 673"/>
              <a:gd name="T40" fmla="*/ 231 w 798"/>
              <a:gd name="T41" fmla="*/ 135 h 673"/>
              <a:gd name="T42" fmla="*/ 233 w 798"/>
              <a:gd name="T43" fmla="*/ 141 h 673"/>
              <a:gd name="T44" fmla="*/ 227 w 798"/>
              <a:gd name="T45" fmla="*/ 143 h 673"/>
              <a:gd name="T46" fmla="*/ 160 w 798"/>
              <a:gd name="T47" fmla="*/ 130 h 673"/>
              <a:gd name="T48" fmla="*/ 105 w 798"/>
              <a:gd name="T49" fmla="*/ 136 h 673"/>
              <a:gd name="T50" fmla="*/ 60 w 798"/>
              <a:gd name="T51" fmla="*/ 154 h 673"/>
              <a:gd name="T52" fmla="*/ 12 w 798"/>
              <a:gd name="T53" fmla="*/ 190 h 673"/>
              <a:gd name="T54" fmla="*/ 66 w 798"/>
              <a:gd name="T55" fmla="*/ 253 h 673"/>
              <a:gd name="T56" fmla="*/ 107 w 798"/>
              <a:gd name="T57" fmla="*/ 223 h 673"/>
              <a:gd name="T58" fmla="*/ 147 w 798"/>
              <a:gd name="T59" fmla="*/ 212 h 673"/>
              <a:gd name="T60" fmla="*/ 179 w 798"/>
              <a:gd name="T61" fmla="*/ 222 h 673"/>
              <a:gd name="T62" fmla="*/ 190 w 798"/>
              <a:gd name="T63" fmla="*/ 250 h 673"/>
              <a:gd name="T64" fmla="*/ 185 w 798"/>
              <a:gd name="T65" fmla="*/ 276 h 673"/>
              <a:gd name="T66" fmla="*/ 166 w 798"/>
              <a:gd name="T67" fmla="*/ 304 h 673"/>
              <a:gd name="T68" fmla="*/ 111 w 798"/>
              <a:gd name="T69" fmla="*/ 364 h 673"/>
              <a:gd name="T70" fmla="*/ 14 w 798"/>
              <a:gd name="T71" fmla="*/ 462 h 673"/>
              <a:gd name="T72" fmla="*/ 14 w 798"/>
              <a:gd name="T73" fmla="*/ 527 h 673"/>
              <a:gd name="T74" fmla="*/ 219 w 798"/>
              <a:gd name="T75" fmla="*/ 527 h 673"/>
              <a:gd name="T76" fmla="*/ 229 w 798"/>
              <a:gd name="T77" fmla="*/ 540 h 673"/>
              <a:gd name="T78" fmla="*/ 243 w 798"/>
              <a:gd name="T79" fmla="*/ 555 h 673"/>
              <a:gd name="T80" fmla="*/ 670 w 798"/>
              <a:gd name="T81" fmla="*/ 555 h 673"/>
              <a:gd name="T82" fmla="*/ 670 w 798"/>
              <a:gd name="T83" fmla="*/ 127 h 673"/>
              <a:gd name="T84" fmla="*/ 271 w 798"/>
              <a:gd name="T85" fmla="*/ 102 h 673"/>
              <a:gd name="T86" fmla="*/ 265 w 798"/>
              <a:gd name="T87" fmla="*/ 102 h 673"/>
              <a:gd name="T88" fmla="*/ 266 w 798"/>
              <a:gd name="T89" fmla="*/ 95 h 673"/>
              <a:gd name="T90" fmla="*/ 676 w 798"/>
              <a:gd name="T91" fmla="*/ 121 h 673"/>
              <a:gd name="T92" fmla="*/ 676 w 798"/>
              <a:gd name="T93" fmla="*/ 561 h 673"/>
              <a:gd name="T94" fmla="*/ 457 w 798"/>
              <a:gd name="T95" fmla="*/ 652 h 673"/>
              <a:gd name="T96" fmla="*/ 202 w 798"/>
              <a:gd name="T97" fmla="*/ 447 h 673"/>
              <a:gd name="T98" fmla="*/ 145 w 798"/>
              <a:gd name="T99" fmla="*/ 447 h 673"/>
              <a:gd name="T100" fmla="*/ 145 w 798"/>
              <a:gd name="T101" fmla="*/ 438 h 673"/>
              <a:gd name="T102" fmla="*/ 151 w 798"/>
              <a:gd name="T103" fmla="*/ 433 h 673"/>
              <a:gd name="T104" fmla="*/ 187 w 798"/>
              <a:gd name="T105" fmla="*/ 399 h 673"/>
              <a:gd name="T106" fmla="*/ 193 w 798"/>
              <a:gd name="T107" fmla="*/ 400 h 673"/>
              <a:gd name="T108" fmla="*/ 193 w 798"/>
              <a:gd name="T109" fmla="*/ 406 h 673"/>
              <a:gd name="T110" fmla="*/ 158 w 798"/>
              <a:gd name="T111" fmla="*/ 438 h 673"/>
              <a:gd name="T112" fmla="*/ 202 w 798"/>
              <a:gd name="T113" fmla="*/ 438 h 673"/>
              <a:gd name="T114" fmla="*/ 206 w 798"/>
              <a:gd name="T115" fmla="*/ 442 h 673"/>
              <a:gd name="T116" fmla="*/ 202 w 798"/>
              <a:gd name="T117" fmla="*/ 447 h 673"/>
              <a:gd name="T118" fmla="*/ 149 w 798"/>
              <a:gd name="T119" fmla="*/ 440 h 673"/>
              <a:gd name="T120" fmla="*/ 149 w 798"/>
              <a:gd name="T121" fmla="*/ 440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798" h="673">
                <a:moveTo>
                  <a:pt x="457" y="652"/>
                </a:moveTo>
                <a:cubicBezTo>
                  <a:pt x="377" y="652"/>
                  <a:pt x="297" y="621"/>
                  <a:pt x="237" y="561"/>
                </a:cubicBezTo>
                <a:cubicBezTo>
                  <a:pt x="232" y="556"/>
                  <a:pt x="227" y="551"/>
                  <a:pt x="223" y="545"/>
                </a:cubicBezTo>
                <a:cubicBezTo>
                  <a:pt x="215" y="536"/>
                  <a:pt x="215" y="536"/>
                  <a:pt x="215" y="536"/>
                </a:cubicBezTo>
                <a:cubicBezTo>
                  <a:pt x="6" y="536"/>
                  <a:pt x="6" y="536"/>
                  <a:pt x="6" y="536"/>
                </a:cubicBezTo>
                <a:cubicBezTo>
                  <a:pt x="6" y="459"/>
                  <a:pt x="6" y="459"/>
                  <a:pt x="6" y="459"/>
                </a:cubicBezTo>
                <a:cubicBezTo>
                  <a:pt x="105" y="358"/>
                  <a:pt x="105" y="358"/>
                  <a:pt x="105" y="358"/>
                </a:cubicBezTo>
                <a:cubicBezTo>
                  <a:pt x="133" y="330"/>
                  <a:pt x="151" y="310"/>
                  <a:pt x="159" y="299"/>
                </a:cubicBezTo>
                <a:cubicBezTo>
                  <a:pt x="168" y="289"/>
                  <a:pt x="174" y="280"/>
                  <a:pt x="177" y="272"/>
                </a:cubicBezTo>
                <a:cubicBezTo>
                  <a:pt x="180" y="265"/>
                  <a:pt x="182" y="258"/>
                  <a:pt x="182" y="250"/>
                </a:cubicBezTo>
                <a:cubicBezTo>
                  <a:pt x="182" y="241"/>
                  <a:pt x="179" y="234"/>
                  <a:pt x="173" y="229"/>
                </a:cubicBezTo>
                <a:cubicBezTo>
                  <a:pt x="167" y="223"/>
                  <a:pt x="158" y="221"/>
                  <a:pt x="147" y="221"/>
                </a:cubicBezTo>
                <a:cubicBezTo>
                  <a:pt x="135" y="221"/>
                  <a:pt x="123" y="224"/>
                  <a:pt x="111" y="231"/>
                </a:cubicBezTo>
                <a:cubicBezTo>
                  <a:pt x="99" y="238"/>
                  <a:pt x="84" y="248"/>
                  <a:pt x="68" y="262"/>
                </a:cubicBezTo>
                <a:cubicBezTo>
                  <a:pt x="65" y="265"/>
                  <a:pt x="65" y="265"/>
                  <a:pt x="65" y="265"/>
                </a:cubicBezTo>
                <a:cubicBezTo>
                  <a:pt x="0" y="189"/>
                  <a:pt x="0" y="189"/>
                  <a:pt x="0" y="189"/>
                </a:cubicBezTo>
                <a:cubicBezTo>
                  <a:pt x="3" y="186"/>
                  <a:pt x="3" y="186"/>
                  <a:pt x="3" y="186"/>
                </a:cubicBezTo>
                <a:cubicBezTo>
                  <a:pt x="24" y="168"/>
                  <a:pt x="41" y="154"/>
                  <a:pt x="56" y="146"/>
                </a:cubicBezTo>
                <a:cubicBezTo>
                  <a:pt x="70" y="138"/>
                  <a:pt x="86" y="132"/>
                  <a:pt x="103" y="127"/>
                </a:cubicBezTo>
                <a:cubicBezTo>
                  <a:pt x="120" y="123"/>
                  <a:pt x="139" y="121"/>
                  <a:pt x="160" y="121"/>
                </a:cubicBezTo>
                <a:cubicBezTo>
                  <a:pt x="186" y="121"/>
                  <a:pt x="210" y="126"/>
                  <a:pt x="231" y="135"/>
                </a:cubicBezTo>
                <a:cubicBezTo>
                  <a:pt x="233" y="136"/>
                  <a:pt x="234" y="139"/>
                  <a:pt x="233" y="141"/>
                </a:cubicBezTo>
                <a:cubicBezTo>
                  <a:pt x="232" y="143"/>
                  <a:pt x="229" y="144"/>
                  <a:pt x="227" y="143"/>
                </a:cubicBezTo>
                <a:cubicBezTo>
                  <a:pt x="208" y="134"/>
                  <a:pt x="185" y="130"/>
                  <a:pt x="160" y="130"/>
                </a:cubicBezTo>
                <a:cubicBezTo>
                  <a:pt x="139" y="130"/>
                  <a:pt x="121" y="132"/>
                  <a:pt x="105" y="136"/>
                </a:cubicBezTo>
                <a:cubicBezTo>
                  <a:pt x="89" y="140"/>
                  <a:pt x="74" y="146"/>
                  <a:pt x="60" y="154"/>
                </a:cubicBezTo>
                <a:cubicBezTo>
                  <a:pt x="47" y="161"/>
                  <a:pt x="31" y="173"/>
                  <a:pt x="12" y="190"/>
                </a:cubicBezTo>
                <a:cubicBezTo>
                  <a:pt x="66" y="253"/>
                  <a:pt x="66" y="253"/>
                  <a:pt x="66" y="253"/>
                </a:cubicBezTo>
                <a:cubicBezTo>
                  <a:pt x="81" y="240"/>
                  <a:pt x="95" y="230"/>
                  <a:pt x="107" y="223"/>
                </a:cubicBezTo>
                <a:cubicBezTo>
                  <a:pt x="120" y="216"/>
                  <a:pt x="134" y="212"/>
                  <a:pt x="147" y="212"/>
                </a:cubicBezTo>
                <a:cubicBezTo>
                  <a:pt x="160" y="212"/>
                  <a:pt x="171" y="215"/>
                  <a:pt x="179" y="222"/>
                </a:cubicBezTo>
                <a:cubicBezTo>
                  <a:pt x="186" y="229"/>
                  <a:pt x="190" y="238"/>
                  <a:pt x="190" y="250"/>
                </a:cubicBezTo>
                <a:cubicBezTo>
                  <a:pt x="190" y="259"/>
                  <a:pt x="188" y="268"/>
                  <a:pt x="185" y="276"/>
                </a:cubicBezTo>
                <a:cubicBezTo>
                  <a:pt x="181" y="284"/>
                  <a:pt x="175" y="293"/>
                  <a:pt x="166" y="304"/>
                </a:cubicBezTo>
                <a:cubicBezTo>
                  <a:pt x="158" y="315"/>
                  <a:pt x="139" y="335"/>
                  <a:pt x="111" y="364"/>
                </a:cubicBezTo>
                <a:cubicBezTo>
                  <a:pt x="14" y="462"/>
                  <a:pt x="14" y="462"/>
                  <a:pt x="14" y="462"/>
                </a:cubicBezTo>
                <a:cubicBezTo>
                  <a:pt x="14" y="527"/>
                  <a:pt x="14" y="527"/>
                  <a:pt x="14" y="527"/>
                </a:cubicBezTo>
                <a:cubicBezTo>
                  <a:pt x="219" y="527"/>
                  <a:pt x="219" y="527"/>
                  <a:pt x="219" y="527"/>
                </a:cubicBezTo>
                <a:cubicBezTo>
                  <a:pt x="229" y="540"/>
                  <a:pt x="229" y="540"/>
                  <a:pt x="229" y="540"/>
                </a:cubicBezTo>
                <a:cubicBezTo>
                  <a:pt x="233" y="545"/>
                  <a:pt x="238" y="550"/>
                  <a:pt x="243" y="555"/>
                </a:cubicBezTo>
                <a:cubicBezTo>
                  <a:pt x="361" y="673"/>
                  <a:pt x="553" y="673"/>
                  <a:pt x="670" y="555"/>
                </a:cubicBezTo>
                <a:cubicBezTo>
                  <a:pt x="788" y="437"/>
                  <a:pt x="788" y="245"/>
                  <a:pt x="670" y="127"/>
                </a:cubicBezTo>
                <a:cubicBezTo>
                  <a:pt x="563" y="20"/>
                  <a:pt x="391" y="9"/>
                  <a:pt x="271" y="102"/>
                </a:cubicBezTo>
                <a:cubicBezTo>
                  <a:pt x="270" y="104"/>
                  <a:pt x="267" y="103"/>
                  <a:pt x="265" y="102"/>
                </a:cubicBezTo>
                <a:cubicBezTo>
                  <a:pt x="264" y="100"/>
                  <a:pt x="264" y="97"/>
                  <a:pt x="266" y="95"/>
                </a:cubicBezTo>
                <a:cubicBezTo>
                  <a:pt x="389" y="0"/>
                  <a:pt x="566" y="11"/>
                  <a:pt x="676" y="121"/>
                </a:cubicBezTo>
                <a:cubicBezTo>
                  <a:pt x="798" y="242"/>
                  <a:pt x="798" y="440"/>
                  <a:pt x="676" y="561"/>
                </a:cubicBezTo>
                <a:cubicBezTo>
                  <a:pt x="616" y="621"/>
                  <a:pt x="536" y="652"/>
                  <a:pt x="457" y="652"/>
                </a:cubicBezTo>
                <a:close/>
                <a:moveTo>
                  <a:pt x="202" y="447"/>
                </a:moveTo>
                <a:cubicBezTo>
                  <a:pt x="145" y="447"/>
                  <a:pt x="145" y="447"/>
                  <a:pt x="145" y="447"/>
                </a:cubicBezTo>
                <a:cubicBezTo>
                  <a:pt x="145" y="438"/>
                  <a:pt x="145" y="438"/>
                  <a:pt x="145" y="438"/>
                </a:cubicBezTo>
                <a:cubicBezTo>
                  <a:pt x="151" y="433"/>
                  <a:pt x="151" y="433"/>
                  <a:pt x="151" y="433"/>
                </a:cubicBezTo>
                <a:cubicBezTo>
                  <a:pt x="168" y="418"/>
                  <a:pt x="175" y="411"/>
                  <a:pt x="187" y="399"/>
                </a:cubicBezTo>
                <a:cubicBezTo>
                  <a:pt x="189" y="398"/>
                  <a:pt x="192" y="398"/>
                  <a:pt x="193" y="400"/>
                </a:cubicBezTo>
                <a:cubicBezTo>
                  <a:pt x="195" y="401"/>
                  <a:pt x="195" y="404"/>
                  <a:pt x="193" y="406"/>
                </a:cubicBezTo>
                <a:cubicBezTo>
                  <a:pt x="181" y="417"/>
                  <a:pt x="174" y="424"/>
                  <a:pt x="158" y="438"/>
                </a:cubicBezTo>
                <a:cubicBezTo>
                  <a:pt x="202" y="438"/>
                  <a:pt x="202" y="438"/>
                  <a:pt x="202" y="438"/>
                </a:cubicBezTo>
                <a:cubicBezTo>
                  <a:pt x="204" y="438"/>
                  <a:pt x="206" y="440"/>
                  <a:pt x="206" y="442"/>
                </a:cubicBezTo>
                <a:cubicBezTo>
                  <a:pt x="206" y="445"/>
                  <a:pt x="204" y="447"/>
                  <a:pt x="202" y="447"/>
                </a:cubicBezTo>
                <a:close/>
                <a:moveTo>
                  <a:pt x="149" y="440"/>
                </a:moveTo>
                <a:cubicBezTo>
                  <a:pt x="149" y="440"/>
                  <a:pt x="149" y="440"/>
                  <a:pt x="149" y="4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F729680-8B28-148E-0B91-F563306E7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5483" y="4584862"/>
            <a:ext cx="244050" cy="2389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3B218382-5D4D-5647-2A38-1344EC45D20A}"/>
              </a:ext>
            </a:extLst>
          </p:cNvPr>
          <p:cNvSpPr>
            <a:spLocks/>
          </p:cNvSpPr>
          <p:nvPr/>
        </p:nvSpPr>
        <p:spPr bwMode="auto">
          <a:xfrm>
            <a:off x="8450884" y="6072275"/>
            <a:ext cx="3121255" cy="1716048"/>
          </a:xfrm>
          <a:custGeom>
            <a:avLst/>
            <a:gdLst>
              <a:gd name="T0" fmla="*/ 264 w 498"/>
              <a:gd name="T1" fmla="*/ 24 h 273"/>
              <a:gd name="T2" fmla="*/ 252 w 498"/>
              <a:gd name="T3" fmla="*/ 2 h 273"/>
              <a:gd name="T4" fmla="*/ 246 w 498"/>
              <a:gd name="T5" fmla="*/ 2 h 273"/>
              <a:gd name="T6" fmla="*/ 233 w 498"/>
              <a:gd name="T7" fmla="*/ 24 h 273"/>
              <a:gd name="T8" fmla="*/ 0 w 498"/>
              <a:gd name="T9" fmla="*/ 24 h 273"/>
              <a:gd name="T10" fmla="*/ 249 w 498"/>
              <a:gd name="T11" fmla="*/ 273 h 273"/>
              <a:gd name="T12" fmla="*/ 498 w 498"/>
              <a:gd name="T13" fmla="*/ 24 h 273"/>
              <a:gd name="T14" fmla="*/ 264 w 498"/>
              <a:gd name="T15" fmla="*/ 2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8" h="273">
                <a:moveTo>
                  <a:pt x="264" y="24"/>
                </a:moveTo>
                <a:cubicBezTo>
                  <a:pt x="252" y="2"/>
                  <a:pt x="252" y="2"/>
                  <a:pt x="252" y="2"/>
                </a:cubicBezTo>
                <a:cubicBezTo>
                  <a:pt x="250" y="0"/>
                  <a:pt x="247" y="0"/>
                  <a:pt x="246" y="2"/>
                </a:cubicBezTo>
                <a:cubicBezTo>
                  <a:pt x="233" y="24"/>
                  <a:pt x="233" y="24"/>
                  <a:pt x="233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62"/>
                  <a:pt x="111" y="273"/>
                  <a:pt x="249" y="273"/>
                </a:cubicBezTo>
                <a:cubicBezTo>
                  <a:pt x="386" y="273"/>
                  <a:pt x="498" y="162"/>
                  <a:pt x="498" y="24"/>
                </a:cubicBezTo>
                <a:lnTo>
                  <a:pt x="264" y="24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5EE3AB-85D9-6726-BDF3-C53D198977AE}"/>
              </a:ext>
            </a:extLst>
          </p:cNvPr>
          <p:cNvSpPr/>
          <p:nvPr/>
        </p:nvSpPr>
        <p:spPr>
          <a:xfrm>
            <a:off x="9041470" y="6434867"/>
            <a:ext cx="194008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24" name="Freeform 28">
            <a:extLst>
              <a:ext uri="{FF2B5EF4-FFF2-40B4-BE49-F238E27FC236}">
                <a16:creationId xmlns:a16="http://schemas.microsoft.com/office/drawing/2014/main" id="{A142B2E5-1F15-0735-ACE8-7CD38FDA3FE2}"/>
              </a:ext>
            </a:extLst>
          </p:cNvPr>
          <p:cNvSpPr/>
          <p:nvPr/>
        </p:nvSpPr>
        <p:spPr>
          <a:xfrm>
            <a:off x="13370392" y="4661929"/>
            <a:ext cx="3121255" cy="3126395"/>
          </a:xfrm>
          <a:custGeom>
            <a:avLst/>
            <a:gdLst>
              <a:gd name="connsiteX0" fmla="*/ 788839 w 1577678"/>
              <a:gd name="connsiteY0" fmla="*/ 0 h 1580276"/>
              <a:gd name="connsiteX1" fmla="*/ 1577678 w 1577678"/>
              <a:gd name="connsiteY1" fmla="*/ 790138 h 1580276"/>
              <a:gd name="connsiteX2" fmla="*/ 788839 w 1577678"/>
              <a:gd name="connsiteY2" fmla="*/ 1580276 h 1580276"/>
              <a:gd name="connsiteX3" fmla="*/ 0 w 1577678"/>
              <a:gd name="connsiteY3" fmla="*/ 790138 h 1580276"/>
              <a:gd name="connsiteX4" fmla="*/ 788839 w 1577678"/>
              <a:gd name="connsiteY4" fmla="*/ 0 h 158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7678" h="1580276">
                <a:moveTo>
                  <a:pt x="788839" y="0"/>
                </a:moveTo>
                <a:cubicBezTo>
                  <a:pt x="1224503" y="0"/>
                  <a:pt x="1577678" y="353757"/>
                  <a:pt x="1577678" y="790138"/>
                </a:cubicBezTo>
                <a:cubicBezTo>
                  <a:pt x="1577678" y="1226519"/>
                  <a:pt x="1224503" y="1580276"/>
                  <a:pt x="788839" y="1580276"/>
                </a:cubicBezTo>
                <a:cubicBezTo>
                  <a:pt x="353175" y="1580276"/>
                  <a:pt x="0" y="1226519"/>
                  <a:pt x="0" y="790138"/>
                </a:cubicBezTo>
                <a:cubicBezTo>
                  <a:pt x="0" y="353757"/>
                  <a:pt x="353175" y="0"/>
                  <a:pt x="788839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25" name="Freeform 14">
            <a:extLst>
              <a:ext uri="{FF2B5EF4-FFF2-40B4-BE49-F238E27FC236}">
                <a16:creationId xmlns:a16="http://schemas.microsoft.com/office/drawing/2014/main" id="{905DB6E3-B6D1-8F8E-C211-8BCCBD773D46}"/>
              </a:ext>
            </a:extLst>
          </p:cNvPr>
          <p:cNvSpPr>
            <a:spLocks/>
          </p:cNvSpPr>
          <p:nvPr/>
        </p:nvSpPr>
        <p:spPr bwMode="auto">
          <a:xfrm>
            <a:off x="12116752" y="4083919"/>
            <a:ext cx="4950336" cy="4223329"/>
          </a:xfrm>
          <a:custGeom>
            <a:avLst/>
            <a:gdLst>
              <a:gd name="T0" fmla="*/ 229 w 790"/>
              <a:gd name="T1" fmla="*/ 561 h 673"/>
              <a:gd name="T2" fmla="*/ 214 w 790"/>
              <a:gd name="T3" fmla="*/ 545 h 673"/>
              <a:gd name="T4" fmla="*/ 201 w 790"/>
              <a:gd name="T5" fmla="*/ 532 h 673"/>
              <a:gd name="T6" fmla="*/ 64 w 790"/>
              <a:gd name="T7" fmla="*/ 537 h 673"/>
              <a:gd name="T8" fmla="*/ 1 w 790"/>
              <a:gd name="T9" fmla="*/ 518 h 673"/>
              <a:gd name="T10" fmla="*/ 7 w 790"/>
              <a:gd name="T11" fmla="*/ 422 h 673"/>
              <a:gd name="T12" fmla="*/ 109 w 790"/>
              <a:gd name="T13" fmla="*/ 448 h 673"/>
              <a:gd name="T14" fmla="*/ 173 w 790"/>
              <a:gd name="T15" fmla="*/ 411 h 673"/>
              <a:gd name="T16" fmla="*/ 141 w 790"/>
              <a:gd name="T17" fmla="*/ 376 h 673"/>
              <a:gd name="T18" fmla="*/ 63 w 790"/>
              <a:gd name="T19" fmla="*/ 372 h 673"/>
              <a:gd name="T20" fmla="*/ 93 w 790"/>
              <a:gd name="T21" fmla="*/ 282 h 673"/>
              <a:gd name="T22" fmla="*/ 161 w 790"/>
              <a:gd name="T23" fmla="*/ 224 h 673"/>
              <a:gd name="T24" fmla="*/ 53 w 790"/>
              <a:gd name="T25" fmla="*/ 242 h 673"/>
              <a:gd name="T26" fmla="*/ 0 w 790"/>
              <a:gd name="T27" fmla="*/ 165 h 673"/>
              <a:gd name="T28" fmla="*/ 70 w 790"/>
              <a:gd name="T29" fmla="*/ 130 h 673"/>
              <a:gd name="T30" fmla="*/ 213 w 790"/>
              <a:gd name="T31" fmla="*/ 130 h 673"/>
              <a:gd name="T32" fmla="*/ 210 w 790"/>
              <a:gd name="T33" fmla="*/ 138 h 673"/>
              <a:gd name="T34" fmla="*/ 72 w 790"/>
              <a:gd name="T35" fmla="*/ 139 h 673"/>
              <a:gd name="T36" fmla="*/ 52 w 790"/>
              <a:gd name="T37" fmla="*/ 232 h 673"/>
              <a:gd name="T38" fmla="*/ 165 w 790"/>
              <a:gd name="T39" fmla="*/ 216 h 673"/>
              <a:gd name="T40" fmla="*/ 93 w 790"/>
              <a:gd name="T41" fmla="*/ 290 h 673"/>
              <a:gd name="T42" fmla="*/ 72 w 790"/>
              <a:gd name="T43" fmla="*/ 363 h 673"/>
              <a:gd name="T44" fmla="*/ 143 w 790"/>
              <a:gd name="T45" fmla="*/ 368 h 673"/>
              <a:gd name="T46" fmla="*/ 182 w 790"/>
              <a:gd name="T47" fmla="*/ 411 h 673"/>
              <a:gd name="T48" fmla="*/ 109 w 790"/>
              <a:gd name="T49" fmla="*/ 456 h 673"/>
              <a:gd name="T50" fmla="*/ 10 w 790"/>
              <a:gd name="T51" fmla="*/ 433 h 673"/>
              <a:gd name="T52" fmla="*/ 66 w 790"/>
              <a:gd name="T53" fmla="*/ 528 h 673"/>
              <a:gd name="T54" fmla="*/ 199 w 790"/>
              <a:gd name="T55" fmla="*/ 524 h 673"/>
              <a:gd name="T56" fmla="*/ 207 w 790"/>
              <a:gd name="T57" fmla="*/ 521 h 673"/>
              <a:gd name="T58" fmla="*/ 235 w 790"/>
              <a:gd name="T59" fmla="*/ 555 h 673"/>
              <a:gd name="T60" fmla="*/ 662 w 790"/>
              <a:gd name="T61" fmla="*/ 127 h 673"/>
              <a:gd name="T62" fmla="*/ 257 w 790"/>
              <a:gd name="T63" fmla="*/ 102 h 673"/>
              <a:gd name="T64" fmla="*/ 668 w 790"/>
              <a:gd name="T65" fmla="*/ 121 h 673"/>
              <a:gd name="T66" fmla="*/ 449 w 790"/>
              <a:gd name="T67" fmla="*/ 652 h 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90" h="673">
                <a:moveTo>
                  <a:pt x="449" y="652"/>
                </a:moveTo>
                <a:cubicBezTo>
                  <a:pt x="369" y="652"/>
                  <a:pt x="289" y="621"/>
                  <a:pt x="229" y="561"/>
                </a:cubicBezTo>
                <a:cubicBezTo>
                  <a:pt x="224" y="556"/>
                  <a:pt x="219" y="551"/>
                  <a:pt x="215" y="545"/>
                </a:cubicBezTo>
                <a:cubicBezTo>
                  <a:pt x="214" y="545"/>
                  <a:pt x="214" y="545"/>
                  <a:pt x="214" y="545"/>
                </a:cubicBezTo>
                <a:cubicBezTo>
                  <a:pt x="204" y="531"/>
                  <a:pt x="204" y="531"/>
                  <a:pt x="204" y="531"/>
                </a:cubicBezTo>
                <a:cubicBezTo>
                  <a:pt x="203" y="531"/>
                  <a:pt x="202" y="532"/>
                  <a:pt x="201" y="532"/>
                </a:cubicBezTo>
                <a:cubicBezTo>
                  <a:pt x="179" y="538"/>
                  <a:pt x="153" y="541"/>
                  <a:pt x="125" y="541"/>
                </a:cubicBezTo>
                <a:cubicBezTo>
                  <a:pt x="103" y="541"/>
                  <a:pt x="83" y="540"/>
                  <a:pt x="64" y="537"/>
                </a:cubicBezTo>
                <a:cubicBezTo>
                  <a:pt x="46" y="534"/>
                  <a:pt x="25" y="528"/>
                  <a:pt x="4" y="520"/>
                </a:cubicBezTo>
                <a:cubicBezTo>
                  <a:pt x="1" y="518"/>
                  <a:pt x="1" y="518"/>
                  <a:pt x="1" y="518"/>
                </a:cubicBezTo>
                <a:cubicBezTo>
                  <a:pt x="1" y="419"/>
                  <a:pt x="1" y="419"/>
                  <a:pt x="1" y="419"/>
                </a:cubicBezTo>
                <a:cubicBezTo>
                  <a:pt x="7" y="422"/>
                  <a:pt x="7" y="422"/>
                  <a:pt x="7" y="422"/>
                </a:cubicBezTo>
                <a:cubicBezTo>
                  <a:pt x="25" y="431"/>
                  <a:pt x="42" y="437"/>
                  <a:pt x="60" y="441"/>
                </a:cubicBezTo>
                <a:cubicBezTo>
                  <a:pt x="78" y="446"/>
                  <a:pt x="94" y="448"/>
                  <a:pt x="109" y="448"/>
                </a:cubicBezTo>
                <a:cubicBezTo>
                  <a:pt x="132" y="448"/>
                  <a:pt x="149" y="444"/>
                  <a:pt x="159" y="438"/>
                </a:cubicBezTo>
                <a:cubicBezTo>
                  <a:pt x="169" y="432"/>
                  <a:pt x="173" y="423"/>
                  <a:pt x="173" y="411"/>
                </a:cubicBezTo>
                <a:cubicBezTo>
                  <a:pt x="173" y="401"/>
                  <a:pt x="171" y="393"/>
                  <a:pt x="166" y="388"/>
                </a:cubicBezTo>
                <a:cubicBezTo>
                  <a:pt x="161" y="383"/>
                  <a:pt x="152" y="379"/>
                  <a:pt x="141" y="376"/>
                </a:cubicBezTo>
                <a:cubicBezTo>
                  <a:pt x="128" y="373"/>
                  <a:pt x="112" y="372"/>
                  <a:pt x="92" y="372"/>
                </a:cubicBezTo>
                <a:cubicBezTo>
                  <a:pt x="63" y="372"/>
                  <a:pt x="63" y="372"/>
                  <a:pt x="63" y="372"/>
                </a:cubicBezTo>
                <a:cubicBezTo>
                  <a:pt x="63" y="282"/>
                  <a:pt x="63" y="282"/>
                  <a:pt x="63" y="282"/>
                </a:cubicBezTo>
                <a:cubicBezTo>
                  <a:pt x="93" y="282"/>
                  <a:pt x="93" y="282"/>
                  <a:pt x="93" y="282"/>
                </a:cubicBezTo>
                <a:cubicBezTo>
                  <a:pt x="145" y="282"/>
                  <a:pt x="171" y="269"/>
                  <a:pt x="171" y="244"/>
                </a:cubicBezTo>
                <a:cubicBezTo>
                  <a:pt x="171" y="235"/>
                  <a:pt x="168" y="228"/>
                  <a:pt x="161" y="224"/>
                </a:cubicBezTo>
                <a:cubicBezTo>
                  <a:pt x="153" y="219"/>
                  <a:pt x="143" y="217"/>
                  <a:pt x="130" y="217"/>
                </a:cubicBezTo>
                <a:cubicBezTo>
                  <a:pt x="106" y="217"/>
                  <a:pt x="80" y="225"/>
                  <a:pt x="53" y="242"/>
                </a:cubicBezTo>
                <a:cubicBezTo>
                  <a:pt x="50" y="244"/>
                  <a:pt x="50" y="244"/>
                  <a:pt x="50" y="244"/>
                </a:cubicBezTo>
                <a:cubicBezTo>
                  <a:pt x="0" y="165"/>
                  <a:pt x="0" y="165"/>
                  <a:pt x="0" y="165"/>
                </a:cubicBezTo>
                <a:cubicBezTo>
                  <a:pt x="4" y="162"/>
                  <a:pt x="4" y="162"/>
                  <a:pt x="4" y="162"/>
                </a:cubicBezTo>
                <a:cubicBezTo>
                  <a:pt x="25" y="147"/>
                  <a:pt x="47" y="137"/>
                  <a:pt x="70" y="130"/>
                </a:cubicBezTo>
                <a:cubicBezTo>
                  <a:pt x="92" y="124"/>
                  <a:pt x="118" y="121"/>
                  <a:pt x="147" y="121"/>
                </a:cubicBezTo>
                <a:cubicBezTo>
                  <a:pt x="172" y="121"/>
                  <a:pt x="194" y="124"/>
                  <a:pt x="213" y="130"/>
                </a:cubicBezTo>
                <a:cubicBezTo>
                  <a:pt x="215" y="130"/>
                  <a:pt x="216" y="133"/>
                  <a:pt x="215" y="135"/>
                </a:cubicBezTo>
                <a:cubicBezTo>
                  <a:pt x="215" y="137"/>
                  <a:pt x="212" y="139"/>
                  <a:pt x="210" y="138"/>
                </a:cubicBezTo>
                <a:cubicBezTo>
                  <a:pt x="192" y="132"/>
                  <a:pt x="171" y="130"/>
                  <a:pt x="147" y="130"/>
                </a:cubicBezTo>
                <a:cubicBezTo>
                  <a:pt x="119" y="130"/>
                  <a:pt x="94" y="133"/>
                  <a:pt x="72" y="139"/>
                </a:cubicBezTo>
                <a:cubicBezTo>
                  <a:pt x="52" y="144"/>
                  <a:pt x="31" y="154"/>
                  <a:pt x="12" y="167"/>
                </a:cubicBezTo>
                <a:cubicBezTo>
                  <a:pt x="52" y="232"/>
                  <a:pt x="52" y="232"/>
                  <a:pt x="52" y="232"/>
                </a:cubicBezTo>
                <a:cubicBezTo>
                  <a:pt x="79" y="216"/>
                  <a:pt x="105" y="208"/>
                  <a:pt x="130" y="208"/>
                </a:cubicBezTo>
                <a:cubicBezTo>
                  <a:pt x="145" y="208"/>
                  <a:pt x="157" y="211"/>
                  <a:pt x="165" y="216"/>
                </a:cubicBezTo>
                <a:cubicBezTo>
                  <a:pt x="175" y="222"/>
                  <a:pt x="180" y="232"/>
                  <a:pt x="180" y="244"/>
                </a:cubicBezTo>
                <a:cubicBezTo>
                  <a:pt x="180" y="275"/>
                  <a:pt x="150" y="290"/>
                  <a:pt x="93" y="290"/>
                </a:cubicBezTo>
                <a:cubicBezTo>
                  <a:pt x="72" y="290"/>
                  <a:pt x="72" y="290"/>
                  <a:pt x="72" y="290"/>
                </a:cubicBezTo>
                <a:cubicBezTo>
                  <a:pt x="72" y="363"/>
                  <a:pt x="72" y="363"/>
                  <a:pt x="72" y="363"/>
                </a:cubicBezTo>
                <a:cubicBezTo>
                  <a:pt x="92" y="363"/>
                  <a:pt x="92" y="363"/>
                  <a:pt x="92" y="363"/>
                </a:cubicBezTo>
                <a:cubicBezTo>
                  <a:pt x="113" y="363"/>
                  <a:pt x="130" y="365"/>
                  <a:pt x="143" y="368"/>
                </a:cubicBezTo>
                <a:cubicBezTo>
                  <a:pt x="156" y="371"/>
                  <a:pt x="166" y="376"/>
                  <a:pt x="172" y="382"/>
                </a:cubicBezTo>
                <a:cubicBezTo>
                  <a:pt x="179" y="389"/>
                  <a:pt x="182" y="399"/>
                  <a:pt x="182" y="411"/>
                </a:cubicBezTo>
                <a:cubicBezTo>
                  <a:pt x="182" y="426"/>
                  <a:pt x="176" y="438"/>
                  <a:pt x="163" y="446"/>
                </a:cubicBezTo>
                <a:cubicBezTo>
                  <a:pt x="152" y="453"/>
                  <a:pt x="134" y="456"/>
                  <a:pt x="109" y="456"/>
                </a:cubicBezTo>
                <a:cubicBezTo>
                  <a:pt x="94" y="456"/>
                  <a:pt x="76" y="454"/>
                  <a:pt x="58" y="450"/>
                </a:cubicBezTo>
                <a:cubicBezTo>
                  <a:pt x="42" y="446"/>
                  <a:pt x="26" y="440"/>
                  <a:pt x="10" y="433"/>
                </a:cubicBezTo>
                <a:cubicBezTo>
                  <a:pt x="10" y="513"/>
                  <a:pt x="10" y="513"/>
                  <a:pt x="10" y="513"/>
                </a:cubicBezTo>
                <a:cubicBezTo>
                  <a:pt x="30" y="520"/>
                  <a:pt x="49" y="525"/>
                  <a:pt x="66" y="528"/>
                </a:cubicBezTo>
                <a:cubicBezTo>
                  <a:pt x="84" y="531"/>
                  <a:pt x="104" y="533"/>
                  <a:pt x="125" y="533"/>
                </a:cubicBezTo>
                <a:cubicBezTo>
                  <a:pt x="153" y="533"/>
                  <a:pt x="177" y="530"/>
                  <a:pt x="199" y="524"/>
                </a:cubicBezTo>
                <a:cubicBezTo>
                  <a:pt x="200" y="523"/>
                  <a:pt x="202" y="523"/>
                  <a:pt x="204" y="522"/>
                </a:cubicBezTo>
                <a:cubicBezTo>
                  <a:pt x="207" y="521"/>
                  <a:pt x="207" y="521"/>
                  <a:pt x="207" y="521"/>
                </a:cubicBezTo>
                <a:cubicBezTo>
                  <a:pt x="221" y="540"/>
                  <a:pt x="221" y="540"/>
                  <a:pt x="221" y="540"/>
                </a:cubicBezTo>
                <a:cubicBezTo>
                  <a:pt x="226" y="545"/>
                  <a:pt x="230" y="550"/>
                  <a:pt x="235" y="555"/>
                </a:cubicBezTo>
                <a:cubicBezTo>
                  <a:pt x="353" y="673"/>
                  <a:pt x="545" y="673"/>
                  <a:pt x="662" y="555"/>
                </a:cubicBezTo>
                <a:cubicBezTo>
                  <a:pt x="780" y="437"/>
                  <a:pt x="780" y="245"/>
                  <a:pt x="662" y="127"/>
                </a:cubicBezTo>
                <a:cubicBezTo>
                  <a:pt x="555" y="20"/>
                  <a:pt x="383" y="9"/>
                  <a:pt x="263" y="102"/>
                </a:cubicBezTo>
                <a:cubicBezTo>
                  <a:pt x="262" y="104"/>
                  <a:pt x="259" y="103"/>
                  <a:pt x="257" y="102"/>
                </a:cubicBezTo>
                <a:cubicBezTo>
                  <a:pt x="256" y="100"/>
                  <a:pt x="256" y="97"/>
                  <a:pt x="258" y="95"/>
                </a:cubicBezTo>
                <a:cubicBezTo>
                  <a:pt x="381" y="0"/>
                  <a:pt x="558" y="11"/>
                  <a:pt x="668" y="121"/>
                </a:cubicBezTo>
                <a:cubicBezTo>
                  <a:pt x="790" y="242"/>
                  <a:pt x="790" y="440"/>
                  <a:pt x="668" y="561"/>
                </a:cubicBezTo>
                <a:cubicBezTo>
                  <a:pt x="608" y="621"/>
                  <a:pt x="528" y="652"/>
                  <a:pt x="449" y="65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42FF3F-5C33-E3A1-0346-F3065209A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5270" y="4584862"/>
            <a:ext cx="238912" cy="2389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7" name="Freeform 16">
            <a:extLst>
              <a:ext uri="{FF2B5EF4-FFF2-40B4-BE49-F238E27FC236}">
                <a16:creationId xmlns:a16="http://schemas.microsoft.com/office/drawing/2014/main" id="{D2E68160-445F-C119-5451-3518B85927B1}"/>
              </a:ext>
            </a:extLst>
          </p:cNvPr>
          <p:cNvSpPr>
            <a:spLocks/>
          </p:cNvSpPr>
          <p:nvPr/>
        </p:nvSpPr>
        <p:spPr bwMode="auto">
          <a:xfrm>
            <a:off x="13370392" y="6072275"/>
            <a:ext cx="3121255" cy="1716048"/>
          </a:xfrm>
          <a:custGeom>
            <a:avLst/>
            <a:gdLst>
              <a:gd name="T0" fmla="*/ 264 w 498"/>
              <a:gd name="T1" fmla="*/ 24 h 273"/>
              <a:gd name="T2" fmla="*/ 252 w 498"/>
              <a:gd name="T3" fmla="*/ 2 h 273"/>
              <a:gd name="T4" fmla="*/ 246 w 498"/>
              <a:gd name="T5" fmla="*/ 2 h 273"/>
              <a:gd name="T6" fmla="*/ 233 w 498"/>
              <a:gd name="T7" fmla="*/ 24 h 273"/>
              <a:gd name="T8" fmla="*/ 0 w 498"/>
              <a:gd name="T9" fmla="*/ 24 h 273"/>
              <a:gd name="T10" fmla="*/ 249 w 498"/>
              <a:gd name="T11" fmla="*/ 273 h 273"/>
              <a:gd name="T12" fmla="*/ 498 w 498"/>
              <a:gd name="T13" fmla="*/ 24 h 273"/>
              <a:gd name="T14" fmla="*/ 264 w 498"/>
              <a:gd name="T15" fmla="*/ 2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8" h="273">
                <a:moveTo>
                  <a:pt x="264" y="24"/>
                </a:moveTo>
                <a:cubicBezTo>
                  <a:pt x="252" y="2"/>
                  <a:pt x="252" y="2"/>
                  <a:pt x="252" y="2"/>
                </a:cubicBezTo>
                <a:cubicBezTo>
                  <a:pt x="250" y="0"/>
                  <a:pt x="247" y="0"/>
                  <a:pt x="246" y="2"/>
                </a:cubicBezTo>
                <a:cubicBezTo>
                  <a:pt x="233" y="24"/>
                  <a:pt x="233" y="24"/>
                  <a:pt x="233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62"/>
                  <a:pt x="111" y="273"/>
                  <a:pt x="249" y="273"/>
                </a:cubicBezTo>
                <a:cubicBezTo>
                  <a:pt x="386" y="273"/>
                  <a:pt x="498" y="162"/>
                  <a:pt x="498" y="24"/>
                </a:cubicBezTo>
                <a:lnTo>
                  <a:pt x="264" y="24"/>
                </a:lnTo>
                <a:close/>
              </a:path>
            </a:pathLst>
          </a:custGeom>
          <a:solidFill>
            <a:schemeClr val="accent3"/>
          </a:solidFill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80D174-4E77-A50D-23B7-014FE13FDA46}"/>
              </a:ext>
            </a:extLst>
          </p:cNvPr>
          <p:cNvSpPr/>
          <p:nvPr/>
        </p:nvSpPr>
        <p:spPr>
          <a:xfrm>
            <a:off x="13960979" y="6434865"/>
            <a:ext cx="194008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5AD9D375-FAC1-FC4E-DDD2-B05AFD237B31}"/>
              </a:ext>
            </a:extLst>
          </p:cNvPr>
          <p:cNvSpPr/>
          <p:nvPr/>
        </p:nvSpPr>
        <p:spPr>
          <a:xfrm>
            <a:off x="18413210" y="4661929"/>
            <a:ext cx="3121255" cy="3126395"/>
          </a:xfrm>
          <a:custGeom>
            <a:avLst/>
            <a:gdLst>
              <a:gd name="connsiteX0" fmla="*/ 788839 w 1577678"/>
              <a:gd name="connsiteY0" fmla="*/ 0 h 1580276"/>
              <a:gd name="connsiteX1" fmla="*/ 1577678 w 1577678"/>
              <a:gd name="connsiteY1" fmla="*/ 790138 h 1580276"/>
              <a:gd name="connsiteX2" fmla="*/ 788839 w 1577678"/>
              <a:gd name="connsiteY2" fmla="*/ 1580276 h 1580276"/>
              <a:gd name="connsiteX3" fmla="*/ 0 w 1577678"/>
              <a:gd name="connsiteY3" fmla="*/ 790138 h 1580276"/>
              <a:gd name="connsiteX4" fmla="*/ 788839 w 1577678"/>
              <a:gd name="connsiteY4" fmla="*/ 0 h 1580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7678" h="1580276">
                <a:moveTo>
                  <a:pt x="788839" y="0"/>
                </a:moveTo>
                <a:cubicBezTo>
                  <a:pt x="1224503" y="0"/>
                  <a:pt x="1577678" y="353757"/>
                  <a:pt x="1577678" y="790138"/>
                </a:cubicBezTo>
                <a:cubicBezTo>
                  <a:pt x="1577678" y="1226519"/>
                  <a:pt x="1224503" y="1580276"/>
                  <a:pt x="788839" y="1580276"/>
                </a:cubicBezTo>
                <a:cubicBezTo>
                  <a:pt x="353175" y="1580276"/>
                  <a:pt x="0" y="1226519"/>
                  <a:pt x="0" y="790138"/>
                </a:cubicBezTo>
                <a:cubicBezTo>
                  <a:pt x="0" y="353757"/>
                  <a:pt x="353175" y="0"/>
                  <a:pt x="788839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32" name="Freeform 18">
            <a:extLst>
              <a:ext uri="{FF2B5EF4-FFF2-40B4-BE49-F238E27FC236}">
                <a16:creationId xmlns:a16="http://schemas.microsoft.com/office/drawing/2014/main" id="{9CBD4873-0451-1750-943E-BD159BAA1389}"/>
              </a:ext>
            </a:extLst>
          </p:cNvPr>
          <p:cNvSpPr>
            <a:spLocks noEditPoints="1"/>
          </p:cNvSpPr>
          <p:nvPr/>
        </p:nvSpPr>
        <p:spPr bwMode="auto">
          <a:xfrm>
            <a:off x="17123605" y="4076213"/>
            <a:ext cx="4803908" cy="4100020"/>
          </a:xfrm>
          <a:custGeom>
            <a:avLst/>
            <a:gdLst>
              <a:gd name="T0" fmla="*/ 455 w 767"/>
              <a:gd name="T1" fmla="*/ 653 h 653"/>
              <a:gd name="T2" fmla="*/ 453 w 767"/>
              <a:gd name="T3" fmla="*/ 653 h 653"/>
              <a:gd name="T4" fmla="*/ 235 w 767"/>
              <a:gd name="T5" fmla="*/ 562 h 653"/>
              <a:gd name="T6" fmla="*/ 224 w 767"/>
              <a:gd name="T7" fmla="*/ 550 h 653"/>
              <a:gd name="T8" fmla="*/ 218 w 767"/>
              <a:gd name="T9" fmla="*/ 541 h 653"/>
              <a:gd name="T10" fmla="*/ 216 w 767"/>
              <a:gd name="T11" fmla="*/ 537 h 653"/>
              <a:gd name="T12" fmla="*/ 160 w 767"/>
              <a:gd name="T13" fmla="*/ 537 h 653"/>
              <a:gd name="T14" fmla="*/ 160 w 767"/>
              <a:gd name="T15" fmla="*/ 459 h 653"/>
              <a:gd name="T16" fmla="*/ 0 w 767"/>
              <a:gd name="T17" fmla="*/ 459 h 653"/>
              <a:gd name="T18" fmla="*/ 0 w 767"/>
              <a:gd name="T19" fmla="*/ 374 h 653"/>
              <a:gd name="T20" fmla="*/ 1 w 767"/>
              <a:gd name="T21" fmla="*/ 373 h 653"/>
              <a:gd name="T22" fmla="*/ 169 w 767"/>
              <a:gd name="T23" fmla="*/ 128 h 653"/>
              <a:gd name="T24" fmla="*/ 236 w 767"/>
              <a:gd name="T25" fmla="*/ 128 h 653"/>
              <a:gd name="T26" fmla="*/ 240 w 767"/>
              <a:gd name="T27" fmla="*/ 132 h 653"/>
              <a:gd name="T28" fmla="*/ 236 w 767"/>
              <a:gd name="T29" fmla="*/ 136 h 653"/>
              <a:gd name="T30" fmla="*/ 173 w 767"/>
              <a:gd name="T31" fmla="*/ 136 h 653"/>
              <a:gd name="T32" fmla="*/ 9 w 767"/>
              <a:gd name="T33" fmla="*/ 377 h 653"/>
              <a:gd name="T34" fmla="*/ 9 w 767"/>
              <a:gd name="T35" fmla="*/ 451 h 653"/>
              <a:gd name="T36" fmla="*/ 168 w 767"/>
              <a:gd name="T37" fmla="*/ 451 h 653"/>
              <a:gd name="T38" fmla="*/ 168 w 767"/>
              <a:gd name="T39" fmla="*/ 528 h 653"/>
              <a:gd name="T40" fmla="*/ 221 w 767"/>
              <a:gd name="T41" fmla="*/ 528 h 653"/>
              <a:gd name="T42" fmla="*/ 226 w 767"/>
              <a:gd name="T43" fmla="*/ 537 h 653"/>
              <a:gd name="T44" fmla="*/ 231 w 767"/>
              <a:gd name="T45" fmla="*/ 544 h 653"/>
              <a:gd name="T46" fmla="*/ 241 w 767"/>
              <a:gd name="T47" fmla="*/ 556 h 653"/>
              <a:gd name="T48" fmla="*/ 453 w 767"/>
              <a:gd name="T49" fmla="*/ 644 h 653"/>
              <a:gd name="T50" fmla="*/ 666 w 767"/>
              <a:gd name="T51" fmla="*/ 559 h 653"/>
              <a:gd name="T52" fmla="*/ 758 w 767"/>
              <a:gd name="T53" fmla="*/ 345 h 653"/>
              <a:gd name="T54" fmla="*/ 670 w 767"/>
              <a:gd name="T55" fmla="*/ 129 h 653"/>
              <a:gd name="T56" fmla="*/ 270 w 767"/>
              <a:gd name="T57" fmla="*/ 103 h 653"/>
              <a:gd name="T58" fmla="*/ 264 w 767"/>
              <a:gd name="T59" fmla="*/ 103 h 653"/>
              <a:gd name="T60" fmla="*/ 265 w 767"/>
              <a:gd name="T61" fmla="*/ 96 h 653"/>
              <a:gd name="T62" fmla="*/ 676 w 767"/>
              <a:gd name="T63" fmla="*/ 123 h 653"/>
              <a:gd name="T64" fmla="*/ 766 w 767"/>
              <a:gd name="T65" fmla="*/ 345 h 653"/>
              <a:gd name="T66" fmla="*/ 672 w 767"/>
              <a:gd name="T67" fmla="*/ 565 h 653"/>
              <a:gd name="T68" fmla="*/ 455 w 767"/>
              <a:gd name="T69" fmla="*/ 653 h 653"/>
              <a:gd name="T70" fmla="*/ 168 w 767"/>
              <a:gd name="T71" fmla="*/ 379 h 653"/>
              <a:gd name="T72" fmla="*/ 90 w 767"/>
              <a:gd name="T73" fmla="*/ 379 h 653"/>
              <a:gd name="T74" fmla="*/ 139 w 767"/>
              <a:gd name="T75" fmla="*/ 306 h 653"/>
              <a:gd name="T76" fmla="*/ 160 w 767"/>
              <a:gd name="T77" fmla="*/ 267 h 653"/>
              <a:gd name="T78" fmla="*/ 161 w 767"/>
              <a:gd name="T79" fmla="*/ 264 h 653"/>
              <a:gd name="T80" fmla="*/ 174 w 767"/>
              <a:gd name="T81" fmla="*/ 264 h 653"/>
              <a:gd name="T82" fmla="*/ 171 w 767"/>
              <a:gd name="T83" fmla="*/ 270 h 653"/>
              <a:gd name="T84" fmla="*/ 169 w 767"/>
              <a:gd name="T85" fmla="*/ 292 h 653"/>
              <a:gd name="T86" fmla="*/ 168 w 767"/>
              <a:gd name="T87" fmla="*/ 328 h 653"/>
              <a:gd name="T88" fmla="*/ 168 w 767"/>
              <a:gd name="T89" fmla="*/ 379 h 653"/>
              <a:gd name="T90" fmla="*/ 106 w 767"/>
              <a:gd name="T91" fmla="*/ 370 h 653"/>
              <a:gd name="T92" fmla="*/ 160 w 767"/>
              <a:gd name="T93" fmla="*/ 370 h 653"/>
              <a:gd name="T94" fmla="*/ 160 w 767"/>
              <a:gd name="T95" fmla="*/ 328 h 653"/>
              <a:gd name="T96" fmla="*/ 161 w 767"/>
              <a:gd name="T97" fmla="*/ 292 h 653"/>
              <a:gd name="T98" fmla="*/ 161 w 767"/>
              <a:gd name="T99" fmla="*/ 284 h 653"/>
              <a:gd name="T100" fmla="*/ 146 w 767"/>
              <a:gd name="T101" fmla="*/ 311 h 653"/>
              <a:gd name="T102" fmla="*/ 106 w 767"/>
              <a:gd name="T103" fmla="*/ 370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767" h="653">
                <a:moveTo>
                  <a:pt x="455" y="653"/>
                </a:moveTo>
                <a:cubicBezTo>
                  <a:pt x="455" y="653"/>
                  <a:pt x="454" y="653"/>
                  <a:pt x="453" y="653"/>
                </a:cubicBezTo>
                <a:cubicBezTo>
                  <a:pt x="371" y="652"/>
                  <a:pt x="294" y="620"/>
                  <a:pt x="235" y="562"/>
                </a:cubicBezTo>
                <a:cubicBezTo>
                  <a:pt x="232" y="558"/>
                  <a:pt x="228" y="554"/>
                  <a:pt x="224" y="550"/>
                </a:cubicBezTo>
                <a:cubicBezTo>
                  <a:pt x="222" y="548"/>
                  <a:pt x="220" y="545"/>
                  <a:pt x="218" y="541"/>
                </a:cubicBezTo>
                <a:cubicBezTo>
                  <a:pt x="216" y="537"/>
                  <a:pt x="216" y="537"/>
                  <a:pt x="216" y="537"/>
                </a:cubicBezTo>
                <a:cubicBezTo>
                  <a:pt x="160" y="537"/>
                  <a:pt x="160" y="537"/>
                  <a:pt x="160" y="537"/>
                </a:cubicBezTo>
                <a:cubicBezTo>
                  <a:pt x="160" y="459"/>
                  <a:pt x="160" y="459"/>
                  <a:pt x="160" y="459"/>
                </a:cubicBezTo>
                <a:cubicBezTo>
                  <a:pt x="0" y="459"/>
                  <a:pt x="0" y="459"/>
                  <a:pt x="0" y="459"/>
                </a:cubicBezTo>
                <a:cubicBezTo>
                  <a:pt x="0" y="374"/>
                  <a:pt x="0" y="374"/>
                  <a:pt x="0" y="374"/>
                </a:cubicBezTo>
                <a:cubicBezTo>
                  <a:pt x="1" y="373"/>
                  <a:pt x="1" y="373"/>
                  <a:pt x="1" y="373"/>
                </a:cubicBezTo>
                <a:cubicBezTo>
                  <a:pt x="169" y="128"/>
                  <a:pt x="169" y="128"/>
                  <a:pt x="169" y="128"/>
                </a:cubicBezTo>
                <a:cubicBezTo>
                  <a:pt x="236" y="128"/>
                  <a:pt x="236" y="128"/>
                  <a:pt x="236" y="128"/>
                </a:cubicBezTo>
                <a:cubicBezTo>
                  <a:pt x="238" y="128"/>
                  <a:pt x="240" y="130"/>
                  <a:pt x="240" y="132"/>
                </a:cubicBezTo>
                <a:cubicBezTo>
                  <a:pt x="240" y="134"/>
                  <a:pt x="238" y="136"/>
                  <a:pt x="236" y="136"/>
                </a:cubicBezTo>
                <a:cubicBezTo>
                  <a:pt x="173" y="136"/>
                  <a:pt x="173" y="136"/>
                  <a:pt x="173" y="136"/>
                </a:cubicBezTo>
                <a:cubicBezTo>
                  <a:pt x="9" y="377"/>
                  <a:pt x="9" y="377"/>
                  <a:pt x="9" y="377"/>
                </a:cubicBezTo>
                <a:cubicBezTo>
                  <a:pt x="9" y="451"/>
                  <a:pt x="9" y="451"/>
                  <a:pt x="9" y="451"/>
                </a:cubicBezTo>
                <a:cubicBezTo>
                  <a:pt x="168" y="451"/>
                  <a:pt x="168" y="451"/>
                  <a:pt x="168" y="451"/>
                </a:cubicBezTo>
                <a:cubicBezTo>
                  <a:pt x="168" y="528"/>
                  <a:pt x="168" y="528"/>
                  <a:pt x="168" y="528"/>
                </a:cubicBezTo>
                <a:cubicBezTo>
                  <a:pt x="221" y="528"/>
                  <a:pt x="221" y="528"/>
                  <a:pt x="221" y="528"/>
                </a:cubicBezTo>
                <a:cubicBezTo>
                  <a:pt x="226" y="537"/>
                  <a:pt x="226" y="537"/>
                  <a:pt x="226" y="537"/>
                </a:cubicBezTo>
                <a:cubicBezTo>
                  <a:pt x="227" y="540"/>
                  <a:pt x="229" y="542"/>
                  <a:pt x="231" y="544"/>
                </a:cubicBezTo>
                <a:cubicBezTo>
                  <a:pt x="234" y="548"/>
                  <a:pt x="238" y="552"/>
                  <a:pt x="241" y="556"/>
                </a:cubicBezTo>
                <a:cubicBezTo>
                  <a:pt x="298" y="612"/>
                  <a:pt x="373" y="644"/>
                  <a:pt x="453" y="644"/>
                </a:cubicBezTo>
                <a:cubicBezTo>
                  <a:pt x="533" y="645"/>
                  <a:pt x="609" y="614"/>
                  <a:pt x="666" y="559"/>
                </a:cubicBezTo>
                <a:cubicBezTo>
                  <a:pt x="724" y="502"/>
                  <a:pt x="757" y="426"/>
                  <a:pt x="758" y="345"/>
                </a:cubicBezTo>
                <a:cubicBezTo>
                  <a:pt x="758" y="264"/>
                  <a:pt x="727" y="187"/>
                  <a:pt x="670" y="129"/>
                </a:cubicBezTo>
                <a:cubicBezTo>
                  <a:pt x="562" y="21"/>
                  <a:pt x="390" y="10"/>
                  <a:pt x="270" y="103"/>
                </a:cubicBezTo>
                <a:cubicBezTo>
                  <a:pt x="268" y="105"/>
                  <a:pt x="265" y="104"/>
                  <a:pt x="264" y="103"/>
                </a:cubicBezTo>
                <a:cubicBezTo>
                  <a:pt x="262" y="101"/>
                  <a:pt x="263" y="98"/>
                  <a:pt x="265" y="96"/>
                </a:cubicBezTo>
                <a:cubicBezTo>
                  <a:pt x="388" y="0"/>
                  <a:pt x="565" y="12"/>
                  <a:pt x="676" y="123"/>
                </a:cubicBezTo>
                <a:cubicBezTo>
                  <a:pt x="735" y="183"/>
                  <a:pt x="767" y="261"/>
                  <a:pt x="766" y="345"/>
                </a:cubicBezTo>
                <a:cubicBezTo>
                  <a:pt x="766" y="428"/>
                  <a:pt x="732" y="506"/>
                  <a:pt x="672" y="565"/>
                </a:cubicBezTo>
                <a:cubicBezTo>
                  <a:pt x="614" y="622"/>
                  <a:pt x="537" y="653"/>
                  <a:pt x="455" y="653"/>
                </a:cubicBezTo>
                <a:close/>
                <a:moveTo>
                  <a:pt x="168" y="379"/>
                </a:moveTo>
                <a:cubicBezTo>
                  <a:pt x="90" y="379"/>
                  <a:pt x="90" y="379"/>
                  <a:pt x="90" y="379"/>
                </a:cubicBezTo>
                <a:cubicBezTo>
                  <a:pt x="139" y="306"/>
                  <a:pt x="139" y="306"/>
                  <a:pt x="139" y="306"/>
                </a:cubicBezTo>
                <a:cubicBezTo>
                  <a:pt x="147" y="294"/>
                  <a:pt x="154" y="281"/>
                  <a:pt x="160" y="267"/>
                </a:cubicBezTo>
                <a:cubicBezTo>
                  <a:pt x="161" y="264"/>
                  <a:pt x="161" y="264"/>
                  <a:pt x="161" y="264"/>
                </a:cubicBezTo>
                <a:cubicBezTo>
                  <a:pt x="174" y="264"/>
                  <a:pt x="174" y="264"/>
                  <a:pt x="174" y="264"/>
                </a:cubicBezTo>
                <a:cubicBezTo>
                  <a:pt x="171" y="270"/>
                  <a:pt x="171" y="270"/>
                  <a:pt x="171" y="270"/>
                </a:cubicBezTo>
                <a:cubicBezTo>
                  <a:pt x="170" y="271"/>
                  <a:pt x="170" y="276"/>
                  <a:pt x="169" y="292"/>
                </a:cubicBezTo>
                <a:cubicBezTo>
                  <a:pt x="169" y="307"/>
                  <a:pt x="168" y="319"/>
                  <a:pt x="168" y="328"/>
                </a:cubicBezTo>
                <a:lnTo>
                  <a:pt x="168" y="379"/>
                </a:lnTo>
                <a:close/>
                <a:moveTo>
                  <a:pt x="106" y="370"/>
                </a:moveTo>
                <a:cubicBezTo>
                  <a:pt x="160" y="370"/>
                  <a:pt x="160" y="370"/>
                  <a:pt x="160" y="370"/>
                </a:cubicBezTo>
                <a:cubicBezTo>
                  <a:pt x="160" y="328"/>
                  <a:pt x="160" y="328"/>
                  <a:pt x="160" y="328"/>
                </a:cubicBezTo>
                <a:cubicBezTo>
                  <a:pt x="160" y="319"/>
                  <a:pt x="160" y="307"/>
                  <a:pt x="161" y="292"/>
                </a:cubicBezTo>
                <a:cubicBezTo>
                  <a:pt x="161" y="289"/>
                  <a:pt x="161" y="286"/>
                  <a:pt x="161" y="284"/>
                </a:cubicBezTo>
                <a:cubicBezTo>
                  <a:pt x="156" y="293"/>
                  <a:pt x="151" y="302"/>
                  <a:pt x="146" y="311"/>
                </a:cubicBezTo>
                <a:lnTo>
                  <a:pt x="106" y="37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954C36D-F995-A4E7-5C9B-80D256ECD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77810" y="4584862"/>
            <a:ext cx="244050" cy="23891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4" name="Freeform 20">
            <a:extLst>
              <a:ext uri="{FF2B5EF4-FFF2-40B4-BE49-F238E27FC236}">
                <a16:creationId xmlns:a16="http://schemas.microsoft.com/office/drawing/2014/main" id="{F67CD72A-FD5B-7028-9809-4579B855FC39}"/>
              </a:ext>
            </a:extLst>
          </p:cNvPr>
          <p:cNvSpPr>
            <a:spLocks/>
          </p:cNvSpPr>
          <p:nvPr/>
        </p:nvSpPr>
        <p:spPr bwMode="auto">
          <a:xfrm>
            <a:off x="18413210" y="6072275"/>
            <a:ext cx="3121255" cy="1716048"/>
          </a:xfrm>
          <a:custGeom>
            <a:avLst/>
            <a:gdLst>
              <a:gd name="T0" fmla="*/ 265 w 498"/>
              <a:gd name="T1" fmla="*/ 24 h 273"/>
              <a:gd name="T2" fmla="*/ 252 w 498"/>
              <a:gd name="T3" fmla="*/ 2 h 273"/>
              <a:gd name="T4" fmla="*/ 246 w 498"/>
              <a:gd name="T5" fmla="*/ 2 h 273"/>
              <a:gd name="T6" fmla="*/ 233 w 498"/>
              <a:gd name="T7" fmla="*/ 24 h 273"/>
              <a:gd name="T8" fmla="*/ 0 w 498"/>
              <a:gd name="T9" fmla="*/ 24 h 273"/>
              <a:gd name="T10" fmla="*/ 249 w 498"/>
              <a:gd name="T11" fmla="*/ 273 h 273"/>
              <a:gd name="T12" fmla="*/ 498 w 498"/>
              <a:gd name="T13" fmla="*/ 24 h 273"/>
              <a:gd name="T14" fmla="*/ 265 w 498"/>
              <a:gd name="T15" fmla="*/ 24 h 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8" h="273">
                <a:moveTo>
                  <a:pt x="265" y="24"/>
                </a:moveTo>
                <a:cubicBezTo>
                  <a:pt x="252" y="2"/>
                  <a:pt x="252" y="2"/>
                  <a:pt x="252" y="2"/>
                </a:cubicBezTo>
                <a:cubicBezTo>
                  <a:pt x="251" y="0"/>
                  <a:pt x="248" y="0"/>
                  <a:pt x="246" y="2"/>
                </a:cubicBezTo>
                <a:cubicBezTo>
                  <a:pt x="233" y="24"/>
                  <a:pt x="233" y="24"/>
                  <a:pt x="233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62"/>
                  <a:pt x="112" y="273"/>
                  <a:pt x="249" y="273"/>
                </a:cubicBezTo>
                <a:cubicBezTo>
                  <a:pt x="387" y="273"/>
                  <a:pt x="498" y="162"/>
                  <a:pt x="498" y="24"/>
                </a:cubicBezTo>
                <a:lnTo>
                  <a:pt x="265" y="24"/>
                </a:lnTo>
                <a:close/>
              </a:path>
            </a:pathLst>
          </a:custGeom>
          <a:solidFill>
            <a:schemeClr val="accent4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257B20-D8D2-7327-712D-D66F4C04D293}"/>
              </a:ext>
            </a:extLst>
          </p:cNvPr>
          <p:cNvSpPr/>
          <p:nvPr/>
        </p:nvSpPr>
        <p:spPr>
          <a:xfrm>
            <a:off x="18993150" y="6434865"/>
            <a:ext cx="194008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YOUR TEXT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grpSp>
        <p:nvGrpSpPr>
          <p:cNvPr id="49" name="成组">
            <a:extLst>
              <a:ext uri="{FF2B5EF4-FFF2-40B4-BE49-F238E27FC236}">
                <a16:creationId xmlns:a16="http://schemas.microsoft.com/office/drawing/2014/main" id="{04D89774-0F75-1854-92B0-0CE129F5B578}"/>
              </a:ext>
            </a:extLst>
          </p:cNvPr>
          <p:cNvGrpSpPr/>
          <p:nvPr/>
        </p:nvGrpSpPr>
        <p:grpSpPr>
          <a:xfrm>
            <a:off x="14650684" y="5199381"/>
            <a:ext cx="574919" cy="574915"/>
            <a:chOff x="0" y="0"/>
            <a:chExt cx="457200" cy="457200"/>
          </a:xfrm>
        </p:grpSpPr>
        <p:sp>
          <p:nvSpPr>
            <p:cNvPr id="50" name="任意形状 363">
              <a:extLst>
                <a:ext uri="{FF2B5EF4-FFF2-40B4-BE49-F238E27FC236}">
                  <a16:creationId xmlns:a16="http://schemas.microsoft.com/office/drawing/2014/main" id="{916DFB20-4481-66C0-4B2F-E4844F29B0C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1" name="任意形状 364">
              <a:extLst>
                <a:ext uri="{FF2B5EF4-FFF2-40B4-BE49-F238E27FC236}">
                  <a16:creationId xmlns:a16="http://schemas.microsoft.com/office/drawing/2014/main" id="{A435B595-3F5D-FEE8-22E0-B04C8E66064A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2" name="成组">
            <a:extLst>
              <a:ext uri="{FF2B5EF4-FFF2-40B4-BE49-F238E27FC236}">
                <a16:creationId xmlns:a16="http://schemas.microsoft.com/office/drawing/2014/main" id="{DA1E5B10-F645-BFF1-1992-664A0907EEFF}"/>
              </a:ext>
            </a:extLst>
          </p:cNvPr>
          <p:cNvGrpSpPr/>
          <p:nvPr/>
        </p:nvGrpSpPr>
        <p:grpSpPr>
          <a:xfrm>
            <a:off x="4789923" y="5199381"/>
            <a:ext cx="574919" cy="574915"/>
            <a:chOff x="0" y="0"/>
            <a:chExt cx="457200" cy="457200"/>
          </a:xfrm>
        </p:grpSpPr>
        <p:sp>
          <p:nvSpPr>
            <p:cNvPr id="53" name="任意形状 393">
              <a:extLst>
                <a:ext uri="{FF2B5EF4-FFF2-40B4-BE49-F238E27FC236}">
                  <a16:creationId xmlns:a16="http://schemas.microsoft.com/office/drawing/2014/main" id="{4D1A3DAD-9D1E-2B15-12AE-DA909483B5D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4" name="任意形状 394">
              <a:extLst>
                <a:ext uri="{FF2B5EF4-FFF2-40B4-BE49-F238E27FC236}">
                  <a16:creationId xmlns:a16="http://schemas.microsoft.com/office/drawing/2014/main" id="{43C63CB6-1B5F-0947-C2EE-9F72FBE229A2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5" name="成组">
            <a:extLst>
              <a:ext uri="{FF2B5EF4-FFF2-40B4-BE49-F238E27FC236}">
                <a16:creationId xmlns:a16="http://schemas.microsoft.com/office/drawing/2014/main" id="{F49B04D2-C9CB-D447-BA1E-56A7860462D4}"/>
              </a:ext>
            </a:extLst>
          </p:cNvPr>
          <p:cNvGrpSpPr/>
          <p:nvPr/>
        </p:nvGrpSpPr>
        <p:grpSpPr>
          <a:xfrm>
            <a:off x="9730822" y="5199381"/>
            <a:ext cx="574919" cy="574915"/>
            <a:chOff x="0" y="0"/>
            <a:chExt cx="457200" cy="457200"/>
          </a:xfrm>
        </p:grpSpPr>
        <p:sp>
          <p:nvSpPr>
            <p:cNvPr id="56" name="任意形状 399">
              <a:extLst>
                <a:ext uri="{FF2B5EF4-FFF2-40B4-BE49-F238E27FC236}">
                  <a16:creationId xmlns:a16="http://schemas.microsoft.com/office/drawing/2014/main" id="{4EA6FE92-6C3F-C838-0F5A-6FFCF26E697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7" name="任意形状 400">
              <a:extLst>
                <a:ext uri="{FF2B5EF4-FFF2-40B4-BE49-F238E27FC236}">
                  <a16:creationId xmlns:a16="http://schemas.microsoft.com/office/drawing/2014/main" id="{5A1EF81B-A026-5D13-AEEF-2F85AE60F83D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8" name="成组">
            <a:extLst>
              <a:ext uri="{FF2B5EF4-FFF2-40B4-BE49-F238E27FC236}">
                <a16:creationId xmlns:a16="http://schemas.microsoft.com/office/drawing/2014/main" id="{78A270E3-F214-F8E1-EFE5-44EEB349CE98}"/>
              </a:ext>
            </a:extLst>
          </p:cNvPr>
          <p:cNvGrpSpPr/>
          <p:nvPr/>
        </p:nvGrpSpPr>
        <p:grpSpPr>
          <a:xfrm>
            <a:off x="19675730" y="5199381"/>
            <a:ext cx="574919" cy="574915"/>
            <a:chOff x="0" y="0"/>
            <a:chExt cx="457200" cy="457200"/>
          </a:xfrm>
        </p:grpSpPr>
        <p:sp>
          <p:nvSpPr>
            <p:cNvPr id="59" name="任意形状 477">
              <a:extLst>
                <a:ext uri="{FF2B5EF4-FFF2-40B4-BE49-F238E27FC236}">
                  <a16:creationId xmlns:a16="http://schemas.microsoft.com/office/drawing/2014/main" id="{21521A9F-2EDB-555D-C146-21A3F9EC6C5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0" name="任意形状 478">
              <a:extLst>
                <a:ext uri="{FF2B5EF4-FFF2-40B4-BE49-F238E27FC236}">
                  <a16:creationId xmlns:a16="http://schemas.microsoft.com/office/drawing/2014/main" id="{C76018D3-A73F-C1CD-8BFB-9183389457F6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1798D-EE8A-484B-8469-BB661FA87341}"/>
              </a:ext>
            </a:extLst>
          </p:cNvPr>
          <p:cNvGrpSpPr/>
          <p:nvPr/>
        </p:nvGrpSpPr>
        <p:grpSpPr>
          <a:xfrm>
            <a:off x="2864668" y="10078726"/>
            <a:ext cx="3681423" cy="1668794"/>
            <a:chOff x="2605086" y="10512188"/>
            <a:chExt cx="3681423" cy="16687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579696-A1C5-9736-AD57-A1A9CCFE5CBB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EB5C6DB-175D-5F6C-B2E9-CA7905789D81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A599CF0-CDA8-BE8D-14BF-C762B5FA6A81}"/>
              </a:ext>
            </a:extLst>
          </p:cNvPr>
          <p:cNvGrpSpPr/>
          <p:nvPr/>
        </p:nvGrpSpPr>
        <p:grpSpPr>
          <a:xfrm>
            <a:off x="12751209" y="10078726"/>
            <a:ext cx="3681423" cy="1668794"/>
            <a:chOff x="10239009" y="10512188"/>
            <a:chExt cx="3681423" cy="166879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D5AB6D-3761-98FF-FD96-600411274B1D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6496F70-8045-531B-5EC5-BFA29A1CEAFB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A6DE1D1-FF8E-7502-2207-CF9C4960D854}"/>
              </a:ext>
            </a:extLst>
          </p:cNvPr>
          <p:cNvGrpSpPr/>
          <p:nvPr/>
        </p:nvGrpSpPr>
        <p:grpSpPr>
          <a:xfrm>
            <a:off x="7807296" y="10068208"/>
            <a:ext cx="3681423" cy="1689830"/>
            <a:chOff x="5398374" y="3664746"/>
            <a:chExt cx="3681423" cy="168983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F044B8B-D0E1-1015-882F-29C0F255848A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D2CB43-6CD0-06E9-354B-E379BCD18A26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B7C8A32-B40E-AB79-F511-97ED0D20CCD2}"/>
              </a:ext>
            </a:extLst>
          </p:cNvPr>
          <p:cNvGrpSpPr/>
          <p:nvPr/>
        </p:nvGrpSpPr>
        <p:grpSpPr>
          <a:xfrm>
            <a:off x="17684846" y="10068208"/>
            <a:ext cx="3681426" cy="1689830"/>
            <a:chOff x="11825753" y="3664746"/>
            <a:chExt cx="3681426" cy="168983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D6CC6AE-5190-2DDF-B36A-905577979610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70E9686-AC5C-EC72-5D34-3ABC7056BBF9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1638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2">
            <a:extLst>
              <a:ext uri="{FF2B5EF4-FFF2-40B4-BE49-F238E27FC236}">
                <a16:creationId xmlns:a16="http://schemas.microsoft.com/office/drawing/2014/main" id="{99A73F8E-A529-1F13-4FA7-4F24CBAE3FE0}"/>
              </a:ext>
            </a:extLst>
          </p:cNvPr>
          <p:cNvSpPr>
            <a:spLocks/>
          </p:cNvSpPr>
          <p:nvPr/>
        </p:nvSpPr>
        <p:spPr bwMode="auto">
          <a:xfrm>
            <a:off x="3824472" y="3512004"/>
            <a:ext cx="5450788" cy="4204941"/>
          </a:xfrm>
          <a:custGeom>
            <a:avLst/>
            <a:gdLst>
              <a:gd name="T0" fmla="*/ 193 w 262"/>
              <a:gd name="T1" fmla="*/ 0 h 173"/>
              <a:gd name="T2" fmla="*/ 155 w 262"/>
              <a:gd name="T3" fmla="*/ 16 h 173"/>
              <a:gd name="T4" fmla="*/ 0 w 262"/>
              <a:gd name="T5" fmla="*/ 171 h 173"/>
              <a:gd name="T6" fmla="*/ 2 w 262"/>
              <a:gd name="T7" fmla="*/ 173 h 173"/>
              <a:gd name="T8" fmla="*/ 157 w 262"/>
              <a:gd name="T9" fmla="*/ 18 h 173"/>
              <a:gd name="T10" fmla="*/ 193 w 262"/>
              <a:gd name="T11" fmla="*/ 3 h 173"/>
              <a:gd name="T12" fmla="*/ 229 w 262"/>
              <a:gd name="T13" fmla="*/ 18 h 173"/>
              <a:gd name="T14" fmla="*/ 260 w 262"/>
              <a:gd name="T15" fmla="*/ 49 h 173"/>
              <a:gd name="T16" fmla="*/ 262 w 262"/>
              <a:gd name="T17" fmla="*/ 47 h 173"/>
              <a:gd name="T18" fmla="*/ 231 w 262"/>
              <a:gd name="T19" fmla="*/ 16 h 173"/>
              <a:gd name="T20" fmla="*/ 193 w 262"/>
              <a:gd name="T21" fmla="*/ 0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62" h="173">
                <a:moveTo>
                  <a:pt x="193" y="0"/>
                </a:moveTo>
                <a:cubicBezTo>
                  <a:pt x="179" y="0"/>
                  <a:pt x="165" y="6"/>
                  <a:pt x="155" y="16"/>
                </a:cubicBezTo>
                <a:cubicBezTo>
                  <a:pt x="0" y="171"/>
                  <a:pt x="0" y="171"/>
                  <a:pt x="0" y="171"/>
                </a:cubicBezTo>
                <a:cubicBezTo>
                  <a:pt x="2" y="173"/>
                  <a:pt x="2" y="173"/>
                  <a:pt x="2" y="173"/>
                </a:cubicBezTo>
                <a:cubicBezTo>
                  <a:pt x="157" y="18"/>
                  <a:pt x="157" y="18"/>
                  <a:pt x="157" y="18"/>
                </a:cubicBezTo>
                <a:cubicBezTo>
                  <a:pt x="167" y="8"/>
                  <a:pt x="179" y="3"/>
                  <a:pt x="193" y="3"/>
                </a:cubicBezTo>
                <a:cubicBezTo>
                  <a:pt x="207" y="3"/>
                  <a:pt x="219" y="8"/>
                  <a:pt x="229" y="18"/>
                </a:cubicBezTo>
                <a:cubicBezTo>
                  <a:pt x="260" y="49"/>
                  <a:pt x="260" y="49"/>
                  <a:pt x="260" y="49"/>
                </a:cubicBezTo>
                <a:cubicBezTo>
                  <a:pt x="262" y="47"/>
                  <a:pt x="262" y="47"/>
                  <a:pt x="262" y="47"/>
                </a:cubicBezTo>
                <a:cubicBezTo>
                  <a:pt x="231" y="16"/>
                  <a:pt x="231" y="16"/>
                  <a:pt x="231" y="16"/>
                </a:cubicBezTo>
                <a:cubicBezTo>
                  <a:pt x="220" y="6"/>
                  <a:pt x="207" y="0"/>
                  <a:pt x="193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C947C77F-FB1C-BCA3-6D80-93B3543F6D9D}"/>
              </a:ext>
            </a:extLst>
          </p:cNvPr>
          <p:cNvSpPr>
            <a:spLocks/>
          </p:cNvSpPr>
          <p:nvPr/>
        </p:nvSpPr>
        <p:spPr bwMode="auto">
          <a:xfrm>
            <a:off x="10951553" y="6108664"/>
            <a:ext cx="2161673" cy="716138"/>
          </a:xfrm>
          <a:custGeom>
            <a:avLst/>
            <a:gdLst>
              <a:gd name="T0" fmla="*/ 2 w 115"/>
              <a:gd name="T1" fmla="*/ 0 h 38"/>
              <a:gd name="T2" fmla="*/ 0 w 115"/>
              <a:gd name="T3" fmla="*/ 2 h 38"/>
              <a:gd name="T4" fmla="*/ 21 w 115"/>
              <a:gd name="T5" fmla="*/ 22 h 38"/>
              <a:gd name="T6" fmla="*/ 59 w 115"/>
              <a:gd name="T7" fmla="*/ 38 h 38"/>
              <a:gd name="T8" fmla="*/ 97 w 115"/>
              <a:gd name="T9" fmla="*/ 22 h 38"/>
              <a:gd name="T10" fmla="*/ 115 w 115"/>
              <a:gd name="T11" fmla="*/ 4 h 38"/>
              <a:gd name="T12" fmla="*/ 113 w 115"/>
              <a:gd name="T13" fmla="*/ 3 h 38"/>
              <a:gd name="T14" fmla="*/ 95 w 115"/>
              <a:gd name="T15" fmla="*/ 20 h 38"/>
              <a:gd name="T16" fmla="*/ 59 w 115"/>
              <a:gd name="T17" fmla="*/ 35 h 38"/>
              <a:gd name="T18" fmla="*/ 23 w 115"/>
              <a:gd name="T19" fmla="*/ 20 h 38"/>
              <a:gd name="T20" fmla="*/ 2 w 115"/>
              <a:gd name="T21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5" h="38">
                <a:moveTo>
                  <a:pt x="2" y="0"/>
                </a:moveTo>
                <a:cubicBezTo>
                  <a:pt x="2" y="0"/>
                  <a:pt x="1" y="1"/>
                  <a:pt x="0" y="2"/>
                </a:cubicBezTo>
                <a:cubicBezTo>
                  <a:pt x="21" y="22"/>
                  <a:pt x="21" y="22"/>
                  <a:pt x="21" y="22"/>
                </a:cubicBezTo>
                <a:cubicBezTo>
                  <a:pt x="31" y="32"/>
                  <a:pt x="45" y="38"/>
                  <a:pt x="59" y="38"/>
                </a:cubicBezTo>
                <a:cubicBezTo>
                  <a:pt x="73" y="38"/>
                  <a:pt x="87" y="32"/>
                  <a:pt x="97" y="22"/>
                </a:cubicBezTo>
                <a:cubicBezTo>
                  <a:pt x="115" y="4"/>
                  <a:pt x="115" y="4"/>
                  <a:pt x="115" y="4"/>
                </a:cubicBezTo>
                <a:cubicBezTo>
                  <a:pt x="114" y="4"/>
                  <a:pt x="113" y="3"/>
                  <a:pt x="113" y="3"/>
                </a:cubicBezTo>
                <a:cubicBezTo>
                  <a:pt x="95" y="20"/>
                  <a:pt x="95" y="20"/>
                  <a:pt x="95" y="20"/>
                </a:cubicBezTo>
                <a:cubicBezTo>
                  <a:pt x="85" y="30"/>
                  <a:pt x="72" y="35"/>
                  <a:pt x="59" y="35"/>
                </a:cubicBezTo>
                <a:cubicBezTo>
                  <a:pt x="45" y="35"/>
                  <a:pt x="32" y="30"/>
                  <a:pt x="23" y="2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1" name="Freeform 22">
            <a:extLst>
              <a:ext uri="{FF2B5EF4-FFF2-40B4-BE49-F238E27FC236}">
                <a16:creationId xmlns:a16="http://schemas.microsoft.com/office/drawing/2014/main" id="{94B657AD-93C4-A6C2-A4CD-F6D89F7993BB}"/>
              </a:ext>
            </a:extLst>
          </p:cNvPr>
          <p:cNvSpPr>
            <a:spLocks/>
          </p:cNvSpPr>
          <p:nvPr/>
        </p:nvSpPr>
        <p:spPr bwMode="auto">
          <a:xfrm flipH="1">
            <a:off x="15053326" y="3509911"/>
            <a:ext cx="5450788" cy="4204941"/>
          </a:xfrm>
          <a:custGeom>
            <a:avLst/>
            <a:gdLst>
              <a:gd name="T0" fmla="*/ 193 w 262"/>
              <a:gd name="T1" fmla="*/ 0 h 173"/>
              <a:gd name="T2" fmla="*/ 155 w 262"/>
              <a:gd name="T3" fmla="*/ 16 h 173"/>
              <a:gd name="T4" fmla="*/ 0 w 262"/>
              <a:gd name="T5" fmla="*/ 171 h 173"/>
              <a:gd name="T6" fmla="*/ 2 w 262"/>
              <a:gd name="T7" fmla="*/ 173 h 173"/>
              <a:gd name="T8" fmla="*/ 157 w 262"/>
              <a:gd name="T9" fmla="*/ 18 h 173"/>
              <a:gd name="T10" fmla="*/ 193 w 262"/>
              <a:gd name="T11" fmla="*/ 3 h 173"/>
              <a:gd name="T12" fmla="*/ 229 w 262"/>
              <a:gd name="T13" fmla="*/ 18 h 173"/>
              <a:gd name="T14" fmla="*/ 260 w 262"/>
              <a:gd name="T15" fmla="*/ 49 h 173"/>
              <a:gd name="T16" fmla="*/ 262 w 262"/>
              <a:gd name="T17" fmla="*/ 47 h 173"/>
              <a:gd name="T18" fmla="*/ 231 w 262"/>
              <a:gd name="T19" fmla="*/ 16 h 173"/>
              <a:gd name="T20" fmla="*/ 193 w 262"/>
              <a:gd name="T21" fmla="*/ 0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62" h="173">
                <a:moveTo>
                  <a:pt x="193" y="0"/>
                </a:moveTo>
                <a:cubicBezTo>
                  <a:pt x="179" y="0"/>
                  <a:pt x="165" y="6"/>
                  <a:pt x="155" y="16"/>
                </a:cubicBezTo>
                <a:cubicBezTo>
                  <a:pt x="0" y="171"/>
                  <a:pt x="0" y="171"/>
                  <a:pt x="0" y="171"/>
                </a:cubicBezTo>
                <a:cubicBezTo>
                  <a:pt x="2" y="173"/>
                  <a:pt x="2" y="173"/>
                  <a:pt x="2" y="173"/>
                </a:cubicBezTo>
                <a:cubicBezTo>
                  <a:pt x="157" y="18"/>
                  <a:pt x="157" y="18"/>
                  <a:pt x="157" y="18"/>
                </a:cubicBezTo>
                <a:cubicBezTo>
                  <a:pt x="167" y="8"/>
                  <a:pt x="179" y="3"/>
                  <a:pt x="193" y="3"/>
                </a:cubicBezTo>
                <a:cubicBezTo>
                  <a:pt x="207" y="3"/>
                  <a:pt x="219" y="8"/>
                  <a:pt x="229" y="18"/>
                </a:cubicBezTo>
                <a:cubicBezTo>
                  <a:pt x="260" y="49"/>
                  <a:pt x="260" y="49"/>
                  <a:pt x="260" y="49"/>
                </a:cubicBezTo>
                <a:cubicBezTo>
                  <a:pt x="262" y="47"/>
                  <a:pt x="262" y="47"/>
                  <a:pt x="262" y="47"/>
                </a:cubicBezTo>
                <a:cubicBezTo>
                  <a:pt x="231" y="16"/>
                  <a:pt x="231" y="16"/>
                  <a:pt x="231" y="16"/>
                </a:cubicBezTo>
                <a:cubicBezTo>
                  <a:pt x="220" y="6"/>
                  <a:pt x="207" y="0"/>
                  <a:pt x="193" y="0"/>
                </a:cubicBezTo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13" name="Freeform 56">
            <a:extLst>
              <a:ext uri="{FF2B5EF4-FFF2-40B4-BE49-F238E27FC236}">
                <a16:creationId xmlns:a16="http://schemas.microsoft.com/office/drawing/2014/main" id="{BD8C4D0B-9465-FD49-1E60-7B82D1ED4AD8}"/>
              </a:ext>
            </a:extLst>
          </p:cNvPr>
          <p:cNvSpPr/>
          <p:nvPr/>
        </p:nvSpPr>
        <p:spPr>
          <a:xfrm>
            <a:off x="4630979" y="8198723"/>
            <a:ext cx="2689492" cy="3658136"/>
          </a:xfrm>
          <a:custGeom>
            <a:avLst/>
            <a:gdLst>
              <a:gd name="connsiteX0" fmla="*/ 0 w 1359438"/>
              <a:gd name="connsiteY0" fmla="*/ 0 h 1849051"/>
              <a:gd name="connsiteX1" fmla="*/ 1359438 w 1359438"/>
              <a:gd name="connsiteY1" fmla="*/ 0 h 1849051"/>
              <a:gd name="connsiteX2" fmla="*/ 1359438 w 1359438"/>
              <a:gd name="connsiteY2" fmla="*/ 1236649 h 1849051"/>
              <a:gd name="connsiteX3" fmla="*/ 1292892 w 1359438"/>
              <a:gd name="connsiteY3" fmla="*/ 1398365 h 1849051"/>
              <a:gd name="connsiteX4" fmla="*/ 969669 w 1359438"/>
              <a:gd name="connsiteY4" fmla="*/ 1721796 h 1849051"/>
              <a:gd name="connsiteX5" fmla="*/ 351743 w 1359438"/>
              <a:gd name="connsiteY5" fmla="*/ 1712283 h 1849051"/>
              <a:gd name="connsiteX6" fmla="*/ 57039 w 1359438"/>
              <a:gd name="connsiteY6" fmla="*/ 1398365 h 1849051"/>
              <a:gd name="connsiteX7" fmla="*/ 0 w 1359438"/>
              <a:gd name="connsiteY7" fmla="*/ 1246162 h 1849051"/>
              <a:gd name="connsiteX8" fmla="*/ 0 w 1359438"/>
              <a:gd name="connsiteY8" fmla="*/ 0 h 184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9438" h="1849051">
                <a:moveTo>
                  <a:pt x="0" y="0"/>
                </a:moveTo>
                <a:cubicBezTo>
                  <a:pt x="1359438" y="0"/>
                  <a:pt x="1359438" y="0"/>
                  <a:pt x="1359438" y="0"/>
                </a:cubicBezTo>
                <a:cubicBezTo>
                  <a:pt x="1359438" y="1236649"/>
                  <a:pt x="1359438" y="1236649"/>
                  <a:pt x="1359438" y="1236649"/>
                </a:cubicBezTo>
                <a:cubicBezTo>
                  <a:pt x="1359438" y="1303238"/>
                  <a:pt x="1330919" y="1360314"/>
                  <a:pt x="1292892" y="1398365"/>
                </a:cubicBezTo>
                <a:cubicBezTo>
                  <a:pt x="969669" y="1721796"/>
                  <a:pt x="969669" y="1721796"/>
                  <a:pt x="969669" y="1721796"/>
                </a:cubicBezTo>
                <a:cubicBezTo>
                  <a:pt x="798551" y="1893024"/>
                  <a:pt x="522861" y="1893024"/>
                  <a:pt x="351743" y="1712283"/>
                </a:cubicBezTo>
                <a:cubicBezTo>
                  <a:pt x="57039" y="1398365"/>
                  <a:pt x="57039" y="1398365"/>
                  <a:pt x="57039" y="1398365"/>
                </a:cubicBezTo>
                <a:cubicBezTo>
                  <a:pt x="19013" y="1360314"/>
                  <a:pt x="0" y="1303238"/>
                  <a:pt x="0" y="1246162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14" name="Oval 19">
            <a:extLst>
              <a:ext uri="{FF2B5EF4-FFF2-40B4-BE49-F238E27FC236}">
                <a16:creationId xmlns:a16="http://schemas.microsoft.com/office/drawing/2014/main" id="{157D2126-8EDF-E19E-17F5-38C159AB2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166" y="10477100"/>
            <a:ext cx="1111340" cy="1111340"/>
          </a:xfrm>
          <a:prstGeom prst="ellipse">
            <a:avLst/>
          </a:prstGeom>
          <a:solidFill>
            <a:schemeClr val="accent1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15" name="Freeform 61">
            <a:extLst>
              <a:ext uri="{FF2B5EF4-FFF2-40B4-BE49-F238E27FC236}">
                <a16:creationId xmlns:a16="http://schemas.microsoft.com/office/drawing/2014/main" id="{BDA8EBC4-F926-5716-BD4F-3926B6BF084C}"/>
              </a:ext>
            </a:extLst>
          </p:cNvPr>
          <p:cNvSpPr/>
          <p:nvPr/>
        </p:nvSpPr>
        <p:spPr>
          <a:xfrm>
            <a:off x="5634898" y="10721113"/>
            <a:ext cx="641871" cy="620651"/>
          </a:xfrm>
          <a:custGeom>
            <a:avLst/>
            <a:gdLst>
              <a:gd name="connsiteX0" fmla="*/ 162221 w 324442"/>
              <a:gd name="connsiteY0" fmla="*/ 0 h 313716"/>
              <a:gd name="connsiteX1" fmla="*/ 324442 w 324442"/>
              <a:gd name="connsiteY1" fmla="*/ 156858 h 313716"/>
              <a:gd name="connsiteX2" fmla="*/ 162221 w 324442"/>
              <a:gd name="connsiteY2" fmla="*/ 313716 h 313716"/>
              <a:gd name="connsiteX3" fmla="*/ 0 w 324442"/>
              <a:gd name="connsiteY3" fmla="*/ 156858 h 313716"/>
              <a:gd name="connsiteX4" fmla="*/ 162221 w 324442"/>
              <a:gd name="connsiteY4" fmla="*/ 0 h 3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4442" h="313716">
                <a:moveTo>
                  <a:pt x="162221" y="0"/>
                </a:moveTo>
                <a:cubicBezTo>
                  <a:pt x="251813" y="0"/>
                  <a:pt x="324442" y="70228"/>
                  <a:pt x="324442" y="156858"/>
                </a:cubicBezTo>
                <a:cubicBezTo>
                  <a:pt x="324442" y="243488"/>
                  <a:pt x="251813" y="313716"/>
                  <a:pt x="162221" y="313716"/>
                </a:cubicBezTo>
                <a:cubicBezTo>
                  <a:pt x="72629" y="313716"/>
                  <a:pt x="0" y="243488"/>
                  <a:pt x="0" y="156858"/>
                </a:cubicBezTo>
                <a:cubicBezTo>
                  <a:pt x="0" y="70228"/>
                  <a:pt x="72629" y="0"/>
                  <a:pt x="16222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18" name="Freeform 57">
            <a:extLst>
              <a:ext uri="{FF2B5EF4-FFF2-40B4-BE49-F238E27FC236}">
                <a16:creationId xmlns:a16="http://schemas.microsoft.com/office/drawing/2014/main" id="{6413487B-5B57-272A-7E71-495702205ABE}"/>
              </a:ext>
            </a:extLst>
          </p:cNvPr>
          <p:cNvSpPr/>
          <p:nvPr/>
        </p:nvSpPr>
        <p:spPr>
          <a:xfrm>
            <a:off x="8636043" y="8198723"/>
            <a:ext cx="2710710" cy="3658136"/>
          </a:xfrm>
          <a:custGeom>
            <a:avLst/>
            <a:gdLst>
              <a:gd name="connsiteX0" fmla="*/ 0 w 1370163"/>
              <a:gd name="connsiteY0" fmla="*/ 0 h 1849051"/>
              <a:gd name="connsiteX1" fmla="*/ 1370163 w 1370163"/>
              <a:gd name="connsiteY1" fmla="*/ 0 h 1849051"/>
              <a:gd name="connsiteX2" fmla="*/ 1370163 w 1370163"/>
              <a:gd name="connsiteY2" fmla="*/ 1236649 h 1849051"/>
              <a:gd name="connsiteX3" fmla="*/ 1294043 w 1370163"/>
              <a:gd name="connsiteY3" fmla="*/ 1398365 h 1849051"/>
              <a:gd name="connsiteX4" fmla="*/ 980047 w 1370163"/>
              <a:gd name="connsiteY4" fmla="*/ 1721796 h 1849051"/>
              <a:gd name="connsiteX5" fmla="*/ 361571 w 1370163"/>
              <a:gd name="connsiteY5" fmla="*/ 1712283 h 1849051"/>
              <a:gd name="connsiteX6" fmla="*/ 66605 w 1370163"/>
              <a:gd name="connsiteY6" fmla="*/ 1398365 h 1849051"/>
              <a:gd name="connsiteX7" fmla="*/ 0 w 1370163"/>
              <a:gd name="connsiteY7" fmla="*/ 1246162 h 1849051"/>
              <a:gd name="connsiteX8" fmla="*/ 0 w 1370163"/>
              <a:gd name="connsiteY8" fmla="*/ 0 h 184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70163" h="1849051">
                <a:moveTo>
                  <a:pt x="0" y="0"/>
                </a:moveTo>
                <a:cubicBezTo>
                  <a:pt x="1370163" y="0"/>
                  <a:pt x="1370163" y="0"/>
                  <a:pt x="1370163" y="0"/>
                </a:cubicBezTo>
                <a:cubicBezTo>
                  <a:pt x="1370163" y="1236649"/>
                  <a:pt x="1370163" y="1236649"/>
                  <a:pt x="1370163" y="1236649"/>
                </a:cubicBezTo>
                <a:cubicBezTo>
                  <a:pt x="1370163" y="1303238"/>
                  <a:pt x="1341618" y="1360314"/>
                  <a:pt x="1294043" y="1398365"/>
                </a:cubicBezTo>
                <a:cubicBezTo>
                  <a:pt x="980047" y="1721796"/>
                  <a:pt x="980047" y="1721796"/>
                  <a:pt x="980047" y="1721796"/>
                </a:cubicBezTo>
                <a:cubicBezTo>
                  <a:pt x="808777" y="1893024"/>
                  <a:pt x="523326" y="1893024"/>
                  <a:pt x="361571" y="1712283"/>
                </a:cubicBezTo>
                <a:cubicBezTo>
                  <a:pt x="66605" y="1398365"/>
                  <a:pt x="66605" y="1398365"/>
                  <a:pt x="66605" y="1398365"/>
                </a:cubicBezTo>
                <a:cubicBezTo>
                  <a:pt x="28545" y="1360314"/>
                  <a:pt x="0" y="1303238"/>
                  <a:pt x="0" y="1246162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19" name="Oval 7">
            <a:extLst>
              <a:ext uri="{FF2B5EF4-FFF2-40B4-BE49-F238E27FC236}">
                <a16:creationId xmlns:a16="http://schemas.microsoft.com/office/drawing/2014/main" id="{23125E1B-AC61-C5AC-1638-787197966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6447" y="10477100"/>
            <a:ext cx="1111340" cy="1111340"/>
          </a:xfrm>
          <a:prstGeom prst="ellipse">
            <a:avLst/>
          </a:prstGeom>
          <a:solidFill>
            <a:schemeClr val="accent2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20" name="Freeform 62">
            <a:extLst>
              <a:ext uri="{FF2B5EF4-FFF2-40B4-BE49-F238E27FC236}">
                <a16:creationId xmlns:a16="http://schemas.microsoft.com/office/drawing/2014/main" id="{55026AA3-B9A5-8BE8-EE39-008294D804EC}"/>
              </a:ext>
            </a:extLst>
          </p:cNvPr>
          <p:cNvSpPr/>
          <p:nvPr/>
        </p:nvSpPr>
        <p:spPr>
          <a:xfrm>
            <a:off x="9662505" y="10721113"/>
            <a:ext cx="639220" cy="620651"/>
          </a:xfrm>
          <a:custGeom>
            <a:avLst/>
            <a:gdLst>
              <a:gd name="connsiteX0" fmla="*/ 161551 w 323102"/>
              <a:gd name="connsiteY0" fmla="*/ 0 h 313716"/>
              <a:gd name="connsiteX1" fmla="*/ 323102 w 323102"/>
              <a:gd name="connsiteY1" fmla="*/ 156858 h 313716"/>
              <a:gd name="connsiteX2" fmla="*/ 161551 w 323102"/>
              <a:gd name="connsiteY2" fmla="*/ 313716 h 313716"/>
              <a:gd name="connsiteX3" fmla="*/ 0 w 323102"/>
              <a:gd name="connsiteY3" fmla="*/ 156858 h 313716"/>
              <a:gd name="connsiteX4" fmla="*/ 161551 w 323102"/>
              <a:gd name="connsiteY4" fmla="*/ 0 h 3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3102" h="313716">
                <a:moveTo>
                  <a:pt x="161551" y="0"/>
                </a:moveTo>
                <a:cubicBezTo>
                  <a:pt x="250773" y="0"/>
                  <a:pt x="323102" y="70228"/>
                  <a:pt x="323102" y="156858"/>
                </a:cubicBezTo>
                <a:cubicBezTo>
                  <a:pt x="323102" y="243488"/>
                  <a:pt x="250773" y="313716"/>
                  <a:pt x="161551" y="313716"/>
                </a:cubicBezTo>
                <a:cubicBezTo>
                  <a:pt x="72329" y="313716"/>
                  <a:pt x="0" y="243488"/>
                  <a:pt x="0" y="156858"/>
                </a:cubicBezTo>
                <a:cubicBezTo>
                  <a:pt x="0" y="70228"/>
                  <a:pt x="72329" y="0"/>
                  <a:pt x="16155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23" name="Freeform 58">
            <a:extLst>
              <a:ext uri="{FF2B5EF4-FFF2-40B4-BE49-F238E27FC236}">
                <a16:creationId xmlns:a16="http://schemas.microsoft.com/office/drawing/2014/main" id="{381D7F33-2FC3-B483-9E5F-49FB71443A79}"/>
              </a:ext>
            </a:extLst>
          </p:cNvPr>
          <p:cNvSpPr/>
          <p:nvPr/>
        </p:nvSpPr>
        <p:spPr>
          <a:xfrm>
            <a:off x="12699458" y="8198723"/>
            <a:ext cx="2692145" cy="3658136"/>
          </a:xfrm>
          <a:custGeom>
            <a:avLst/>
            <a:gdLst>
              <a:gd name="connsiteX0" fmla="*/ 0 w 1360779"/>
              <a:gd name="connsiteY0" fmla="*/ 0 h 1849051"/>
              <a:gd name="connsiteX1" fmla="*/ 1360779 w 1360779"/>
              <a:gd name="connsiteY1" fmla="*/ 0 h 1849051"/>
              <a:gd name="connsiteX2" fmla="*/ 1360779 w 1360779"/>
              <a:gd name="connsiteY2" fmla="*/ 1236649 h 1849051"/>
              <a:gd name="connsiteX3" fmla="*/ 1294168 w 1360779"/>
              <a:gd name="connsiteY3" fmla="*/ 1398365 h 1849051"/>
              <a:gd name="connsiteX4" fmla="*/ 970626 w 1360779"/>
              <a:gd name="connsiteY4" fmla="*/ 1721796 h 1849051"/>
              <a:gd name="connsiteX5" fmla="*/ 361605 w 1360779"/>
              <a:gd name="connsiteY5" fmla="*/ 1712283 h 1849051"/>
              <a:gd name="connsiteX6" fmla="*/ 66611 w 1360779"/>
              <a:gd name="connsiteY6" fmla="*/ 1398365 h 1849051"/>
              <a:gd name="connsiteX7" fmla="*/ 0 w 1360779"/>
              <a:gd name="connsiteY7" fmla="*/ 1246162 h 1849051"/>
              <a:gd name="connsiteX8" fmla="*/ 0 w 1360779"/>
              <a:gd name="connsiteY8" fmla="*/ 0 h 184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0779" h="1849051">
                <a:moveTo>
                  <a:pt x="0" y="0"/>
                </a:moveTo>
                <a:cubicBezTo>
                  <a:pt x="1360779" y="0"/>
                  <a:pt x="1360779" y="0"/>
                  <a:pt x="1360779" y="0"/>
                </a:cubicBezTo>
                <a:cubicBezTo>
                  <a:pt x="1360779" y="1236649"/>
                  <a:pt x="1360779" y="1236649"/>
                  <a:pt x="1360779" y="1236649"/>
                </a:cubicBezTo>
                <a:cubicBezTo>
                  <a:pt x="1360779" y="1303238"/>
                  <a:pt x="1341747" y="1360314"/>
                  <a:pt x="1294168" y="1398365"/>
                </a:cubicBezTo>
                <a:cubicBezTo>
                  <a:pt x="970626" y="1721796"/>
                  <a:pt x="970626" y="1721796"/>
                  <a:pt x="970626" y="1721796"/>
                </a:cubicBezTo>
                <a:cubicBezTo>
                  <a:pt x="799339" y="1893024"/>
                  <a:pt x="523376" y="1893024"/>
                  <a:pt x="361605" y="1712283"/>
                </a:cubicBezTo>
                <a:cubicBezTo>
                  <a:pt x="66611" y="1398365"/>
                  <a:pt x="66611" y="1398365"/>
                  <a:pt x="66611" y="1398365"/>
                </a:cubicBezTo>
                <a:cubicBezTo>
                  <a:pt x="19032" y="1360314"/>
                  <a:pt x="0" y="1303238"/>
                  <a:pt x="0" y="1246162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24" name="Oval 11">
            <a:extLst>
              <a:ext uri="{FF2B5EF4-FFF2-40B4-BE49-F238E27FC236}">
                <a16:creationId xmlns:a16="http://schemas.microsoft.com/office/drawing/2014/main" id="{3BFDC94A-A3F3-DF61-1C67-E8008CB51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89861" y="10477100"/>
            <a:ext cx="1111340" cy="1111340"/>
          </a:xfrm>
          <a:prstGeom prst="ellipse">
            <a:avLst/>
          </a:prstGeom>
          <a:solidFill>
            <a:schemeClr val="accent3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25" name="Freeform 63">
            <a:extLst>
              <a:ext uri="{FF2B5EF4-FFF2-40B4-BE49-F238E27FC236}">
                <a16:creationId xmlns:a16="http://schemas.microsoft.com/office/drawing/2014/main" id="{8FAA5822-92BD-2F63-EC15-001AA7A94606}"/>
              </a:ext>
            </a:extLst>
          </p:cNvPr>
          <p:cNvSpPr/>
          <p:nvPr/>
        </p:nvSpPr>
        <p:spPr>
          <a:xfrm>
            <a:off x="13743182" y="10710334"/>
            <a:ext cx="620651" cy="620651"/>
          </a:xfrm>
          <a:custGeom>
            <a:avLst/>
            <a:gdLst>
              <a:gd name="connsiteX0" fmla="*/ 156858 w 313716"/>
              <a:gd name="connsiteY0" fmla="*/ 0 h 313716"/>
              <a:gd name="connsiteX1" fmla="*/ 313716 w 313716"/>
              <a:gd name="connsiteY1" fmla="*/ 156858 h 313716"/>
              <a:gd name="connsiteX2" fmla="*/ 156858 w 313716"/>
              <a:gd name="connsiteY2" fmla="*/ 313716 h 313716"/>
              <a:gd name="connsiteX3" fmla="*/ 0 w 313716"/>
              <a:gd name="connsiteY3" fmla="*/ 156858 h 313716"/>
              <a:gd name="connsiteX4" fmla="*/ 156858 w 313716"/>
              <a:gd name="connsiteY4" fmla="*/ 0 h 3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716" h="313716">
                <a:moveTo>
                  <a:pt x="156858" y="0"/>
                </a:moveTo>
                <a:cubicBezTo>
                  <a:pt x="243488" y="0"/>
                  <a:pt x="313716" y="70228"/>
                  <a:pt x="313716" y="156858"/>
                </a:cubicBezTo>
                <a:cubicBezTo>
                  <a:pt x="313716" y="243488"/>
                  <a:pt x="243488" y="313716"/>
                  <a:pt x="156858" y="313716"/>
                </a:cubicBezTo>
                <a:cubicBezTo>
                  <a:pt x="70228" y="313716"/>
                  <a:pt x="0" y="243488"/>
                  <a:pt x="0" y="156858"/>
                </a:cubicBezTo>
                <a:cubicBezTo>
                  <a:pt x="0" y="70228"/>
                  <a:pt x="70228" y="0"/>
                  <a:pt x="156858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28" name="Freeform 59">
            <a:extLst>
              <a:ext uri="{FF2B5EF4-FFF2-40B4-BE49-F238E27FC236}">
                <a16:creationId xmlns:a16="http://schemas.microsoft.com/office/drawing/2014/main" id="{D963FFFC-D8B9-574C-FFB8-D4DE317D1D6C}"/>
              </a:ext>
            </a:extLst>
          </p:cNvPr>
          <p:cNvSpPr/>
          <p:nvPr/>
        </p:nvSpPr>
        <p:spPr>
          <a:xfrm>
            <a:off x="16744302" y="8198723"/>
            <a:ext cx="2689492" cy="3658136"/>
          </a:xfrm>
          <a:custGeom>
            <a:avLst/>
            <a:gdLst>
              <a:gd name="connsiteX0" fmla="*/ 0 w 1359438"/>
              <a:gd name="connsiteY0" fmla="*/ 0 h 1849051"/>
              <a:gd name="connsiteX1" fmla="*/ 1359438 w 1359438"/>
              <a:gd name="connsiteY1" fmla="*/ 0 h 1849051"/>
              <a:gd name="connsiteX2" fmla="*/ 1359438 w 1359438"/>
              <a:gd name="connsiteY2" fmla="*/ 1236649 h 1849051"/>
              <a:gd name="connsiteX3" fmla="*/ 1292892 w 1359438"/>
              <a:gd name="connsiteY3" fmla="*/ 1398365 h 1849051"/>
              <a:gd name="connsiteX4" fmla="*/ 969669 w 1359438"/>
              <a:gd name="connsiteY4" fmla="*/ 1721796 h 1849051"/>
              <a:gd name="connsiteX5" fmla="*/ 351743 w 1359438"/>
              <a:gd name="connsiteY5" fmla="*/ 1712283 h 1849051"/>
              <a:gd name="connsiteX6" fmla="*/ 66546 w 1359438"/>
              <a:gd name="connsiteY6" fmla="*/ 1398365 h 1849051"/>
              <a:gd name="connsiteX7" fmla="*/ 0 w 1359438"/>
              <a:gd name="connsiteY7" fmla="*/ 1246162 h 1849051"/>
              <a:gd name="connsiteX8" fmla="*/ 0 w 1359438"/>
              <a:gd name="connsiteY8" fmla="*/ 0 h 184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9438" h="1849051">
                <a:moveTo>
                  <a:pt x="0" y="0"/>
                </a:moveTo>
                <a:cubicBezTo>
                  <a:pt x="1359438" y="0"/>
                  <a:pt x="1359438" y="0"/>
                  <a:pt x="1359438" y="0"/>
                </a:cubicBezTo>
                <a:cubicBezTo>
                  <a:pt x="1359438" y="1236649"/>
                  <a:pt x="1359438" y="1236649"/>
                  <a:pt x="1359438" y="1236649"/>
                </a:cubicBezTo>
                <a:cubicBezTo>
                  <a:pt x="1359438" y="1303238"/>
                  <a:pt x="1340425" y="1360314"/>
                  <a:pt x="1292892" y="1398365"/>
                </a:cubicBezTo>
                <a:cubicBezTo>
                  <a:pt x="969669" y="1721796"/>
                  <a:pt x="969669" y="1721796"/>
                  <a:pt x="969669" y="1721796"/>
                </a:cubicBezTo>
                <a:cubicBezTo>
                  <a:pt x="798551" y="1893024"/>
                  <a:pt x="522861" y="1893024"/>
                  <a:pt x="351743" y="1712283"/>
                </a:cubicBezTo>
                <a:cubicBezTo>
                  <a:pt x="66546" y="1398365"/>
                  <a:pt x="66546" y="1398365"/>
                  <a:pt x="66546" y="1398365"/>
                </a:cubicBezTo>
                <a:cubicBezTo>
                  <a:pt x="19013" y="1360314"/>
                  <a:pt x="0" y="1303238"/>
                  <a:pt x="0" y="1246162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29" name="Oval 15">
            <a:extLst>
              <a:ext uri="{FF2B5EF4-FFF2-40B4-BE49-F238E27FC236}">
                <a16:creationId xmlns:a16="http://schemas.microsoft.com/office/drawing/2014/main" id="{C951E406-8FE1-1568-7839-C962CAC0B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4708" y="10477100"/>
            <a:ext cx="1111340" cy="1111340"/>
          </a:xfrm>
          <a:prstGeom prst="ellipse">
            <a:avLst/>
          </a:prstGeom>
          <a:solidFill>
            <a:schemeClr val="accent4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30" name="Freeform 64">
            <a:extLst>
              <a:ext uri="{FF2B5EF4-FFF2-40B4-BE49-F238E27FC236}">
                <a16:creationId xmlns:a16="http://schemas.microsoft.com/office/drawing/2014/main" id="{BA000B17-76FB-4566-232E-5C2ACC5FF9E4}"/>
              </a:ext>
            </a:extLst>
          </p:cNvPr>
          <p:cNvSpPr/>
          <p:nvPr/>
        </p:nvSpPr>
        <p:spPr>
          <a:xfrm>
            <a:off x="17778723" y="10710334"/>
            <a:ext cx="620651" cy="620651"/>
          </a:xfrm>
          <a:custGeom>
            <a:avLst/>
            <a:gdLst>
              <a:gd name="connsiteX0" fmla="*/ 156858 w 313716"/>
              <a:gd name="connsiteY0" fmla="*/ 0 h 313716"/>
              <a:gd name="connsiteX1" fmla="*/ 313716 w 313716"/>
              <a:gd name="connsiteY1" fmla="*/ 156858 h 313716"/>
              <a:gd name="connsiteX2" fmla="*/ 156858 w 313716"/>
              <a:gd name="connsiteY2" fmla="*/ 313716 h 313716"/>
              <a:gd name="connsiteX3" fmla="*/ 0 w 313716"/>
              <a:gd name="connsiteY3" fmla="*/ 156858 h 313716"/>
              <a:gd name="connsiteX4" fmla="*/ 156858 w 313716"/>
              <a:gd name="connsiteY4" fmla="*/ 0 h 3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716" h="313716">
                <a:moveTo>
                  <a:pt x="156858" y="0"/>
                </a:moveTo>
                <a:cubicBezTo>
                  <a:pt x="243488" y="0"/>
                  <a:pt x="313716" y="70228"/>
                  <a:pt x="313716" y="156858"/>
                </a:cubicBezTo>
                <a:cubicBezTo>
                  <a:pt x="313716" y="243488"/>
                  <a:pt x="243488" y="313716"/>
                  <a:pt x="156858" y="313716"/>
                </a:cubicBezTo>
                <a:cubicBezTo>
                  <a:pt x="70228" y="313716"/>
                  <a:pt x="0" y="243488"/>
                  <a:pt x="0" y="156858"/>
                </a:cubicBezTo>
                <a:cubicBezTo>
                  <a:pt x="0" y="70228"/>
                  <a:pt x="70228" y="0"/>
                  <a:pt x="156858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5B5AFB9-C743-5CA3-5577-E2C776FFC26D}"/>
              </a:ext>
            </a:extLst>
          </p:cNvPr>
          <p:cNvGrpSpPr/>
          <p:nvPr/>
        </p:nvGrpSpPr>
        <p:grpSpPr>
          <a:xfrm>
            <a:off x="4535494" y="3718885"/>
            <a:ext cx="2936161" cy="2954730"/>
            <a:chOff x="2292523" y="1851522"/>
            <a:chExt cx="1484120" cy="1493506"/>
          </a:xfrm>
        </p:grpSpPr>
        <p:sp>
          <p:nvSpPr>
            <p:cNvPr id="33" name="Freeform 49">
              <a:extLst>
                <a:ext uri="{FF2B5EF4-FFF2-40B4-BE49-F238E27FC236}">
                  <a16:creationId xmlns:a16="http://schemas.microsoft.com/office/drawing/2014/main" id="{9732A493-CEA0-3404-C8EF-E4875EDCFEE5}"/>
                </a:ext>
              </a:extLst>
            </p:cNvPr>
            <p:cNvSpPr/>
            <p:nvPr/>
          </p:nvSpPr>
          <p:spPr>
            <a:xfrm>
              <a:off x="2292523" y="1851522"/>
              <a:ext cx="1484120" cy="1493506"/>
            </a:xfrm>
            <a:custGeom>
              <a:avLst/>
              <a:gdLst>
                <a:gd name="connsiteX0" fmla="*/ 742060 w 1484120"/>
                <a:gd name="connsiteY0" fmla="*/ 0 h 1493506"/>
                <a:gd name="connsiteX1" fmla="*/ 1484120 w 1484120"/>
                <a:gd name="connsiteY1" fmla="*/ 746753 h 1493506"/>
                <a:gd name="connsiteX2" fmla="*/ 742060 w 1484120"/>
                <a:gd name="connsiteY2" fmla="*/ 1493506 h 1493506"/>
                <a:gd name="connsiteX3" fmla="*/ 0 w 1484120"/>
                <a:gd name="connsiteY3" fmla="*/ 746753 h 1493506"/>
                <a:gd name="connsiteX4" fmla="*/ 742060 w 1484120"/>
                <a:gd name="connsiteY4" fmla="*/ 0 h 149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4120" h="1493506">
                  <a:moveTo>
                    <a:pt x="742060" y="0"/>
                  </a:moveTo>
                  <a:cubicBezTo>
                    <a:pt x="1151888" y="0"/>
                    <a:pt x="1484120" y="334333"/>
                    <a:pt x="1484120" y="746753"/>
                  </a:cubicBezTo>
                  <a:cubicBezTo>
                    <a:pt x="1484120" y="1159173"/>
                    <a:pt x="1151888" y="1493506"/>
                    <a:pt x="742060" y="1493506"/>
                  </a:cubicBezTo>
                  <a:cubicBezTo>
                    <a:pt x="332232" y="1493506"/>
                    <a:pt x="0" y="1159173"/>
                    <a:pt x="0" y="746753"/>
                  </a:cubicBezTo>
                  <a:cubicBezTo>
                    <a:pt x="0" y="334333"/>
                    <a:pt x="332232" y="0"/>
                    <a:pt x="74206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E7A3480E-F7D7-5B76-9B92-6BBB65B623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30063" y="1899787"/>
              <a:ext cx="1407702" cy="1398318"/>
            </a:xfrm>
            <a:custGeom>
              <a:avLst/>
              <a:gdLst>
                <a:gd name="T0" fmla="*/ 74 w 148"/>
                <a:gd name="T1" fmla="*/ 0 h 147"/>
                <a:gd name="T2" fmla="*/ 0 w 148"/>
                <a:gd name="T3" fmla="*/ 74 h 147"/>
                <a:gd name="T4" fmla="*/ 74 w 148"/>
                <a:gd name="T5" fmla="*/ 147 h 147"/>
                <a:gd name="T6" fmla="*/ 148 w 148"/>
                <a:gd name="T7" fmla="*/ 74 h 147"/>
                <a:gd name="T8" fmla="*/ 74 w 148"/>
                <a:gd name="T9" fmla="*/ 0 h 147"/>
                <a:gd name="T10" fmla="*/ 74 w 148"/>
                <a:gd name="T11" fmla="*/ 118 h 147"/>
                <a:gd name="T12" fmla="*/ 30 w 148"/>
                <a:gd name="T13" fmla="*/ 74 h 147"/>
                <a:gd name="T14" fmla="*/ 74 w 148"/>
                <a:gd name="T15" fmla="*/ 29 h 147"/>
                <a:gd name="T16" fmla="*/ 118 w 148"/>
                <a:gd name="T17" fmla="*/ 74 h 147"/>
                <a:gd name="T18" fmla="*/ 74 w 148"/>
                <a:gd name="T19" fmla="*/ 11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8" h="147">
                  <a:moveTo>
                    <a:pt x="74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14"/>
                    <a:pt x="33" y="147"/>
                    <a:pt x="74" y="147"/>
                  </a:cubicBezTo>
                  <a:cubicBezTo>
                    <a:pt x="115" y="147"/>
                    <a:pt x="148" y="114"/>
                    <a:pt x="148" y="74"/>
                  </a:cubicBezTo>
                  <a:cubicBezTo>
                    <a:pt x="148" y="33"/>
                    <a:pt x="115" y="0"/>
                    <a:pt x="74" y="0"/>
                  </a:cubicBezTo>
                  <a:close/>
                  <a:moveTo>
                    <a:pt x="74" y="118"/>
                  </a:moveTo>
                  <a:cubicBezTo>
                    <a:pt x="49" y="118"/>
                    <a:pt x="30" y="98"/>
                    <a:pt x="30" y="74"/>
                  </a:cubicBezTo>
                  <a:cubicBezTo>
                    <a:pt x="30" y="49"/>
                    <a:pt x="49" y="29"/>
                    <a:pt x="74" y="29"/>
                  </a:cubicBezTo>
                  <a:cubicBezTo>
                    <a:pt x="99" y="29"/>
                    <a:pt x="118" y="49"/>
                    <a:pt x="118" y="74"/>
                  </a:cubicBezTo>
                  <a:cubicBezTo>
                    <a:pt x="118" y="98"/>
                    <a:pt x="99" y="118"/>
                    <a:pt x="74" y="118"/>
                  </a:cubicBezTo>
                  <a:close/>
                </a:path>
              </a:pathLst>
            </a:custGeom>
            <a:solidFill>
              <a:schemeClr val="accent1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FB1AECD-9310-C12D-0D21-4FFC7E76C5A4}"/>
              </a:ext>
            </a:extLst>
          </p:cNvPr>
          <p:cNvGrpSpPr/>
          <p:nvPr/>
        </p:nvGrpSpPr>
        <p:grpSpPr>
          <a:xfrm>
            <a:off x="8487509" y="3718885"/>
            <a:ext cx="2952075" cy="2954730"/>
            <a:chOff x="4290119" y="1851522"/>
            <a:chExt cx="1492164" cy="1493506"/>
          </a:xfrm>
        </p:grpSpPr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02F44693-8FC3-E276-C8C2-C116BA050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644" y="2973663"/>
              <a:ext cx="113957" cy="115298"/>
            </a:xfrm>
            <a:custGeom>
              <a:avLst/>
              <a:gdLst>
                <a:gd name="T0" fmla="*/ 2 w 12"/>
                <a:gd name="T1" fmla="*/ 0 h 12"/>
                <a:gd name="T2" fmla="*/ 12 w 12"/>
                <a:gd name="T3" fmla="*/ 11 h 12"/>
                <a:gd name="T4" fmla="*/ 11 w 12"/>
                <a:gd name="T5" fmla="*/ 12 h 12"/>
                <a:gd name="T6" fmla="*/ 0 w 12"/>
                <a:gd name="T7" fmla="*/ 2 h 12"/>
                <a:gd name="T8" fmla="*/ 2 w 12"/>
                <a:gd name="T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" h="12">
                  <a:moveTo>
                    <a:pt x="2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12" y="11"/>
                    <a:pt x="11" y="12"/>
                    <a:pt x="11" y="12"/>
                  </a:cubicBezTo>
                  <a:cubicBezTo>
                    <a:pt x="0" y="2"/>
                    <a:pt x="0" y="2"/>
                    <a:pt x="0" y="2"/>
                  </a:cubicBezTo>
                  <a:lnTo>
                    <a:pt x="2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38" name="Freeform 50">
              <a:extLst>
                <a:ext uri="{FF2B5EF4-FFF2-40B4-BE49-F238E27FC236}">
                  <a16:creationId xmlns:a16="http://schemas.microsoft.com/office/drawing/2014/main" id="{7652ACEC-1461-6D32-F0DE-06119C8D37C5}"/>
                </a:ext>
              </a:extLst>
            </p:cNvPr>
            <p:cNvSpPr/>
            <p:nvPr/>
          </p:nvSpPr>
          <p:spPr>
            <a:xfrm>
              <a:off x="4290119" y="1851522"/>
              <a:ext cx="1492164" cy="1493506"/>
            </a:xfrm>
            <a:custGeom>
              <a:avLst/>
              <a:gdLst>
                <a:gd name="connsiteX0" fmla="*/ 746082 w 1492164"/>
                <a:gd name="connsiteY0" fmla="*/ 0 h 1493506"/>
                <a:gd name="connsiteX1" fmla="*/ 1492164 w 1492164"/>
                <a:gd name="connsiteY1" fmla="*/ 746753 h 1493506"/>
                <a:gd name="connsiteX2" fmla="*/ 746082 w 1492164"/>
                <a:gd name="connsiteY2" fmla="*/ 1493506 h 1493506"/>
                <a:gd name="connsiteX3" fmla="*/ 0 w 1492164"/>
                <a:gd name="connsiteY3" fmla="*/ 746753 h 1493506"/>
                <a:gd name="connsiteX4" fmla="*/ 746082 w 1492164"/>
                <a:gd name="connsiteY4" fmla="*/ 0 h 149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2164" h="1493506">
                  <a:moveTo>
                    <a:pt x="746082" y="0"/>
                  </a:moveTo>
                  <a:cubicBezTo>
                    <a:pt x="1158132" y="0"/>
                    <a:pt x="1492164" y="334333"/>
                    <a:pt x="1492164" y="746753"/>
                  </a:cubicBezTo>
                  <a:cubicBezTo>
                    <a:pt x="1492164" y="1159173"/>
                    <a:pt x="1158132" y="1493506"/>
                    <a:pt x="746082" y="1493506"/>
                  </a:cubicBezTo>
                  <a:cubicBezTo>
                    <a:pt x="334032" y="1493506"/>
                    <a:pt x="0" y="1159173"/>
                    <a:pt x="0" y="746753"/>
                  </a:cubicBezTo>
                  <a:cubicBezTo>
                    <a:pt x="0" y="334333"/>
                    <a:pt x="334032" y="0"/>
                    <a:pt x="7460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FDBFEB34-514A-43AB-64EB-560C52433F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6428" y="1899787"/>
              <a:ext cx="1398318" cy="1398318"/>
            </a:xfrm>
            <a:custGeom>
              <a:avLst/>
              <a:gdLst>
                <a:gd name="T0" fmla="*/ 73 w 147"/>
                <a:gd name="T1" fmla="*/ 0 h 147"/>
                <a:gd name="T2" fmla="*/ 23 w 147"/>
                <a:gd name="T3" fmla="*/ 20 h 147"/>
                <a:gd name="T4" fmla="*/ 21 w 147"/>
                <a:gd name="T5" fmla="*/ 22 h 147"/>
                <a:gd name="T6" fmla="*/ 0 w 147"/>
                <a:gd name="T7" fmla="*/ 74 h 147"/>
                <a:gd name="T8" fmla="*/ 73 w 147"/>
                <a:gd name="T9" fmla="*/ 147 h 147"/>
                <a:gd name="T10" fmla="*/ 126 w 147"/>
                <a:gd name="T11" fmla="*/ 125 h 147"/>
                <a:gd name="T12" fmla="*/ 127 w 147"/>
                <a:gd name="T13" fmla="*/ 124 h 147"/>
                <a:gd name="T14" fmla="*/ 147 w 147"/>
                <a:gd name="T15" fmla="*/ 74 h 147"/>
                <a:gd name="T16" fmla="*/ 73 w 147"/>
                <a:gd name="T17" fmla="*/ 0 h 147"/>
                <a:gd name="T18" fmla="*/ 73 w 147"/>
                <a:gd name="T19" fmla="*/ 118 h 147"/>
                <a:gd name="T20" fmla="*/ 29 w 147"/>
                <a:gd name="T21" fmla="*/ 74 h 147"/>
                <a:gd name="T22" fmla="*/ 73 w 147"/>
                <a:gd name="T23" fmla="*/ 29 h 147"/>
                <a:gd name="T24" fmla="*/ 118 w 147"/>
                <a:gd name="T25" fmla="*/ 74 h 147"/>
                <a:gd name="T26" fmla="*/ 73 w 147"/>
                <a:gd name="T27" fmla="*/ 11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7" h="147">
                  <a:moveTo>
                    <a:pt x="73" y="0"/>
                  </a:moveTo>
                  <a:cubicBezTo>
                    <a:pt x="54" y="0"/>
                    <a:pt x="36" y="8"/>
                    <a:pt x="23" y="20"/>
                  </a:cubicBezTo>
                  <a:cubicBezTo>
                    <a:pt x="22" y="21"/>
                    <a:pt x="22" y="21"/>
                    <a:pt x="21" y="22"/>
                  </a:cubicBezTo>
                  <a:cubicBezTo>
                    <a:pt x="8" y="35"/>
                    <a:pt x="0" y="53"/>
                    <a:pt x="0" y="74"/>
                  </a:cubicBezTo>
                  <a:cubicBezTo>
                    <a:pt x="0" y="114"/>
                    <a:pt x="33" y="147"/>
                    <a:pt x="73" y="147"/>
                  </a:cubicBezTo>
                  <a:cubicBezTo>
                    <a:pt x="94" y="147"/>
                    <a:pt x="112" y="139"/>
                    <a:pt x="126" y="125"/>
                  </a:cubicBezTo>
                  <a:cubicBezTo>
                    <a:pt x="126" y="125"/>
                    <a:pt x="127" y="124"/>
                    <a:pt x="127" y="124"/>
                  </a:cubicBezTo>
                  <a:cubicBezTo>
                    <a:pt x="140" y="110"/>
                    <a:pt x="147" y="93"/>
                    <a:pt x="147" y="74"/>
                  </a:cubicBezTo>
                  <a:cubicBezTo>
                    <a:pt x="147" y="33"/>
                    <a:pt x="114" y="0"/>
                    <a:pt x="73" y="0"/>
                  </a:cubicBezTo>
                  <a:close/>
                  <a:moveTo>
                    <a:pt x="73" y="118"/>
                  </a:moveTo>
                  <a:cubicBezTo>
                    <a:pt x="49" y="118"/>
                    <a:pt x="29" y="98"/>
                    <a:pt x="29" y="74"/>
                  </a:cubicBezTo>
                  <a:cubicBezTo>
                    <a:pt x="29" y="49"/>
                    <a:pt x="49" y="29"/>
                    <a:pt x="73" y="29"/>
                  </a:cubicBezTo>
                  <a:cubicBezTo>
                    <a:pt x="98" y="29"/>
                    <a:pt x="118" y="49"/>
                    <a:pt x="118" y="74"/>
                  </a:cubicBezTo>
                  <a:cubicBezTo>
                    <a:pt x="118" y="98"/>
                    <a:pt x="98" y="118"/>
                    <a:pt x="73" y="118"/>
                  </a:cubicBezTo>
                  <a:close/>
                </a:path>
              </a:pathLst>
            </a:custGeom>
            <a:solidFill>
              <a:schemeClr val="accent2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14C8A73-7D38-D82F-2C65-3E6DF5745CEB}"/>
              </a:ext>
            </a:extLst>
          </p:cNvPr>
          <p:cNvGrpSpPr/>
          <p:nvPr/>
        </p:nvGrpSpPr>
        <p:grpSpPr>
          <a:xfrm>
            <a:off x="12511137" y="3718885"/>
            <a:ext cx="2954730" cy="2954730"/>
            <a:chOff x="6323913" y="1851522"/>
            <a:chExt cx="1493506" cy="1493506"/>
          </a:xfrm>
        </p:grpSpPr>
        <p:sp>
          <p:nvSpPr>
            <p:cNvPr id="42" name="Freeform 51">
              <a:extLst>
                <a:ext uri="{FF2B5EF4-FFF2-40B4-BE49-F238E27FC236}">
                  <a16:creationId xmlns:a16="http://schemas.microsoft.com/office/drawing/2014/main" id="{256D6FA6-0DF2-F633-08D4-D1392DAC37CD}"/>
                </a:ext>
              </a:extLst>
            </p:cNvPr>
            <p:cNvSpPr/>
            <p:nvPr/>
          </p:nvSpPr>
          <p:spPr>
            <a:xfrm>
              <a:off x="6323913" y="1851522"/>
              <a:ext cx="1493506" cy="1493506"/>
            </a:xfrm>
            <a:custGeom>
              <a:avLst/>
              <a:gdLst>
                <a:gd name="connsiteX0" fmla="*/ 746753 w 1493506"/>
                <a:gd name="connsiteY0" fmla="*/ 0 h 1493506"/>
                <a:gd name="connsiteX1" fmla="*/ 1493506 w 1493506"/>
                <a:gd name="connsiteY1" fmla="*/ 746753 h 1493506"/>
                <a:gd name="connsiteX2" fmla="*/ 746753 w 1493506"/>
                <a:gd name="connsiteY2" fmla="*/ 1493506 h 1493506"/>
                <a:gd name="connsiteX3" fmla="*/ 0 w 1493506"/>
                <a:gd name="connsiteY3" fmla="*/ 746753 h 1493506"/>
                <a:gd name="connsiteX4" fmla="*/ 746753 w 1493506"/>
                <a:gd name="connsiteY4" fmla="*/ 0 h 149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3506" h="1493506">
                  <a:moveTo>
                    <a:pt x="746753" y="0"/>
                  </a:moveTo>
                  <a:cubicBezTo>
                    <a:pt x="1159173" y="0"/>
                    <a:pt x="1493506" y="334333"/>
                    <a:pt x="1493506" y="746753"/>
                  </a:cubicBezTo>
                  <a:cubicBezTo>
                    <a:pt x="1493506" y="1159173"/>
                    <a:pt x="1159173" y="1493506"/>
                    <a:pt x="746753" y="1493506"/>
                  </a:cubicBezTo>
                  <a:cubicBezTo>
                    <a:pt x="334333" y="1493506"/>
                    <a:pt x="0" y="1159173"/>
                    <a:pt x="0" y="746753"/>
                  </a:cubicBezTo>
                  <a:cubicBezTo>
                    <a:pt x="0" y="334333"/>
                    <a:pt x="334333" y="0"/>
                    <a:pt x="74675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9E9195DF-AE98-554C-3DDE-14EFD32901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1563" y="1899787"/>
              <a:ext cx="1398318" cy="1398318"/>
            </a:xfrm>
            <a:custGeom>
              <a:avLst/>
              <a:gdLst>
                <a:gd name="T0" fmla="*/ 128 w 147"/>
                <a:gd name="T1" fmla="*/ 24 h 147"/>
                <a:gd name="T2" fmla="*/ 126 w 147"/>
                <a:gd name="T3" fmla="*/ 23 h 147"/>
                <a:gd name="T4" fmla="*/ 73 w 147"/>
                <a:gd name="T5" fmla="*/ 0 h 147"/>
                <a:gd name="T6" fmla="*/ 0 w 147"/>
                <a:gd name="T7" fmla="*/ 74 h 147"/>
                <a:gd name="T8" fmla="*/ 22 w 147"/>
                <a:gd name="T9" fmla="*/ 126 h 147"/>
                <a:gd name="T10" fmla="*/ 24 w 147"/>
                <a:gd name="T11" fmla="*/ 128 h 147"/>
                <a:gd name="T12" fmla="*/ 73 w 147"/>
                <a:gd name="T13" fmla="*/ 147 h 147"/>
                <a:gd name="T14" fmla="*/ 147 w 147"/>
                <a:gd name="T15" fmla="*/ 74 h 147"/>
                <a:gd name="T16" fmla="*/ 128 w 147"/>
                <a:gd name="T17" fmla="*/ 24 h 147"/>
                <a:gd name="T18" fmla="*/ 73 w 147"/>
                <a:gd name="T19" fmla="*/ 118 h 147"/>
                <a:gd name="T20" fmla="*/ 45 w 147"/>
                <a:gd name="T21" fmla="*/ 107 h 147"/>
                <a:gd name="T22" fmla="*/ 45 w 147"/>
                <a:gd name="T23" fmla="*/ 107 h 147"/>
                <a:gd name="T24" fmla="*/ 43 w 147"/>
                <a:gd name="T25" fmla="*/ 106 h 147"/>
                <a:gd name="T26" fmla="*/ 43 w 147"/>
                <a:gd name="T27" fmla="*/ 106 h 147"/>
                <a:gd name="T28" fmla="*/ 29 w 147"/>
                <a:gd name="T29" fmla="*/ 74 h 147"/>
                <a:gd name="T30" fmla="*/ 73 w 147"/>
                <a:gd name="T31" fmla="*/ 29 h 147"/>
                <a:gd name="T32" fmla="*/ 105 w 147"/>
                <a:gd name="T33" fmla="*/ 43 h 147"/>
                <a:gd name="T34" fmla="*/ 106 w 147"/>
                <a:gd name="T35" fmla="*/ 43 h 147"/>
                <a:gd name="T36" fmla="*/ 107 w 147"/>
                <a:gd name="T37" fmla="*/ 45 h 147"/>
                <a:gd name="T38" fmla="*/ 108 w 147"/>
                <a:gd name="T39" fmla="*/ 45 h 147"/>
                <a:gd name="T40" fmla="*/ 118 w 147"/>
                <a:gd name="T41" fmla="*/ 74 h 147"/>
                <a:gd name="T42" fmla="*/ 73 w 147"/>
                <a:gd name="T43" fmla="*/ 11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7" h="147">
                  <a:moveTo>
                    <a:pt x="128" y="24"/>
                  </a:moveTo>
                  <a:cubicBezTo>
                    <a:pt x="128" y="24"/>
                    <a:pt x="127" y="23"/>
                    <a:pt x="126" y="23"/>
                  </a:cubicBezTo>
                  <a:cubicBezTo>
                    <a:pt x="113" y="9"/>
                    <a:pt x="94" y="0"/>
                    <a:pt x="73" y="0"/>
                  </a:cubicBezTo>
                  <a:cubicBezTo>
                    <a:pt x="33" y="0"/>
                    <a:pt x="0" y="33"/>
                    <a:pt x="0" y="74"/>
                  </a:cubicBezTo>
                  <a:cubicBezTo>
                    <a:pt x="0" y="94"/>
                    <a:pt x="8" y="113"/>
                    <a:pt x="22" y="126"/>
                  </a:cubicBezTo>
                  <a:cubicBezTo>
                    <a:pt x="23" y="127"/>
                    <a:pt x="23" y="128"/>
                    <a:pt x="24" y="128"/>
                  </a:cubicBezTo>
                  <a:cubicBezTo>
                    <a:pt x="37" y="140"/>
                    <a:pt x="54" y="147"/>
                    <a:pt x="73" y="147"/>
                  </a:cubicBezTo>
                  <a:cubicBezTo>
                    <a:pt x="114" y="147"/>
                    <a:pt x="147" y="114"/>
                    <a:pt x="147" y="74"/>
                  </a:cubicBezTo>
                  <a:cubicBezTo>
                    <a:pt x="147" y="55"/>
                    <a:pt x="140" y="37"/>
                    <a:pt x="128" y="24"/>
                  </a:cubicBezTo>
                  <a:close/>
                  <a:moveTo>
                    <a:pt x="73" y="118"/>
                  </a:moveTo>
                  <a:cubicBezTo>
                    <a:pt x="62" y="118"/>
                    <a:pt x="52" y="114"/>
                    <a:pt x="45" y="10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4" y="107"/>
                    <a:pt x="43" y="106"/>
                    <a:pt x="43" y="106"/>
                  </a:cubicBezTo>
                  <a:cubicBezTo>
                    <a:pt x="43" y="106"/>
                    <a:pt x="43" y="106"/>
                    <a:pt x="43" y="106"/>
                  </a:cubicBezTo>
                  <a:cubicBezTo>
                    <a:pt x="34" y="98"/>
                    <a:pt x="29" y="86"/>
                    <a:pt x="29" y="74"/>
                  </a:cubicBezTo>
                  <a:cubicBezTo>
                    <a:pt x="29" y="49"/>
                    <a:pt x="49" y="29"/>
                    <a:pt x="73" y="29"/>
                  </a:cubicBezTo>
                  <a:cubicBezTo>
                    <a:pt x="86" y="29"/>
                    <a:pt x="97" y="34"/>
                    <a:pt x="105" y="43"/>
                  </a:cubicBezTo>
                  <a:cubicBezTo>
                    <a:pt x="106" y="43"/>
                    <a:pt x="106" y="43"/>
                    <a:pt x="106" y="43"/>
                  </a:cubicBezTo>
                  <a:cubicBezTo>
                    <a:pt x="106" y="44"/>
                    <a:pt x="107" y="44"/>
                    <a:pt x="107" y="45"/>
                  </a:cubicBezTo>
                  <a:cubicBezTo>
                    <a:pt x="108" y="45"/>
                    <a:pt x="108" y="45"/>
                    <a:pt x="108" y="45"/>
                  </a:cubicBezTo>
                  <a:cubicBezTo>
                    <a:pt x="114" y="53"/>
                    <a:pt x="118" y="63"/>
                    <a:pt x="118" y="74"/>
                  </a:cubicBezTo>
                  <a:cubicBezTo>
                    <a:pt x="118" y="98"/>
                    <a:pt x="98" y="118"/>
                    <a:pt x="73" y="118"/>
                  </a:cubicBezTo>
                  <a:close/>
                </a:path>
              </a:pathLst>
            </a:custGeom>
            <a:solidFill>
              <a:schemeClr val="accent3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9184C8-62A1-7A67-0BDF-363C3607DEC0}"/>
              </a:ext>
            </a:extLst>
          </p:cNvPr>
          <p:cNvGrpSpPr/>
          <p:nvPr/>
        </p:nvGrpSpPr>
        <p:grpSpPr>
          <a:xfrm>
            <a:off x="16614336" y="3718885"/>
            <a:ext cx="2933510" cy="2954730"/>
            <a:chOff x="8397927" y="1851522"/>
            <a:chExt cx="1482780" cy="1493506"/>
          </a:xfrm>
        </p:grpSpPr>
        <p:sp>
          <p:nvSpPr>
            <p:cNvPr id="46" name="Freeform 54">
              <a:extLst>
                <a:ext uri="{FF2B5EF4-FFF2-40B4-BE49-F238E27FC236}">
                  <a16:creationId xmlns:a16="http://schemas.microsoft.com/office/drawing/2014/main" id="{7029EF9D-0333-2983-3199-556E67FB7085}"/>
                </a:ext>
              </a:extLst>
            </p:cNvPr>
            <p:cNvSpPr/>
            <p:nvPr/>
          </p:nvSpPr>
          <p:spPr>
            <a:xfrm>
              <a:off x="8397927" y="1851522"/>
              <a:ext cx="1482780" cy="1493506"/>
            </a:xfrm>
            <a:custGeom>
              <a:avLst/>
              <a:gdLst>
                <a:gd name="connsiteX0" fmla="*/ 741390 w 1482780"/>
                <a:gd name="connsiteY0" fmla="*/ 0 h 1493506"/>
                <a:gd name="connsiteX1" fmla="*/ 1482780 w 1482780"/>
                <a:gd name="connsiteY1" fmla="*/ 746753 h 1493506"/>
                <a:gd name="connsiteX2" fmla="*/ 741390 w 1482780"/>
                <a:gd name="connsiteY2" fmla="*/ 1493506 h 1493506"/>
                <a:gd name="connsiteX3" fmla="*/ 0 w 1482780"/>
                <a:gd name="connsiteY3" fmla="*/ 746753 h 1493506"/>
                <a:gd name="connsiteX4" fmla="*/ 741390 w 1482780"/>
                <a:gd name="connsiteY4" fmla="*/ 0 h 1493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82780" h="1493506">
                  <a:moveTo>
                    <a:pt x="741390" y="0"/>
                  </a:moveTo>
                  <a:cubicBezTo>
                    <a:pt x="1150848" y="0"/>
                    <a:pt x="1482780" y="334333"/>
                    <a:pt x="1482780" y="746753"/>
                  </a:cubicBezTo>
                  <a:cubicBezTo>
                    <a:pt x="1482780" y="1159173"/>
                    <a:pt x="1150848" y="1493506"/>
                    <a:pt x="741390" y="1493506"/>
                  </a:cubicBezTo>
                  <a:cubicBezTo>
                    <a:pt x="331932" y="1493506"/>
                    <a:pt x="0" y="1159173"/>
                    <a:pt x="0" y="746753"/>
                  </a:cubicBezTo>
                  <a:cubicBezTo>
                    <a:pt x="0" y="334333"/>
                    <a:pt x="331932" y="0"/>
                    <a:pt x="74139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6C5F113C-CE8F-FD4A-6505-A9FFA57A0C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35467" y="1899787"/>
              <a:ext cx="1398318" cy="1398318"/>
            </a:xfrm>
            <a:custGeom>
              <a:avLst/>
              <a:gdLst>
                <a:gd name="T0" fmla="*/ 74 w 147"/>
                <a:gd name="T1" fmla="*/ 0 h 147"/>
                <a:gd name="T2" fmla="*/ 0 w 147"/>
                <a:gd name="T3" fmla="*/ 74 h 147"/>
                <a:gd name="T4" fmla="*/ 74 w 147"/>
                <a:gd name="T5" fmla="*/ 147 h 147"/>
                <a:gd name="T6" fmla="*/ 147 w 147"/>
                <a:gd name="T7" fmla="*/ 74 h 147"/>
                <a:gd name="T8" fmla="*/ 74 w 147"/>
                <a:gd name="T9" fmla="*/ 0 h 147"/>
                <a:gd name="T10" fmla="*/ 74 w 147"/>
                <a:gd name="T11" fmla="*/ 118 h 147"/>
                <a:gd name="T12" fmla="*/ 29 w 147"/>
                <a:gd name="T13" fmla="*/ 74 h 147"/>
                <a:gd name="T14" fmla="*/ 74 w 147"/>
                <a:gd name="T15" fmla="*/ 29 h 147"/>
                <a:gd name="T16" fmla="*/ 118 w 147"/>
                <a:gd name="T17" fmla="*/ 74 h 147"/>
                <a:gd name="T18" fmla="*/ 74 w 147"/>
                <a:gd name="T19" fmla="*/ 11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7" h="147">
                  <a:moveTo>
                    <a:pt x="74" y="0"/>
                  </a:moveTo>
                  <a:cubicBezTo>
                    <a:pt x="33" y="0"/>
                    <a:pt x="0" y="33"/>
                    <a:pt x="0" y="74"/>
                  </a:cubicBezTo>
                  <a:cubicBezTo>
                    <a:pt x="0" y="114"/>
                    <a:pt x="33" y="147"/>
                    <a:pt x="74" y="147"/>
                  </a:cubicBezTo>
                  <a:cubicBezTo>
                    <a:pt x="114" y="147"/>
                    <a:pt x="147" y="114"/>
                    <a:pt x="147" y="74"/>
                  </a:cubicBezTo>
                  <a:cubicBezTo>
                    <a:pt x="147" y="33"/>
                    <a:pt x="114" y="0"/>
                    <a:pt x="74" y="0"/>
                  </a:cubicBezTo>
                  <a:close/>
                  <a:moveTo>
                    <a:pt x="74" y="118"/>
                  </a:moveTo>
                  <a:cubicBezTo>
                    <a:pt x="49" y="118"/>
                    <a:pt x="29" y="98"/>
                    <a:pt x="29" y="74"/>
                  </a:cubicBezTo>
                  <a:cubicBezTo>
                    <a:pt x="29" y="49"/>
                    <a:pt x="49" y="29"/>
                    <a:pt x="74" y="29"/>
                  </a:cubicBezTo>
                  <a:cubicBezTo>
                    <a:pt x="98" y="29"/>
                    <a:pt x="118" y="49"/>
                    <a:pt x="118" y="74"/>
                  </a:cubicBezTo>
                  <a:cubicBezTo>
                    <a:pt x="118" y="98"/>
                    <a:pt x="98" y="118"/>
                    <a:pt x="74" y="118"/>
                  </a:cubicBezTo>
                  <a:close/>
                </a:path>
              </a:pathLst>
            </a:custGeom>
            <a:solidFill>
              <a:schemeClr val="accent4"/>
            </a:solidFill>
            <a:ln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 dirty="0"/>
            </a:p>
          </p:txBody>
        </p:sp>
      </p:grpSp>
      <p:grpSp>
        <p:nvGrpSpPr>
          <p:cNvPr id="49" name="成组">
            <a:extLst>
              <a:ext uri="{FF2B5EF4-FFF2-40B4-BE49-F238E27FC236}">
                <a16:creationId xmlns:a16="http://schemas.microsoft.com/office/drawing/2014/main" id="{C5C397FA-B13C-A61F-8C5A-070E47E2FD63}"/>
              </a:ext>
            </a:extLst>
          </p:cNvPr>
          <p:cNvGrpSpPr/>
          <p:nvPr/>
        </p:nvGrpSpPr>
        <p:grpSpPr>
          <a:xfrm>
            <a:off x="13717315" y="4922479"/>
            <a:ext cx="574919" cy="574915"/>
            <a:chOff x="0" y="0"/>
            <a:chExt cx="457200" cy="457200"/>
          </a:xfrm>
        </p:grpSpPr>
        <p:sp>
          <p:nvSpPr>
            <p:cNvPr id="50" name="任意形状 363">
              <a:extLst>
                <a:ext uri="{FF2B5EF4-FFF2-40B4-BE49-F238E27FC236}">
                  <a16:creationId xmlns:a16="http://schemas.microsoft.com/office/drawing/2014/main" id="{B4FEF856-33CF-AECC-FBEB-34B6C2D8CBF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1" name="任意形状 364">
              <a:extLst>
                <a:ext uri="{FF2B5EF4-FFF2-40B4-BE49-F238E27FC236}">
                  <a16:creationId xmlns:a16="http://schemas.microsoft.com/office/drawing/2014/main" id="{50E77A97-34D7-F2E6-888B-0117130FA268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2" name="成组">
            <a:extLst>
              <a:ext uri="{FF2B5EF4-FFF2-40B4-BE49-F238E27FC236}">
                <a16:creationId xmlns:a16="http://schemas.microsoft.com/office/drawing/2014/main" id="{3A06339C-5FEB-3701-2C75-D1C0A3E9856D}"/>
              </a:ext>
            </a:extLst>
          </p:cNvPr>
          <p:cNvGrpSpPr/>
          <p:nvPr/>
        </p:nvGrpSpPr>
        <p:grpSpPr>
          <a:xfrm>
            <a:off x="5692348" y="4922479"/>
            <a:ext cx="574919" cy="574915"/>
            <a:chOff x="0" y="0"/>
            <a:chExt cx="457200" cy="457200"/>
          </a:xfrm>
        </p:grpSpPr>
        <p:sp>
          <p:nvSpPr>
            <p:cNvPr id="53" name="任意形状 393">
              <a:extLst>
                <a:ext uri="{FF2B5EF4-FFF2-40B4-BE49-F238E27FC236}">
                  <a16:creationId xmlns:a16="http://schemas.microsoft.com/office/drawing/2014/main" id="{0A5AB4BB-A57F-BFF6-0D2B-6E7AB4970FD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4" name="任意形状 394">
              <a:extLst>
                <a:ext uri="{FF2B5EF4-FFF2-40B4-BE49-F238E27FC236}">
                  <a16:creationId xmlns:a16="http://schemas.microsoft.com/office/drawing/2014/main" id="{9D368F36-B34B-B30E-C1C0-2FADCB6C455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5" name="成组">
            <a:extLst>
              <a:ext uri="{FF2B5EF4-FFF2-40B4-BE49-F238E27FC236}">
                <a16:creationId xmlns:a16="http://schemas.microsoft.com/office/drawing/2014/main" id="{ACA2CFCF-1979-826F-BF3A-99B63E6FA92E}"/>
              </a:ext>
            </a:extLst>
          </p:cNvPr>
          <p:cNvGrpSpPr/>
          <p:nvPr/>
        </p:nvGrpSpPr>
        <p:grpSpPr>
          <a:xfrm>
            <a:off x="9694312" y="4901443"/>
            <a:ext cx="574919" cy="574915"/>
            <a:chOff x="0" y="0"/>
            <a:chExt cx="457200" cy="457200"/>
          </a:xfrm>
        </p:grpSpPr>
        <p:sp>
          <p:nvSpPr>
            <p:cNvPr id="56" name="任意形状 399">
              <a:extLst>
                <a:ext uri="{FF2B5EF4-FFF2-40B4-BE49-F238E27FC236}">
                  <a16:creationId xmlns:a16="http://schemas.microsoft.com/office/drawing/2014/main" id="{3B8B53CE-DBB4-CA72-A05A-6D8B7CEB9EE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7" name="任意形状 400">
              <a:extLst>
                <a:ext uri="{FF2B5EF4-FFF2-40B4-BE49-F238E27FC236}">
                  <a16:creationId xmlns:a16="http://schemas.microsoft.com/office/drawing/2014/main" id="{A9DD6F2A-5BF8-8D68-E3B6-29BB57A2B41B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8" name="成组">
            <a:extLst>
              <a:ext uri="{FF2B5EF4-FFF2-40B4-BE49-F238E27FC236}">
                <a16:creationId xmlns:a16="http://schemas.microsoft.com/office/drawing/2014/main" id="{D0CD8AED-9746-1214-1BA6-F306A9DA5E0C}"/>
              </a:ext>
            </a:extLst>
          </p:cNvPr>
          <p:cNvGrpSpPr/>
          <p:nvPr/>
        </p:nvGrpSpPr>
        <p:grpSpPr>
          <a:xfrm>
            <a:off x="17782382" y="4922479"/>
            <a:ext cx="574919" cy="574915"/>
            <a:chOff x="0" y="0"/>
            <a:chExt cx="457200" cy="457200"/>
          </a:xfrm>
        </p:grpSpPr>
        <p:sp>
          <p:nvSpPr>
            <p:cNvPr id="59" name="任意形状 477">
              <a:extLst>
                <a:ext uri="{FF2B5EF4-FFF2-40B4-BE49-F238E27FC236}">
                  <a16:creationId xmlns:a16="http://schemas.microsoft.com/office/drawing/2014/main" id="{24D5CAD8-4A35-A5BD-7BFC-A5ED4D9F1B4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0" name="任意形状 478">
              <a:extLst>
                <a:ext uri="{FF2B5EF4-FFF2-40B4-BE49-F238E27FC236}">
                  <a16:creationId xmlns:a16="http://schemas.microsoft.com/office/drawing/2014/main" id="{8676259E-599D-FC04-C084-99D375ECD178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7CF1FC-F2D6-F8F7-7D78-AE41104FDE5B}"/>
              </a:ext>
            </a:extLst>
          </p:cNvPr>
          <p:cNvGrpSpPr/>
          <p:nvPr/>
        </p:nvGrpSpPr>
        <p:grpSpPr>
          <a:xfrm>
            <a:off x="4643565" y="8317540"/>
            <a:ext cx="2683810" cy="1825287"/>
            <a:chOff x="4643565" y="8317540"/>
            <a:chExt cx="2683810" cy="182528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468C3A-3B33-088C-A205-753276E51DD1}"/>
                </a:ext>
              </a:extLst>
            </p:cNvPr>
            <p:cNvSpPr/>
            <p:nvPr/>
          </p:nvSpPr>
          <p:spPr>
            <a:xfrm>
              <a:off x="4643565" y="8317540"/>
              <a:ext cx="268381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1</a:t>
              </a:r>
              <a:endPara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9FA77B4-0B04-10F7-83C0-B9AB26E3051D}"/>
                </a:ext>
              </a:extLst>
            </p:cNvPr>
            <p:cNvSpPr/>
            <p:nvPr/>
          </p:nvSpPr>
          <p:spPr>
            <a:xfrm>
              <a:off x="4643565" y="9156403"/>
              <a:ext cx="268381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E1FDCD-81F0-3ACA-4ABC-8A9705F3553F}"/>
              </a:ext>
            </a:extLst>
          </p:cNvPr>
          <p:cNvGrpSpPr/>
          <p:nvPr/>
        </p:nvGrpSpPr>
        <p:grpSpPr>
          <a:xfrm>
            <a:off x="8677145" y="8317540"/>
            <a:ext cx="2683810" cy="1825287"/>
            <a:chOff x="8677145" y="8317540"/>
            <a:chExt cx="2683810" cy="1825287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01B78E9-231C-AF2F-A1F2-F3AF03B392F0}"/>
                </a:ext>
              </a:extLst>
            </p:cNvPr>
            <p:cNvSpPr/>
            <p:nvPr/>
          </p:nvSpPr>
          <p:spPr>
            <a:xfrm>
              <a:off x="8677145" y="8317540"/>
              <a:ext cx="268381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rgbClr val="E28700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2</a:t>
              </a:r>
              <a:endParaRPr lang="en-US" sz="3400" b="1" dirty="0">
                <a:solidFill>
                  <a:srgbClr val="E28700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2EF0E86-671F-3E90-AC4A-1C1452D01397}"/>
                </a:ext>
              </a:extLst>
            </p:cNvPr>
            <p:cNvSpPr/>
            <p:nvPr/>
          </p:nvSpPr>
          <p:spPr>
            <a:xfrm>
              <a:off x="8677145" y="9156403"/>
              <a:ext cx="268381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93CFE7-5192-EB85-1264-0C27F672C50C}"/>
              </a:ext>
            </a:extLst>
          </p:cNvPr>
          <p:cNvGrpSpPr/>
          <p:nvPr/>
        </p:nvGrpSpPr>
        <p:grpSpPr>
          <a:xfrm>
            <a:off x="12710724" y="8317540"/>
            <a:ext cx="2683810" cy="1825287"/>
            <a:chOff x="12710724" y="8317540"/>
            <a:chExt cx="2683810" cy="182528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E87E93E-2EBE-6ED4-2274-06699803C234}"/>
                </a:ext>
              </a:extLst>
            </p:cNvPr>
            <p:cNvSpPr/>
            <p:nvPr/>
          </p:nvSpPr>
          <p:spPr>
            <a:xfrm>
              <a:off x="12710724" y="8317540"/>
              <a:ext cx="2683810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rgbClr val="94C459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3</a:t>
              </a:r>
              <a:endParaRPr lang="en-US" sz="3400" b="1" dirty="0">
                <a:solidFill>
                  <a:srgbClr val="94C459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65A6A6A-51DC-76F7-D709-22463FF8DC18}"/>
                </a:ext>
              </a:extLst>
            </p:cNvPr>
            <p:cNvSpPr/>
            <p:nvPr/>
          </p:nvSpPr>
          <p:spPr>
            <a:xfrm>
              <a:off x="12710724" y="9156403"/>
              <a:ext cx="268381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E5874D-49D0-0C46-B24D-9B225C6802A9}"/>
              </a:ext>
            </a:extLst>
          </p:cNvPr>
          <p:cNvGrpSpPr/>
          <p:nvPr/>
        </p:nvGrpSpPr>
        <p:grpSpPr>
          <a:xfrm>
            <a:off x="16614337" y="8317540"/>
            <a:ext cx="2813776" cy="1825287"/>
            <a:chOff x="16614337" y="8317540"/>
            <a:chExt cx="2813776" cy="1825287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579FA54-8DE9-BD5C-71A9-BA97E0618F16}"/>
                </a:ext>
              </a:extLst>
            </p:cNvPr>
            <p:cNvSpPr/>
            <p:nvPr/>
          </p:nvSpPr>
          <p:spPr>
            <a:xfrm>
              <a:off x="16614337" y="8317540"/>
              <a:ext cx="2813776" cy="8039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3400" b="1" dirty="0">
                  <a:solidFill>
                    <a:srgbClr val="F15F6B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4</a:t>
              </a:r>
              <a:endParaRPr lang="en-US" sz="3400" b="1" dirty="0">
                <a:solidFill>
                  <a:srgbClr val="F15F6B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77014F2-AB4C-22DB-728C-70997F3F6D8A}"/>
                </a:ext>
              </a:extLst>
            </p:cNvPr>
            <p:cNvSpPr/>
            <p:nvPr/>
          </p:nvSpPr>
          <p:spPr>
            <a:xfrm>
              <a:off x="16744303" y="9156403"/>
              <a:ext cx="2683810" cy="9864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Roboto Light" panose="02000000000000000000" pitchFamily="2" charset="0"/>
                  <a:cs typeface="Poppins" panose="00000500000000000000" pitchFamily="2" charset="0"/>
                </a:rPr>
                <a:t>Lorem Ipsum is simply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F16A23C-D455-8561-C793-099978A00C90}"/>
              </a:ext>
            </a:extLst>
          </p:cNvPr>
          <p:cNvGrpSpPr/>
          <p:nvPr/>
        </p:nvGrpSpPr>
        <p:grpSpPr>
          <a:xfrm>
            <a:off x="-241405" y="7548722"/>
            <a:ext cx="24823411" cy="676355"/>
            <a:chOff x="-122021" y="3787362"/>
            <a:chExt cx="12547308" cy="341872"/>
          </a:xfrm>
        </p:grpSpPr>
        <p:sp>
          <p:nvSpPr>
            <p:cNvPr id="7" name="Freeform 34">
              <a:extLst>
                <a:ext uri="{FF2B5EF4-FFF2-40B4-BE49-F238E27FC236}">
                  <a16:creationId xmlns:a16="http://schemas.microsoft.com/office/drawing/2014/main" id="{D55B5243-CE76-1E62-927B-CA188222F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22021" y="3787362"/>
              <a:ext cx="12547308" cy="341872"/>
            </a:xfrm>
            <a:custGeom>
              <a:avLst/>
              <a:gdLst>
                <a:gd name="connsiteX0" fmla="*/ 4921141 w 12547308"/>
                <a:gd name="connsiteY0" fmla="*/ 0 h 341872"/>
                <a:gd name="connsiteX1" fmla="*/ 12376147 w 12547308"/>
                <a:gd name="connsiteY1" fmla="*/ 0 h 341872"/>
                <a:gd name="connsiteX2" fmla="*/ 12547308 w 12547308"/>
                <a:gd name="connsiteY2" fmla="*/ 170936 h 341872"/>
                <a:gd name="connsiteX3" fmla="*/ 12376147 w 12547308"/>
                <a:gd name="connsiteY3" fmla="*/ 341871 h 341872"/>
                <a:gd name="connsiteX4" fmla="*/ 8066222 w 12547308"/>
                <a:gd name="connsiteY4" fmla="*/ 341871 h 341872"/>
                <a:gd name="connsiteX5" fmla="*/ 7626172 w 12547308"/>
                <a:gd name="connsiteY5" fmla="*/ 341871 h 341872"/>
                <a:gd name="connsiteX6" fmla="*/ 7626167 w 12547308"/>
                <a:gd name="connsiteY6" fmla="*/ 341872 h 341872"/>
                <a:gd name="connsiteX7" fmla="*/ 171161 w 12547308"/>
                <a:gd name="connsiteY7" fmla="*/ 341872 h 341872"/>
                <a:gd name="connsiteX8" fmla="*/ 0 w 12547308"/>
                <a:gd name="connsiteY8" fmla="*/ 170937 h 341872"/>
                <a:gd name="connsiteX9" fmla="*/ 171161 w 12547308"/>
                <a:gd name="connsiteY9" fmla="*/ 1 h 341872"/>
                <a:gd name="connsiteX10" fmla="*/ 4481086 w 12547308"/>
                <a:gd name="connsiteY10" fmla="*/ 1 h 341872"/>
                <a:gd name="connsiteX11" fmla="*/ 4921136 w 12547308"/>
                <a:gd name="connsiteY11" fmla="*/ 1 h 34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547308" h="341872">
                  <a:moveTo>
                    <a:pt x="4921141" y="0"/>
                  </a:moveTo>
                  <a:cubicBezTo>
                    <a:pt x="12376147" y="0"/>
                    <a:pt x="12376147" y="0"/>
                    <a:pt x="12376147" y="0"/>
                  </a:cubicBezTo>
                  <a:cubicBezTo>
                    <a:pt x="12471237" y="0"/>
                    <a:pt x="12547308" y="75971"/>
                    <a:pt x="12547308" y="170936"/>
                  </a:cubicBezTo>
                  <a:cubicBezTo>
                    <a:pt x="12547308" y="265900"/>
                    <a:pt x="12471237" y="341871"/>
                    <a:pt x="12376147" y="341871"/>
                  </a:cubicBezTo>
                  <a:cubicBezTo>
                    <a:pt x="10512396" y="341871"/>
                    <a:pt x="9114582" y="341871"/>
                    <a:pt x="8066222" y="341871"/>
                  </a:cubicBezTo>
                  <a:lnTo>
                    <a:pt x="7626172" y="341871"/>
                  </a:lnTo>
                  <a:lnTo>
                    <a:pt x="7626167" y="341872"/>
                  </a:lnTo>
                  <a:cubicBezTo>
                    <a:pt x="171161" y="341872"/>
                    <a:pt x="171161" y="341872"/>
                    <a:pt x="171161" y="341872"/>
                  </a:cubicBezTo>
                  <a:cubicBezTo>
                    <a:pt x="76072" y="341872"/>
                    <a:pt x="0" y="265901"/>
                    <a:pt x="0" y="170937"/>
                  </a:cubicBezTo>
                  <a:cubicBezTo>
                    <a:pt x="0" y="75972"/>
                    <a:pt x="76072" y="1"/>
                    <a:pt x="171161" y="1"/>
                  </a:cubicBezTo>
                  <a:cubicBezTo>
                    <a:pt x="2034912" y="1"/>
                    <a:pt x="3432726" y="1"/>
                    <a:pt x="4481086" y="1"/>
                  </a:cubicBezTo>
                  <a:lnTo>
                    <a:pt x="4921136" y="1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7067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6864C5DB-F361-77D9-DE61-5B5E3D962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173" y="3934922"/>
              <a:ext cx="46924" cy="48264"/>
            </a:xfrm>
            <a:custGeom>
              <a:avLst/>
              <a:gdLst>
                <a:gd name="T0" fmla="*/ 4 w 5"/>
                <a:gd name="T1" fmla="*/ 1 h 5"/>
                <a:gd name="T2" fmla="*/ 4 w 5"/>
                <a:gd name="T3" fmla="*/ 4 h 5"/>
                <a:gd name="T4" fmla="*/ 1 w 5"/>
                <a:gd name="T5" fmla="*/ 4 h 5"/>
                <a:gd name="T6" fmla="*/ 1 w 5"/>
                <a:gd name="T7" fmla="*/ 1 h 5"/>
                <a:gd name="T8" fmla="*/ 4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9" name="Freeform 28">
              <a:extLst>
                <a:ext uri="{FF2B5EF4-FFF2-40B4-BE49-F238E27FC236}">
                  <a16:creationId xmlns:a16="http://schemas.microsoft.com/office/drawing/2014/main" id="{4F5E1907-345C-8445-6E46-9B113B5FB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7846" y="3934922"/>
              <a:ext cx="37539" cy="48264"/>
            </a:xfrm>
            <a:custGeom>
              <a:avLst/>
              <a:gdLst>
                <a:gd name="T0" fmla="*/ 3 w 4"/>
                <a:gd name="T1" fmla="*/ 1 h 5"/>
                <a:gd name="T2" fmla="*/ 3 w 4"/>
                <a:gd name="T3" fmla="*/ 4 h 5"/>
                <a:gd name="T4" fmla="*/ 0 w 4"/>
                <a:gd name="T5" fmla="*/ 4 h 5"/>
                <a:gd name="T6" fmla="*/ 0 w 4"/>
                <a:gd name="T7" fmla="*/ 1 h 5"/>
                <a:gd name="T8" fmla="*/ 3 w 4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5">
                  <a:moveTo>
                    <a:pt x="3" y="1"/>
                  </a:moveTo>
                  <a:cubicBezTo>
                    <a:pt x="4" y="2"/>
                    <a:pt x="4" y="3"/>
                    <a:pt x="3" y="4"/>
                  </a:cubicBezTo>
                  <a:cubicBezTo>
                    <a:pt x="3" y="5"/>
                    <a:pt x="1" y="5"/>
                    <a:pt x="0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3" y="0"/>
                    <a:pt x="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  <p:sp>
          <p:nvSpPr>
            <p:cNvPr id="10" name="Freeform 29">
              <a:extLst>
                <a:ext uri="{FF2B5EF4-FFF2-40B4-BE49-F238E27FC236}">
                  <a16:creationId xmlns:a16="http://schemas.microsoft.com/office/drawing/2014/main" id="{E3CB4542-7B6A-26EF-F0B1-9F8F4F885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1135" y="3934922"/>
              <a:ext cx="46924" cy="48264"/>
            </a:xfrm>
            <a:custGeom>
              <a:avLst/>
              <a:gdLst>
                <a:gd name="T0" fmla="*/ 4 w 5"/>
                <a:gd name="T1" fmla="*/ 1 h 5"/>
                <a:gd name="T2" fmla="*/ 4 w 5"/>
                <a:gd name="T3" fmla="*/ 4 h 5"/>
                <a:gd name="T4" fmla="*/ 1 w 5"/>
                <a:gd name="T5" fmla="*/ 4 h 5"/>
                <a:gd name="T6" fmla="*/ 1 w 5"/>
                <a:gd name="T7" fmla="*/ 1 h 5"/>
                <a:gd name="T8" fmla="*/ 4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en-US" sz="7067"/>
            </a:p>
          </p:txBody>
        </p:sp>
      </p:grpSp>
    </p:spTree>
    <p:extLst>
      <p:ext uri="{BB962C8B-B14F-4D97-AF65-F5344CB8AC3E}">
        <p14:creationId xmlns:p14="http://schemas.microsoft.com/office/powerpoint/2010/main" val="889791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D1B5E84E-571D-CA0C-E9E7-48D8D882AE03}"/>
              </a:ext>
            </a:extLst>
          </p:cNvPr>
          <p:cNvSpPr>
            <a:spLocks/>
          </p:cNvSpPr>
          <p:nvPr/>
        </p:nvSpPr>
        <p:spPr bwMode="auto">
          <a:xfrm>
            <a:off x="5005671" y="7259618"/>
            <a:ext cx="1535670" cy="1535670"/>
          </a:xfrm>
          <a:custGeom>
            <a:avLst/>
            <a:gdLst>
              <a:gd name="T0" fmla="*/ 562 w 613"/>
              <a:gd name="T1" fmla="*/ 613 h 613"/>
              <a:gd name="T2" fmla="*/ 0 w 613"/>
              <a:gd name="T3" fmla="*/ 51 h 613"/>
              <a:gd name="T4" fmla="*/ 48 w 613"/>
              <a:gd name="T5" fmla="*/ 0 h 613"/>
              <a:gd name="T6" fmla="*/ 613 w 613"/>
              <a:gd name="T7" fmla="*/ 565 h 613"/>
              <a:gd name="T8" fmla="*/ 562 w 613"/>
              <a:gd name="T9" fmla="*/ 61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3" h="613">
                <a:moveTo>
                  <a:pt x="562" y="613"/>
                </a:moveTo>
                <a:lnTo>
                  <a:pt x="0" y="51"/>
                </a:lnTo>
                <a:lnTo>
                  <a:pt x="48" y="0"/>
                </a:lnTo>
                <a:lnTo>
                  <a:pt x="613" y="565"/>
                </a:lnTo>
                <a:lnTo>
                  <a:pt x="562" y="61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35B944-2E8F-F5EF-EC35-C5A0E9C17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141" y="5075108"/>
            <a:ext cx="2775730" cy="277823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>
                <a:lumMod val="75000"/>
              </a:schemeClr>
            </a:solidFill>
            <a:round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D8AE80D3-536C-BB00-2161-4FB4F36E7035}"/>
              </a:ext>
            </a:extLst>
          </p:cNvPr>
          <p:cNvSpPr>
            <a:spLocks noEditPoints="1"/>
          </p:cNvSpPr>
          <p:nvPr/>
        </p:nvSpPr>
        <p:spPr bwMode="auto">
          <a:xfrm>
            <a:off x="2267519" y="4701836"/>
            <a:ext cx="3870491" cy="4479247"/>
          </a:xfrm>
          <a:custGeom>
            <a:avLst/>
            <a:gdLst>
              <a:gd name="T0" fmla="*/ 491 w 605"/>
              <a:gd name="T1" fmla="*/ 75 h 699"/>
              <a:gd name="T2" fmla="*/ 300 w 605"/>
              <a:gd name="T3" fmla="*/ 0 h 699"/>
              <a:gd name="T4" fmla="*/ 300 w 605"/>
              <a:gd name="T5" fmla="*/ 0 h 699"/>
              <a:gd name="T6" fmla="*/ 288 w 605"/>
              <a:gd name="T7" fmla="*/ 1 h 699"/>
              <a:gd name="T8" fmla="*/ 285 w 605"/>
              <a:gd name="T9" fmla="*/ 1 h 699"/>
              <a:gd name="T10" fmla="*/ 275 w 605"/>
              <a:gd name="T11" fmla="*/ 2 h 699"/>
              <a:gd name="T12" fmla="*/ 271 w 605"/>
              <a:gd name="T13" fmla="*/ 2 h 699"/>
              <a:gd name="T14" fmla="*/ 270 w 605"/>
              <a:gd name="T15" fmla="*/ 2 h 699"/>
              <a:gd name="T16" fmla="*/ 270 w 605"/>
              <a:gd name="T17" fmla="*/ 2 h 699"/>
              <a:gd name="T18" fmla="*/ 114 w 605"/>
              <a:gd name="T19" fmla="*/ 75 h 699"/>
              <a:gd name="T20" fmla="*/ 76 w 605"/>
              <a:gd name="T21" fmla="*/ 432 h 699"/>
              <a:gd name="T22" fmla="*/ 98 w 605"/>
              <a:gd name="T23" fmla="*/ 434 h 699"/>
              <a:gd name="T24" fmla="*/ 100 w 605"/>
              <a:gd name="T25" fmla="*/ 416 h 699"/>
              <a:gd name="T26" fmla="*/ 128 w 605"/>
              <a:gd name="T27" fmla="*/ 101 h 699"/>
              <a:gd name="T28" fmla="*/ 313 w 605"/>
              <a:gd name="T29" fmla="*/ 29 h 699"/>
              <a:gd name="T30" fmla="*/ 313 w 605"/>
              <a:gd name="T31" fmla="*/ 29 h 699"/>
              <a:gd name="T32" fmla="*/ 477 w 605"/>
              <a:gd name="T33" fmla="*/ 101 h 699"/>
              <a:gd name="T34" fmla="*/ 505 w 605"/>
              <a:gd name="T35" fmla="*/ 416 h 699"/>
              <a:gd name="T36" fmla="*/ 506 w 605"/>
              <a:gd name="T37" fmla="*/ 434 h 699"/>
              <a:gd name="T38" fmla="*/ 529 w 605"/>
              <a:gd name="T39" fmla="*/ 432 h 699"/>
              <a:gd name="T40" fmla="*/ 491 w 605"/>
              <a:gd name="T41" fmla="*/ 75 h 699"/>
              <a:gd name="T42" fmla="*/ 313 w 605"/>
              <a:gd name="T43" fmla="*/ 551 h 699"/>
              <a:gd name="T44" fmla="*/ 313 w 605"/>
              <a:gd name="T45" fmla="*/ 551 h 699"/>
              <a:gd name="T46" fmla="*/ 460 w 605"/>
              <a:gd name="T47" fmla="*/ 502 h 699"/>
              <a:gd name="T48" fmla="*/ 462 w 605"/>
              <a:gd name="T49" fmla="*/ 479 h 699"/>
              <a:gd name="T50" fmla="*/ 462 w 605"/>
              <a:gd name="T51" fmla="*/ 479 h 699"/>
              <a:gd name="T52" fmla="*/ 443 w 605"/>
              <a:gd name="T53" fmla="*/ 478 h 699"/>
              <a:gd name="T54" fmla="*/ 307 w 605"/>
              <a:gd name="T55" fmla="*/ 522 h 699"/>
              <a:gd name="T56" fmla="*/ 303 w 605"/>
              <a:gd name="T57" fmla="*/ 522 h 699"/>
              <a:gd name="T58" fmla="*/ 293 w 605"/>
              <a:gd name="T59" fmla="*/ 521 h 699"/>
              <a:gd name="T60" fmla="*/ 288 w 605"/>
              <a:gd name="T61" fmla="*/ 521 h 699"/>
              <a:gd name="T62" fmla="*/ 283 w 605"/>
              <a:gd name="T63" fmla="*/ 521 h 699"/>
              <a:gd name="T64" fmla="*/ 277 w 605"/>
              <a:gd name="T65" fmla="*/ 520 h 699"/>
              <a:gd name="T66" fmla="*/ 272 w 605"/>
              <a:gd name="T67" fmla="*/ 520 h 699"/>
              <a:gd name="T68" fmla="*/ 162 w 605"/>
              <a:gd name="T69" fmla="*/ 478 h 699"/>
              <a:gd name="T70" fmla="*/ 143 w 605"/>
              <a:gd name="T71" fmla="*/ 479 h 699"/>
              <a:gd name="T72" fmla="*/ 143 w 605"/>
              <a:gd name="T73" fmla="*/ 479 h 699"/>
              <a:gd name="T74" fmla="*/ 145 w 605"/>
              <a:gd name="T75" fmla="*/ 502 h 699"/>
              <a:gd name="T76" fmla="*/ 270 w 605"/>
              <a:gd name="T77" fmla="*/ 549 h 699"/>
              <a:gd name="T78" fmla="*/ 270 w 605"/>
              <a:gd name="T79" fmla="*/ 549 h 699"/>
              <a:gd name="T80" fmla="*/ 270 w 605"/>
              <a:gd name="T81" fmla="*/ 549 h 699"/>
              <a:gd name="T82" fmla="*/ 282 w 605"/>
              <a:gd name="T83" fmla="*/ 550 h 699"/>
              <a:gd name="T84" fmla="*/ 284 w 605"/>
              <a:gd name="T85" fmla="*/ 550 h 699"/>
              <a:gd name="T86" fmla="*/ 293 w 605"/>
              <a:gd name="T87" fmla="*/ 551 h 699"/>
              <a:gd name="T88" fmla="*/ 293 w 605"/>
              <a:gd name="T89" fmla="*/ 617 h 699"/>
              <a:gd name="T90" fmla="*/ 183 w 605"/>
              <a:gd name="T91" fmla="*/ 617 h 699"/>
              <a:gd name="T92" fmla="*/ 147 w 605"/>
              <a:gd name="T93" fmla="*/ 641 h 699"/>
              <a:gd name="T94" fmla="*/ 143 w 605"/>
              <a:gd name="T95" fmla="*/ 658 h 699"/>
              <a:gd name="T96" fmla="*/ 149 w 605"/>
              <a:gd name="T97" fmla="*/ 679 h 699"/>
              <a:gd name="T98" fmla="*/ 183 w 605"/>
              <a:gd name="T99" fmla="*/ 699 h 699"/>
              <a:gd name="T100" fmla="*/ 421 w 605"/>
              <a:gd name="T101" fmla="*/ 699 h 699"/>
              <a:gd name="T102" fmla="*/ 459 w 605"/>
              <a:gd name="T103" fmla="*/ 673 h 699"/>
              <a:gd name="T104" fmla="*/ 462 w 605"/>
              <a:gd name="T105" fmla="*/ 658 h 699"/>
              <a:gd name="T106" fmla="*/ 456 w 605"/>
              <a:gd name="T107" fmla="*/ 636 h 699"/>
              <a:gd name="T108" fmla="*/ 421 w 605"/>
              <a:gd name="T109" fmla="*/ 617 h 699"/>
              <a:gd name="T110" fmla="*/ 312 w 605"/>
              <a:gd name="T111" fmla="*/ 617 h 699"/>
              <a:gd name="T112" fmla="*/ 312 w 605"/>
              <a:gd name="T113" fmla="*/ 551 h 699"/>
              <a:gd name="T114" fmla="*/ 313 w 605"/>
              <a:gd name="T115" fmla="*/ 551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05" h="699">
                <a:moveTo>
                  <a:pt x="491" y="75"/>
                </a:moveTo>
                <a:cubicBezTo>
                  <a:pt x="438" y="24"/>
                  <a:pt x="369" y="0"/>
                  <a:pt x="300" y="0"/>
                </a:cubicBezTo>
                <a:cubicBezTo>
                  <a:pt x="300" y="0"/>
                  <a:pt x="300" y="0"/>
                  <a:pt x="300" y="0"/>
                </a:cubicBezTo>
                <a:cubicBezTo>
                  <a:pt x="296" y="0"/>
                  <a:pt x="292" y="0"/>
                  <a:pt x="288" y="1"/>
                </a:cubicBezTo>
                <a:cubicBezTo>
                  <a:pt x="287" y="1"/>
                  <a:pt x="286" y="1"/>
                  <a:pt x="285" y="1"/>
                </a:cubicBezTo>
                <a:cubicBezTo>
                  <a:pt x="282" y="1"/>
                  <a:pt x="279" y="1"/>
                  <a:pt x="275" y="2"/>
                </a:cubicBezTo>
                <a:cubicBezTo>
                  <a:pt x="274" y="2"/>
                  <a:pt x="272" y="2"/>
                  <a:pt x="271" y="2"/>
                </a:cubicBezTo>
                <a:cubicBezTo>
                  <a:pt x="271" y="2"/>
                  <a:pt x="270" y="2"/>
                  <a:pt x="270" y="2"/>
                </a:cubicBezTo>
                <a:cubicBezTo>
                  <a:pt x="270" y="2"/>
                  <a:pt x="270" y="2"/>
                  <a:pt x="270" y="2"/>
                </a:cubicBezTo>
                <a:cubicBezTo>
                  <a:pt x="213" y="9"/>
                  <a:pt x="158" y="33"/>
                  <a:pt x="114" y="75"/>
                </a:cubicBezTo>
                <a:cubicBezTo>
                  <a:pt x="12" y="170"/>
                  <a:pt x="0" y="323"/>
                  <a:pt x="76" y="432"/>
                </a:cubicBezTo>
                <a:cubicBezTo>
                  <a:pt x="81" y="440"/>
                  <a:pt x="92" y="441"/>
                  <a:pt x="98" y="434"/>
                </a:cubicBezTo>
                <a:cubicBezTo>
                  <a:pt x="103" y="429"/>
                  <a:pt x="104" y="422"/>
                  <a:pt x="100" y="416"/>
                </a:cubicBezTo>
                <a:cubicBezTo>
                  <a:pt x="33" y="320"/>
                  <a:pt x="43" y="187"/>
                  <a:pt x="128" y="101"/>
                </a:cubicBezTo>
                <a:cubicBezTo>
                  <a:pt x="179" y="50"/>
                  <a:pt x="247" y="26"/>
                  <a:pt x="313" y="29"/>
                </a:cubicBezTo>
                <a:cubicBezTo>
                  <a:pt x="313" y="29"/>
                  <a:pt x="313" y="29"/>
                  <a:pt x="313" y="29"/>
                </a:cubicBezTo>
                <a:cubicBezTo>
                  <a:pt x="373" y="32"/>
                  <a:pt x="431" y="56"/>
                  <a:pt x="477" y="101"/>
                </a:cubicBezTo>
                <a:cubicBezTo>
                  <a:pt x="562" y="187"/>
                  <a:pt x="572" y="320"/>
                  <a:pt x="505" y="416"/>
                </a:cubicBezTo>
                <a:cubicBezTo>
                  <a:pt x="501" y="422"/>
                  <a:pt x="501" y="429"/>
                  <a:pt x="506" y="434"/>
                </a:cubicBezTo>
                <a:cubicBezTo>
                  <a:pt x="513" y="441"/>
                  <a:pt x="524" y="440"/>
                  <a:pt x="529" y="432"/>
                </a:cubicBezTo>
                <a:cubicBezTo>
                  <a:pt x="605" y="323"/>
                  <a:pt x="593" y="170"/>
                  <a:pt x="491" y="75"/>
                </a:cubicBezTo>
                <a:close/>
                <a:moveTo>
                  <a:pt x="313" y="551"/>
                </a:moveTo>
                <a:cubicBezTo>
                  <a:pt x="313" y="551"/>
                  <a:pt x="313" y="551"/>
                  <a:pt x="313" y="551"/>
                </a:cubicBezTo>
                <a:cubicBezTo>
                  <a:pt x="365" y="549"/>
                  <a:pt x="416" y="532"/>
                  <a:pt x="460" y="502"/>
                </a:cubicBezTo>
                <a:cubicBezTo>
                  <a:pt x="467" y="497"/>
                  <a:pt x="468" y="486"/>
                  <a:pt x="462" y="479"/>
                </a:cubicBezTo>
                <a:cubicBezTo>
                  <a:pt x="462" y="479"/>
                  <a:pt x="462" y="479"/>
                  <a:pt x="462" y="479"/>
                </a:cubicBezTo>
                <a:cubicBezTo>
                  <a:pt x="457" y="474"/>
                  <a:pt x="449" y="474"/>
                  <a:pt x="443" y="478"/>
                </a:cubicBezTo>
                <a:cubicBezTo>
                  <a:pt x="402" y="506"/>
                  <a:pt x="354" y="521"/>
                  <a:pt x="307" y="522"/>
                </a:cubicBezTo>
                <a:cubicBezTo>
                  <a:pt x="306" y="522"/>
                  <a:pt x="304" y="522"/>
                  <a:pt x="303" y="522"/>
                </a:cubicBezTo>
                <a:cubicBezTo>
                  <a:pt x="300" y="522"/>
                  <a:pt x="297" y="522"/>
                  <a:pt x="293" y="521"/>
                </a:cubicBezTo>
                <a:cubicBezTo>
                  <a:pt x="292" y="521"/>
                  <a:pt x="290" y="521"/>
                  <a:pt x="288" y="521"/>
                </a:cubicBezTo>
                <a:cubicBezTo>
                  <a:pt x="287" y="521"/>
                  <a:pt x="285" y="521"/>
                  <a:pt x="283" y="521"/>
                </a:cubicBezTo>
                <a:cubicBezTo>
                  <a:pt x="281" y="521"/>
                  <a:pt x="279" y="521"/>
                  <a:pt x="277" y="520"/>
                </a:cubicBezTo>
                <a:cubicBezTo>
                  <a:pt x="276" y="520"/>
                  <a:pt x="274" y="520"/>
                  <a:pt x="272" y="520"/>
                </a:cubicBezTo>
                <a:cubicBezTo>
                  <a:pt x="233" y="515"/>
                  <a:pt x="195" y="501"/>
                  <a:pt x="162" y="478"/>
                </a:cubicBezTo>
                <a:cubicBezTo>
                  <a:pt x="156" y="474"/>
                  <a:pt x="148" y="474"/>
                  <a:pt x="143" y="479"/>
                </a:cubicBezTo>
                <a:cubicBezTo>
                  <a:pt x="143" y="479"/>
                  <a:pt x="143" y="479"/>
                  <a:pt x="143" y="479"/>
                </a:cubicBezTo>
                <a:cubicBezTo>
                  <a:pt x="137" y="486"/>
                  <a:pt x="138" y="497"/>
                  <a:pt x="145" y="502"/>
                </a:cubicBezTo>
                <a:cubicBezTo>
                  <a:pt x="183" y="528"/>
                  <a:pt x="226" y="544"/>
                  <a:pt x="270" y="549"/>
                </a:cubicBezTo>
                <a:cubicBezTo>
                  <a:pt x="270" y="549"/>
                  <a:pt x="270" y="549"/>
                  <a:pt x="270" y="549"/>
                </a:cubicBezTo>
                <a:cubicBezTo>
                  <a:pt x="270" y="549"/>
                  <a:pt x="270" y="549"/>
                  <a:pt x="270" y="549"/>
                </a:cubicBezTo>
                <a:cubicBezTo>
                  <a:pt x="274" y="549"/>
                  <a:pt x="278" y="550"/>
                  <a:pt x="282" y="550"/>
                </a:cubicBezTo>
                <a:cubicBezTo>
                  <a:pt x="283" y="550"/>
                  <a:pt x="283" y="550"/>
                  <a:pt x="284" y="550"/>
                </a:cubicBezTo>
                <a:cubicBezTo>
                  <a:pt x="287" y="550"/>
                  <a:pt x="290" y="550"/>
                  <a:pt x="293" y="551"/>
                </a:cubicBezTo>
                <a:cubicBezTo>
                  <a:pt x="293" y="617"/>
                  <a:pt x="293" y="617"/>
                  <a:pt x="293" y="617"/>
                </a:cubicBezTo>
                <a:cubicBezTo>
                  <a:pt x="183" y="617"/>
                  <a:pt x="183" y="617"/>
                  <a:pt x="183" y="617"/>
                </a:cubicBezTo>
                <a:cubicBezTo>
                  <a:pt x="167" y="617"/>
                  <a:pt x="153" y="627"/>
                  <a:pt x="147" y="641"/>
                </a:cubicBezTo>
                <a:cubicBezTo>
                  <a:pt x="144" y="646"/>
                  <a:pt x="143" y="652"/>
                  <a:pt x="143" y="658"/>
                </a:cubicBezTo>
                <a:cubicBezTo>
                  <a:pt x="143" y="666"/>
                  <a:pt x="145" y="673"/>
                  <a:pt x="149" y="679"/>
                </a:cubicBezTo>
                <a:cubicBezTo>
                  <a:pt x="156" y="691"/>
                  <a:pt x="169" y="699"/>
                  <a:pt x="183" y="699"/>
                </a:cubicBezTo>
                <a:cubicBezTo>
                  <a:pt x="421" y="699"/>
                  <a:pt x="421" y="699"/>
                  <a:pt x="421" y="699"/>
                </a:cubicBezTo>
                <a:cubicBezTo>
                  <a:pt x="439" y="699"/>
                  <a:pt x="453" y="688"/>
                  <a:pt x="459" y="673"/>
                </a:cubicBezTo>
                <a:cubicBezTo>
                  <a:pt x="461" y="668"/>
                  <a:pt x="462" y="663"/>
                  <a:pt x="462" y="658"/>
                </a:cubicBezTo>
                <a:cubicBezTo>
                  <a:pt x="462" y="650"/>
                  <a:pt x="460" y="643"/>
                  <a:pt x="456" y="636"/>
                </a:cubicBezTo>
                <a:cubicBezTo>
                  <a:pt x="449" y="625"/>
                  <a:pt x="436" y="617"/>
                  <a:pt x="421" y="617"/>
                </a:cubicBezTo>
                <a:cubicBezTo>
                  <a:pt x="312" y="617"/>
                  <a:pt x="312" y="617"/>
                  <a:pt x="312" y="617"/>
                </a:cubicBezTo>
                <a:cubicBezTo>
                  <a:pt x="312" y="551"/>
                  <a:pt x="312" y="551"/>
                  <a:pt x="312" y="551"/>
                </a:cubicBezTo>
                <a:cubicBezTo>
                  <a:pt x="312" y="551"/>
                  <a:pt x="313" y="551"/>
                  <a:pt x="313" y="551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round/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3B00C5E0-ADBA-33AC-0B9B-DFDBCB1A51C6}"/>
              </a:ext>
            </a:extLst>
          </p:cNvPr>
          <p:cNvSpPr>
            <a:spLocks/>
          </p:cNvSpPr>
          <p:nvPr/>
        </p:nvSpPr>
        <p:spPr bwMode="auto">
          <a:xfrm>
            <a:off x="2806131" y="4306019"/>
            <a:ext cx="2793267" cy="1089750"/>
          </a:xfrm>
          <a:custGeom>
            <a:avLst/>
            <a:gdLst>
              <a:gd name="T0" fmla="*/ 386 w 437"/>
              <a:gd name="T1" fmla="*/ 88 h 170"/>
              <a:gd name="T2" fmla="*/ 386 w 437"/>
              <a:gd name="T3" fmla="*/ 58 h 170"/>
              <a:gd name="T4" fmla="*/ 145 w 437"/>
              <a:gd name="T5" fmla="*/ 20 h 170"/>
              <a:gd name="T6" fmla="*/ 51 w 437"/>
              <a:gd name="T7" fmla="*/ 58 h 170"/>
              <a:gd name="T8" fmla="*/ 51 w 437"/>
              <a:gd name="T9" fmla="*/ 88 h 170"/>
              <a:gd name="T10" fmla="*/ 0 w 437"/>
              <a:gd name="T11" fmla="*/ 131 h 170"/>
              <a:gd name="T12" fmla="*/ 0 w 437"/>
              <a:gd name="T13" fmla="*/ 170 h 170"/>
              <a:gd name="T14" fmla="*/ 30 w 437"/>
              <a:gd name="T15" fmla="*/ 137 h 170"/>
              <a:gd name="T16" fmla="*/ 186 w 437"/>
              <a:gd name="T17" fmla="*/ 64 h 170"/>
              <a:gd name="T18" fmla="*/ 186 w 437"/>
              <a:gd name="T19" fmla="*/ 64 h 170"/>
              <a:gd name="T20" fmla="*/ 187 w 437"/>
              <a:gd name="T21" fmla="*/ 64 h 170"/>
              <a:gd name="T22" fmla="*/ 191 w 437"/>
              <a:gd name="T23" fmla="*/ 64 h 170"/>
              <a:gd name="T24" fmla="*/ 201 w 437"/>
              <a:gd name="T25" fmla="*/ 63 h 170"/>
              <a:gd name="T26" fmla="*/ 204 w 437"/>
              <a:gd name="T27" fmla="*/ 63 h 170"/>
              <a:gd name="T28" fmla="*/ 216 w 437"/>
              <a:gd name="T29" fmla="*/ 62 h 170"/>
              <a:gd name="T30" fmla="*/ 216 w 437"/>
              <a:gd name="T31" fmla="*/ 62 h 170"/>
              <a:gd name="T32" fmla="*/ 407 w 437"/>
              <a:gd name="T33" fmla="*/ 137 h 170"/>
              <a:gd name="T34" fmla="*/ 437 w 437"/>
              <a:gd name="T35" fmla="*/ 170 h 170"/>
              <a:gd name="T36" fmla="*/ 437 w 437"/>
              <a:gd name="T37" fmla="*/ 131 h 170"/>
              <a:gd name="T38" fmla="*/ 386 w 437"/>
              <a:gd name="T39" fmla="*/ 88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37" h="170">
                <a:moveTo>
                  <a:pt x="386" y="88"/>
                </a:moveTo>
                <a:cubicBezTo>
                  <a:pt x="386" y="58"/>
                  <a:pt x="386" y="58"/>
                  <a:pt x="386" y="58"/>
                </a:cubicBezTo>
                <a:cubicBezTo>
                  <a:pt x="316" y="16"/>
                  <a:pt x="230" y="0"/>
                  <a:pt x="145" y="20"/>
                </a:cubicBezTo>
                <a:cubicBezTo>
                  <a:pt x="111" y="28"/>
                  <a:pt x="79" y="41"/>
                  <a:pt x="51" y="58"/>
                </a:cubicBezTo>
                <a:cubicBezTo>
                  <a:pt x="51" y="88"/>
                  <a:pt x="51" y="88"/>
                  <a:pt x="51" y="88"/>
                </a:cubicBezTo>
                <a:cubicBezTo>
                  <a:pt x="32" y="100"/>
                  <a:pt x="15" y="115"/>
                  <a:pt x="0" y="131"/>
                </a:cubicBezTo>
                <a:cubicBezTo>
                  <a:pt x="0" y="170"/>
                  <a:pt x="0" y="170"/>
                  <a:pt x="0" y="170"/>
                </a:cubicBezTo>
                <a:cubicBezTo>
                  <a:pt x="9" y="158"/>
                  <a:pt x="19" y="147"/>
                  <a:pt x="30" y="137"/>
                </a:cubicBezTo>
                <a:cubicBezTo>
                  <a:pt x="74" y="95"/>
                  <a:pt x="129" y="71"/>
                  <a:pt x="186" y="64"/>
                </a:cubicBezTo>
                <a:cubicBezTo>
                  <a:pt x="186" y="64"/>
                  <a:pt x="186" y="64"/>
                  <a:pt x="186" y="64"/>
                </a:cubicBezTo>
                <a:cubicBezTo>
                  <a:pt x="186" y="64"/>
                  <a:pt x="187" y="64"/>
                  <a:pt x="187" y="64"/>
                </a:cubicBezTo>
                <a:cubicBezTo>
                  <a:pt x="188" y="64"/>
                  <a:pt x="190" y="64"/>
                  <a:pt x="191" y="64"/>
                </a:cubicBezTo>
                <a:cubicBezTo>
                  <a:pt x="195" y="63"/>
                  <a:pt x="198" y="63"/>
                  <a:pt x="201" y="63"/>
                </a:cubicBezTo>
                <a:cubicBezTo>
                  <a:pt x="202" y="63"/>
                  <a:pt x="203" y="63"/>
                  <a:pt x="204" y="63"/>
                </a:cubicBezTo>
                <a:cubicBezTo>
                  <a:pt x="208" y="62"/>
                  <a:pt x="212" y="62"/>
                  <a:pt x="216" y="62"/>
                </a:cubicBezTo>
                <a:cubicBezTo>
                  <a:pt x="216" y="62"/>
                  <a:pt x="216" y="62"/>
                  <a:pt x="216" y="62"/>
                </a:cubicBezTo>
                <a:cubicBezTo>
                  <a:pt x="285" y="62"/>
                  <a:pt x="354" y="86"/>
                  <a:pt x="407" y="137"/>
                </a:cubicBezTo>
                <a:cubicBezTo>
                  <a:pt x="418" y="147"/>
                  <a:pt x="428" y="158"/>
                  <a:pt x="437" y="170"/>
                </a:cubicBezTo>
                <a:cubicBezTo>
                  <a:pt x="437" y="131"/>
                  <a:pt x="437" y="131"/>
                  <a:pt x="437" y="131"/>
                </a:cubicBezTo>
                <a:cubicBezTo>
                  <a:pt x="422" y="115"/>
                  <a:pt x="405" y="100"/>
                  <a:pt x="386" y="8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A8B85-0C71-3831-8D91-0575C7C032D9}"/>
              </a:ext>
            </a:extLst>
          </p:cNvPr>
          <p:cNvSpPr txBox="1"/>
          <p:nvPr/>
        </p:nvSpPr>
        <p:spPr>
          <a:xfrm>
            <a:off x="3229741" y="8750296"/>
            <a:ext cx="1922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PROCESS 01</a:t>
            </a:r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9523DCB2-F30E-7298-55D8-1B9D4561D31E}"/>
              </a:ext>
            </a:extLst>
          </p:cNvPr>
          <p:cNvSpPr>
            <a:spLocks/>
          </p:cNvSpPr>
          <p:nvPr/>
        </p:nvSpPr>
        <p:spPr bwMode="auto">
          <a:xfrm>
            <a:off x="8144652" y="7259618"/>
            <a:ext cx="1535670" cy="1535670"/>
          </a:xfrm>
          <a:custGeom>
            <a:avLst/>
            <a:gdLst>
              <a:gd name="T0" fmla="*/ 49 w 613"/>
              <a:gd name="T1" fmla="*/ 613 h 613"/>
              <a:gd name="T2" fmla="*/ 613 w 613"/>
              <a:gd name="T3" fmla="*/ 51 h 613"/>
              <a:gd name="T4" fmla="*/ 562 w 613"/>
              <a:gd name="T5" fmla="*/ 0 h 613"/>
              <a:gd name="T6" fmla="*/ 0 w 613"/>
              <a:gd name="T7" fmla="*/ 565 h 613"/>
              <a:gd name="T8" fmla="*/ 49 w 613"/>
              <a:gd name="T9" fmla="*/ 61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3" h="613">
                <a:moveTo>
                  <a:pt x="49" y="613"/>
                </a:moveTo>
                <a:lnTo>
                  <a:pt x="613" y="51"/>
                </a:lnTo>
                <a:lnTo>
                  <a:pt x="562" y="0"/>
                </a:lnTo>
                <a:lnTo>
                  <a:pt x="0" y="565"/>
                </a:lnTo>
                <a:lnTo>
                  <a:pt x="49" y="61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6D491A1A-5314-EA4B-4860-53A11D0FAD3F}"/>
              </a:ext>
            </a:extLst>
          </p:cNvPr>
          <p:cNvSpPr>
            <a:spLocks/>
          </p:cNvSpPr>
          <p:nvPr/>
        </p:nvSpPr>
        <p:spPr bwMode="auto">
          <a:xfrm>
            <a:off x="11293654" y="7259618"/>
            <a:ext cx="1533166" cy="1535670"/>
          </a:xfrm>
          <a:custGeom>
            <a:avLst/>
            <a:gdLst>
              <a:gd name="T0" fmla="*/ 561 w 612"/>
              <a:gd name="T1" fmla="*/ 613 h 613"/>
              <a:gd name="T2" fmla="*/ 0 w 612"/>
              <a:gd name="T3" fmla="*/ 51 h 613"/>
              <a:gd name="T4" fmla="*/ 48 w 612"/>
              <a:gd name="T5" fmla="*/ 0 h 613"/>
              <a:gd name="T6" fmla="*/ 612 w 612"/>
              <a:gd name="T7" fmla="*/ 565 h 613"/>
              <a:gd name="T8" fmla="*/ 561 w 612"/>
              <a:gd name="T9" fmla="*/ 61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2" h="613">
                <a:moveTo>
                  <a:pt x="561" y="613"/>
                </a:moveTo>
                <a:lnTo>
                  <a:pt x="0" y="51"/>
                </a:lnTo>
                <a:lnTo>
                  <a:pt x="48" y="0"/>
                </a:lnTo>
                <a:lnTo>
                  <a:pt x="612" y="565"/>
                </a:lnTo>
                <a:lnTo>
                  <a:pt x="561" y="61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3117988B-BA16-4339-F8DB-0EB59A526617}"/>
              </a:ext>
            </a:extLst>
          </p:cNvPr>
          <p:cNvSpPr>
            <a:spLocks/>
          </p:cNvSpPr>
          <p:nvPr/>
        </p:nvSpPr>
        <p:spPr bwMode="auto">
          <a:xfrm>
            <a:off x="14432634" y="7259618"/>
            <a:ext cx="1535670" cy="1535670"/>
          </a:xfrm>
          <a:custGeom>
            <a:avLst/>
            <a:gdLst>
              <a:gd name="T0" fmla="*/ 51 w 613"/>
              <a:gd name="T1" fmla="*/ 613 h 613"/>
              <a:gd name="T2" fmla="*/ 613 w 613"/>
              <a:gd name="T3" fmla="*/ 51 h 613"/>
              <a:gd name="T4" fmla="*/ 562 w 613"/>
              <a:gd name="T5" fmla="*/ 0 h 613"/>
              <a:gd name="T6" fmla="*/ 0 w 613"/>
              <a:gd name="T7" fmla="*/ 565 h 613"/>
              <a:gd name="T8" fmla="*/ 51 w 613"/>
              <a:gd name="T9" fmla="*/ 61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3" h="613">
                <a:moveTo>
                  <a:pt x="51" y="613"/>
                </a:moveTo>
                <a:lnTo>
                  <a:pt x="613" y="51"/>
                </a:lnTo>
                <a:lnTo>
                  <a:pt x="562" y="0"/>
                </a:lnTo>
                <a:lnTo>
                  <a:pt x="0" y="565"/>
                </a:lnTo>
                <a:lnTo>
                  <a:pt x="51" y="61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702E698E-32C0-481A-5ACD-18383A02DAFE}"/>
              </a:ext>
            </a:extLst>
          </p:cNvPr>
          <p:cNvSpPr>
            <a:spLocks/>
          </p:cNvSpPr>
          <p:nvPr/>
        </p:nvSpPr>
        <p:spPr bwMode="auto">
          <a:xfrm>
            <a:off x="17579129" y="7259618"/>
            <a:ext cx="1535670" cy="1535670"/>
          </a:xfrm>
          <a:custGeom>
            <a:avLst/>
            <a:gdLst>
              <a:gd name="T0" fmla="*/ 562 w 613"/>
              <a:gd name="T1" fmla="*/ 613 h 613"/>
              <a:gd name="T2" fmla="*/ 0 w 613"/>
              <a:gd name="T3" fmla="*/ 51 h 613"/>
              <a:gd name="T4" fmla="*/ 52 w 613"/>
              <a:gd name="T5" fmla="*/ 0 h 613"/>
              <a:gd name="T6" fmla="*/ 613 w 613"/>
              <a:gd name="T7" fmla="*/ 565 h 613"/>
              <a:gd name="T8" fmla="*/ 562 w 613"/>
              <a:gd name="T9" fmla="*/ 613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3" h="613">
                <a:moveTo>
                  <a:pt x="562" y="613"/>
                </a:moveTo>
                <a:lnTo>
                  <a:pt x="0" y="51"/>
                </a:lnTo>
                <a:lnTo>
                  <a:pt x="52" y="0"/>
                </a:lnTo>
                <a:lnTo>
                  <a:pt x="613" y="565"/>
                </a:lnTo>
                <a:lnTo>
                  <a:pt x="562" y="613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9568C19-2B87-480E-7C81-50AEB504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627" y="8206573"/>
            <a:ext cx="2775730" cy="2780741"/>
          </a:xfrm>
          <a:prstGeom prst="ellipse">
            <a:avLst/>
          </a:prstGeom>
          <a:solidFill>
            <a:schemeClr val="accent2"/>
          </a:solidFill>
          <a:ln w="9525">
            <a:solidFill>
              <a:srgbClr val="000000"/>
            </a:solidFill>
            <a:round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9B78EF38-B33E-96FA-529D-DD9AFC7B5FBE}"/>
              </a:ext>
            </a:extLst>
          </p:cNvPr>
          <p:cNvSpPr>
            <a:spLocks noEditPoints="1"/>
          </p:cNvSpPr>
          <p:nvPr/>
        </p:nvSpPr>
        <p:spPr bwMode="auto">
          <a:xfrm>
            <a:off x="5409004" y="6886347"/>
            <a:ext cx="3867985" cy="4484258"/>
          </a:xfrm>
          <a:custGeom>
            <a:avLst/>
            <a:gdLst>
              <a:gd name="T0" fmla="*/ 292 w 605"/>
              <a:gd name="T1" fmla="*/ 149 h 700"/>
              <a:gd name="T2" fmla="*/ 292 w 605"/>
              <a:gd name="T3" fmla="*/ 149 h 700"/>
              <a:gd name="T4" fmla="*/ 145 w 605"/>
              <a:gd name="T5" fmla="*/ 198 h 700"/>
              <a:gd name="T6" fmla="*/ 143 w 605"/>
              <a:gd name="T7" fmla="*/ 220 h 700"/>
              <a:gd name="T8" fmla="*/ 143 w 605"/>
              <a:gd name="T9" fmla="*/ 220 h 700"/>
              <a:gd name="T10" fmla="*/ 162 w 605"/>
              <a:gd name="T11" fmla="*/ 222 h 700"/>
              <a:gd name="T12" fmla="*/ 298 w 605"/>
              <a:gd name="T13" fmla="*/ 178 h 700"/>
              <a:gd name="T14" fmla="*/ 301 w 605"/>
              <a:gd name="T15" fmla="*/ 178 h 700"/>
              <a:gd name="T16" fmla="*/ 312 w 605"/>
              <a:gd name="T17" fmla="*/ 178 h 700"/>
              <a:gd name="T18" fmla="*/ 316 w 605"/>
              <a:gd name="T19" fmla="*/ 178 h 700"/>
              <a:gd name="T20" fmla="*/ 322 w 605"/>
              <a:gd name="T21" fmla="*/ 179 h 700"/>
              <a:gd name="T22" fmla="*/ 327 w 605"/>
              <a:gd name="T23" fmla="*/ 179 h 700"/>
              <a:gd name="T24" fmla="*/ 333 w 605"/>
              <a:gd name="T25" fmla="*/ 180 h 700"/>
              <a:gd name="T26" fmla="*/ 443 w 605"/>
              <a:gd name="T27" fmla="*/ 222 h 700"/>
              <a:gd name="T28" fmla="*/ 461 w 605"/>
              <a:gd name="T29" fmla="*/ 220 h 700"/>
              <a:gd name="T30" fmla="*/ 461 w 605"/>
              <a:gd name="T31" fmla="*/ 220 h 700"/>
              <a:gd name="T32" fmla="*/ 459 w 605"/>
              <a:gd name="T33" fmla="*/ 198 h 700"/>
              <a:gd name="T34" fmla="*/ 335 w 605"/>
              <a:gd name="T35" fmla="*/ 151 h 700"/>
              <a:gd name="T36" fmla="*/ 335 w 605"/>
              <a:gd name="T37" fmla="*/ 151 h 700"/>
              <a:gd name="T38" fmla="*/ 335 w 605"/>
              <a:gd name="T39" fmla="*/ 151 h 700"/>
              <a:gd name="T40" fmla="*/ 323 w 605"/>
              <a:gd name="T41" fmla="*/ 149 h 700"/>
              <a:gd name="T42" fmla="*/ 321 w 605"/>
              <a:gd name="T43" fmla="*/ 149 h 700"/>
              <a:gd name="T44" fmla="*/ 312 w 605"/>
              <a:gd name="T45" fmla="*/ 149 h 700"/>
              <a:gd name="T46" fmla="*/ 312 w 605"/>
              <a:gd name="T47" fmla="*/ 81 h 700"/>
              <a:gd name="T48" fmla="*/ 421 w 605"/>
              <a:gd name="T49" fmla="*/ 81 h 700"/>
              <a:gd name="T50" fmla="*/ 458 w 605"/>
              <a:gd name="T51" fmla="*/ 58 h 700"/>
              <a:gd name="T52" fmla="*/ 462 w 605"/>
              <a:gd name="T53" fmla="*/ 41 h 700"/>
              <a:gd name="T54" fmla="*/ 456 w 605"/>
              <a:gd name="T55" fmla="*/ 20 h 700"/>
              <a:gd name="T56" fmla="*/ 421 w 605"/>
              <a:gd name="T57" fmla="*/ 0 h 700"/>
              <a:gd name="T58" fmla="*/ 183 w 605"/>
              <a:gd name="T59" fmla="*/ 0 h 700"/>
              <a:gd name="T60" fmla="*/ 145 w 605"/>
              <a:gd name="T61" fmla="*/ 26 h 700"/>
              <a:gd name="T62" fmla="*/ 143 w 605"/>
              <a:gd name="T63" fmla="*/ 41 h 700"/>
              <a:gd name="T64" fmla="*/ 149 w 605"/>
              <a:gd name="T65" fmla="*/ 62 h 700"/>
              <a:gd name="T66" fmla="*/ 183 w 605"/>
              <a:gd name="T67" fmla="*/ 81 h 700"/>
              <a:gd name="T68" fmla="*/ 293 w 605"/>
              <a:gd name="T69" fmla="*/ 81 h 700"/>
              <a:gd name="T70" fmla="*/ 293 w 605"/>
              <a:gd name="T71" fmla="*/ 149 h 700"/>
              <a:gd name="T72" fmla="*/ 292 w 605"/>
              <a:gd name="T73" fmla="*/ 149 h 700"/>
              <a:gd name="T74" fmla="*/ 529 w 605"/>
              <a:gd name="T75" fmla="*/ 267 h 700"/>
              <a:gd name="T76" fmla="*/ 506 w 605"/>
              <a:gd name="T77" fmla="*/ 265 h 700"/>
              <a:gd name="T78" fmla="*/ 505 w 605"/>
              <a:gd name="T79" fmla="*/ 284 h 700"/>
              <a:gd name="T80" fmla="*/ 476 w 605"/>
              <a:gd name="T81" fmla="*/ 598 h 700"/>
              <a:gd name="T82" fmla="*/ 292 w 605"/>
              <a:gd name="T83" fmla="*/ 670 h 700"/>
              <a:gd name="T84" fmla="*/ 292 w 605"/>
              <a:gd name="T85" fmla="*/ 670 h 700"/>
              <a:gd name="T86" fmla="*/ 128 w 605"/>
              <a:gd name="T87" fmla="*/ 598 h 700"/>
              <a:gd name="T88" fmla="*/ 100 w 605"/>
              <a:gd name="T89" fmla="*/ 284 h 700"/>
              <a:gd name="T90" fmla="*/ 98 w 605"/>
              <a:gd name="T91" fmla="*/ 265 h 700"/>
              <a:gd name="T92" fmla="*/ 76 w 605"/>
              <a:gd name="T93" fmla="*/ 267 h 700"/>
              <a:gd name="T94" fmla="*/ 113 w 605"/>
              <a:gd name="T95" fmla="*/ 625 h 700"/>
              <a:gd name="T96" fmla="*/ 305 w 605"/>
              <a:gd name="T97" fmla="*/ 699 h 700"/>
              <a:gd name="T98" fmla="*/ 305 w 605"/>
              <a:gd name="T99" fmla="*/ 699 h 700"/>
              <a:gd name="T100" fmla="*/ 317 w 605"/>
              <a:gd name="T101" fmla="*/ 699 h 700"/>
              <a:gd name="T102" fmla="*/ 319 w 605"/>
              <a:gd name="T103" fmla="*/ 699 h 700"/>
              <a:gd name="T104" fmla="*/ 329 w 605"/>
              <a:gd name="T105" fmla="*/ 698 h 700"/>
              <a:gd name="T106" fmla="*/ 334 w 605"/>
              <a:gd name="T107" fmla="*/ 697 h 700"/>
              <a:gd name="T108" fmla="*/ 335 w 605"/>
              <a:gd name="T109" fmla="*/ 697 h 700"/>
              <a:gd name="T110" fmla="*/ 335 w 605"/>
              <a:gd name="T111" fmla="*/ 697 h 700"/>
              <a:gd name="T112" fmla="*/ 491 w 605"/>
              <a:gd name="T113" fmla="*/ 625 h 700"/>
              <a:gd name="T114" fmla="*/ 529 w 605"/>
              <a:gd name="T115" fmla="*/ 26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05" h="700">
                <a:moveTo>
                  <a:pt x="292" y="149"/>
                </a:moveTo>
                <a:cubicBezTo>
                  <a:pt x="292" y="149"/>
                  <a:pt x="292" y="149"/>
                  <a:pt x="292" y="149"/>
                </a:cubicBezTo>
                <a:cubicBezTo>
                  <a:pt x="240" y="151"/>
                  <a:pt x="189" y="167"/>
                  <a:pt x="145" y="198"/>
                </a:cubicBezTo>
                <a:cubicBezTo>
                  <a:pt x="138" y="203"/>
                  <a:pt x="137" y="214"/>
                  <a:pt x="143" y="220"/>
                </a:cubicBezTo>
                <a:cubicBezTo>
                  <a:pt x="143" y="220"/>
                  <a:pt x="143" y="220"/>
                  <a:pt x="143" y="220"/>
                </a:cubicBezTo>
                <a:cubicBezTo>
                  <a:pt x="148" y="225"/>
                  <a:pt x="156" y="226"/>
                  <a:pt x="162" y="222"/>
                </a:cubicBezTo>
                <a:cubicBezTo>
                  <a:pt x="203" y="193"/>
                  <a:pt x="250" y="179"/>
                  <a:pt x="298" y="178"/>
                </a:cubicBezTo>
                <a:cubicBezTo>
                  <a:pt x="299" y="178"/>
                  <a:pt x="300" y="178"/>
                  <a:pt x="301" y="178"/>
                </a:cubicBezTo>
                <a:cubicBezTo>
                  <a:pt x="305" y="178"/>
                  <a:pt x="308" y="178"/>
                  <a:pt x="312" y="178"/>
                </a:cubicBezTo>
                <a:cubicBezTo>
                  <a:pt x="313" y="178"/>
                  <a:pt x="315" y="178"/>
                  <a:pt x="316" y="178"/>
                </a:cubicBezTo>
                <a:cubicBezTo>
                  <a:pt x="318" y="178"/>
                  <a:pt x="320" y="178"/>
                  <a:pt x="322" y="179"/>
                </a:cubicBezTo>
                <a:cubicBezTo>
                  <a:pt x="324" y="179"/>
                  <a:pt x="326" y="179"/>
                  <a:pt x="327" y="179"/>
                </a:cubicBezTo>
                <a:cubicBezTo>
                  <a:pt x="329" y="179"/>
                  <a:pt x="331" y="179"/>
                  <a:pt x="333" y="180"/>
                </a:cubicBezTo>
                <a:cubicBezTo>
                  <a:pt x="371" y="184"/>
                  <a:pt x="409" y="198"/>
                  <a:pt x="443" y="222"/>
                </a:cubicBezTo>
                <a:cubicBezTo>
                  <a:pt x="448" y="226"/>
                  <a:pt x="456" y="225"/>
                  <a:pt x="461" y="220"/>
                </a:cubicBezTo>
                <a:cubicBezTo>
                  <a:pt x="461" y="220"/>
                  <a:pt x="461" y="220"/>
                  <a:pt x="461" y="220"/>
                </a:cubicBezTo>
                <a:cubicBezTo>
                  <a:pt x="468" y="214"/>
                  <a:pt x="467" y="203"/>
                  <a:pt x="459" y="198"/>
                </a:cubicBezTo>
                <a:cubicBezTo>
                  <a:pt x="421" y="171"/>
                  <a:pt x="379" y="156"/>
                  <a:pt x="335" y="151"/>
                </a:cubicBezTo>
                <a:cubicBezTo>
                  <a:pt x="335" y="151"/>
                  <a:pt x="335" y="151"/>
                  <a:pt x="335" y="151"/>
                </a:cubicBezTo>
                <a:cubicBezTo>
                  <a:pt x="335" y="151"/>
                  <a:pt x="335" y="151"/>
                  <a:pt x="335" y="151"/>
                </a:cubicBezTo>
                <a:cubicBezTo>
                  <a:pt x="331" y="150"/>
                  <a:pt x="327" y="150"/>
                  <a:pt x="323" y="149"/>
                </a:cubicBezTo>
                <a:cubicBezTo>
                  <a:pt x="322" y="149"/>
                  <a:pt x="321" y="149"/>
                  <a:pt x="321" y="149"/>
                </a:cubicBezTo>
                <a:cubicBezTo>
                  <a:pt x="318" y="149"/>
                  <a:pt x="315" y="149"/>
                  <a:pt x="312" y="149"/>
                </a:cubicBezTo>
                <a:cubicBezTo>
                  <a:pt x="312" y="81"/>
                  <a:pt x="312" y="81"/>
                  <a:pt x="312" y="81"/>
                </a:cubicBezTo>
                <a:cubicBezTo>
                  <a:pt x="421" y="81"/>
                  <a:pt x="421" y="81"/>
                  <a:pt x="421" y="81"/>
                </a:cubicBezTo>
                <a:cubicBezTo>
                  <a:pt x="437" y="81"/>
                  <a:pt x="451" y="72"/>
                  <a:pt x="458" y="58"/>
                </a:cubicBezTo>
                <a:cubicBezTo>
                  <a:pt x="460" y="53"/>
                  <a:pt x="462" y="47"/>
                  <a:pt x="462" y="41"/>
                </a:cubicBezTo>
                <a:cubicBezTo>
                  <a:pt x="462" y="33"/>
                  <a:pt x="460" y="26"/>
                  <a:pt x="456" y="20"/>
                </a:cubicBezTo>
                <a:cubicBezTo>
                  <a:pt x="449" y="8"/>
                  <a:pt x="436" y="0"/>
                  <a:pt x="421" y="0"/>
                </a:cubicBezTo>
                <a:cubicBezTo>
                  <a:pt x="183" y="0"/>
                  <a:pt x="183" y="0"/>
                  <a:pt x="183" y="0"/>
                </a:cubicBezTo>
                <a:cubicBezTo>
                  <a:pt x="166" y="0"/>
                  <a:pt x="151" y="11"/>
                  <a:pt x="145" y="26"/>
                </a:cubicBezTo>
                <a:cubicBezTo>
                  <a:pt x="144" y="30"/>
                  <a:pt x="143" y="35"/>
                  <a:pt x="143" y="41"/>
                </a:cubicBezTo>
                <a:cubicBezTo>
                  <a:pt x="143" y="49"/>
                  <a:pt x="145" y="56"/>
                  <a:pt x="149" y="62"/>
                </a:cubicBezTo>
                <a:cubicBezTo>
                  <a:pt x="156" y="74"/>
                  <a:pt x="169" y="81"/>
                  <a:pt x="183" y="81"/>
                </a:cubicBezTo>
                <a:cubicBezTo>
                  <a:pt x="293" y="81"/>
                  <a:pt x="293" y="81"/>
                  <a:pt x="293" y="81"/>
                </a:cubicBezTo>
                <a:cubicBezTo>
                  <a:pt x="293" y="149"/>
                  <a:pt x="293" y="149"/>
                  <a:pt x="293" y="149"/>
                </a:cubicBezTo>
                <a:cubicBezTo>
                  <a:pt x="292" y="149"/>
                  <a:pt x="292" y="149"/>
                  <a:pt x="292" y="149"/>
                </a:cubicBezTo>
                <a:close/>
                <a:moveTo>
                  <a:pt x="529" y="267"/>
                </a:moveTo>
                <a:cubicBezTo>
                  <a:pt x="523" y="260"/>
                  <a:pt x="513" y="259"/>
                  <a:pt x="506" y="265"/>
                </a:cubicBezTo>
                <a:cubicBezTo>
                  <a:pt x="501" y="270"/>
                  <a:pt x="501" y="278"/>
                  <a:pt x="505" y="284"/>
                </a:cubicBezTo>
                <a:cubicBezTo>
                  <a:pt x="571" y="380"/>
                  <a:pt x="562" y="513"/>
                  <a:pt x="476" y="598"/>
                </a:cubicBezTo>
                <a:cubicBezTo>
                  <a:pt x="426" y="649"/>
                  <a:pt x="358" y="673"/>
                  <a:pt x="292" y="670"/>
                </a:cubicBezTo>
                <a:cubicBezTo>
                  <a:pt x="292" y="670"/>
                  <a:pt x="292" y="670"/>
                  <a:pt x="292" y="670"/>
                </a:cubicBezTo>
                <a:cubicBezTo>
                  <a:pt x="232" y="668"/>
                  <a:pt x="173" y="644"/>
                  <a:pt x="128" y="598"/>
                </a:cubicBezTo>
                <a:cubicBezTo>
                  <a:pt x="42" y="513"/>
                  <a:pt x="33" y="380"/>
                  <a:pt x="100" y="284"/>
                </a:cubicBezTo>
                <a:cubicBezTo>
                  <a:pt x="104" y="278"/>
                  <a:pt x="103" y="270"/>
                  <a:pt x="98" y="265"/>
                </a:cubicBezTo>
                <a:cubicBezTo>
                  <a:pt x="92" y="259"/>
                  <a:pt x="81" y="260"/>
                  <a:pt x="76" y="267"/>
                </a:cubicBezTo>
                <a:cubicBezTo>
                  <a:pt x="0" y="377"/>
                  <a:pt x="12" y="529"/>
                  <a:pt x="113" y="625"/>
                </a:cubicBezTo>
                <a:cubicBezTo>
                  <a:pt x="167" y="675"/>
                  <a:pt x="236" y="700"/>
                  <a:pt x="305" y="699"/>
                </a:cubicBezTo>
                <a:cubicBezTo>
                  <a:pt x="305" y="699"/>
                  <a:pt x="305" y="699"/>
                  <a:pt x="305" y="699"/>
                </a:cubicBezTo>
                <a:cubicBezTo>
                  <a:pt x="309" y="699"/>
                  <a:pt x="313" y="699"/>
                  <a:pt x="317" y="699"/>
                </a:cubicBezTo>
                <a:cubicBezTo>
                  <a:pt x="318" y="699"/>
                  <a:pt x="318" y="699"/>
                  <a:pt x="319" y="699"/>
                </a:cubicBezTo>
                <a:cubicBezTo>
                  <a:pt x="323" y="698"/>
                  <a:pt x="326" y="698"/>
                  <a:pt x="329" y="698"/>
                </a:cubicBezTo>
                <a:cubicBezTo>
                  <a:pt x="331" y="698"/>
                  <a:pt x="332" y="698"/>
                  <a:pt x="334" y="697"/>
                </a:cubicBezTo>
                <a:cubicBezTo>
                  <a:pt x="334" y="697"/>
                  <a:pt x="334" y="697"/>
                  <a:pt x="335" y="697"/>
                </a:cubicBezTo>
                <a:cubicBezTo>
                  <a:pt x="335" y="697"/>
                  <a:pt x="335" y="697"/>
                  <a:pt x="335" y="697"/>
                </a:cubicBezTo>
                <a:cubicBezTo>
                  <a:pt x="391" y="691"/>
                  <a:pt x="447" y="667"/>
                  <a:pt x="491" y="625"/>
                </a:cubicBezTo>
                <a:cubicBezTo>
                  <a:pt x="592" y="529"/>
                  <a:pt x="605" y="377"/>
                  <a:pt x="529" y="267"/>
                </a:cubicBezTo>
                <a:close/>
              </a:path>
            </a:pathLst>
          </a:custGeom>
          <a:solidFill>
            <a:schemeClr val="accent2"/>
          </a:solidFill>
          <a:ln w="9525">
            <a:solidFill>
              <a:srgbClr val="000000"/>
            </a:solidFill>
            <a:round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2" name="Freeform 17">
            <a:extLst>
              <a:ext uri="{FF2B5EF4-FFF2-40B4-BE49-F238E27FC236}">
                <a16:creationId xmlns:a16="http://schemas.microsoft.com/office/drawing/2014/main" id="{ABB81FCB-7CFC-AD59-A49A-D396D920C40F}"/>
              </a:ext>
            </a:extLst>
          </p:cNvPr>
          <p:cNvSpPr>
            <a:spLocks/>
          </p:cNvSpPr>
          <p:nvPr/>
        </p:nvSpPr>
        <p:spPr bwMode="auto">
          <a:xfrm>
            <a:off x="5945112" y="10671663"/>
            <a:ext cx="2800782" cy="1097266"/>
          </a:xfrm>
          <a:custGeom>
            <a:avLst/>
            <a:gdLst>
              <a:gd name="T0" fmla="*/ 386 w 438"/>
              <a:gd name="T1" fmla="*/ 83 h 171"/>
              <a:gd name="T2" fmla="*/ 386 w 438"/>
              <a:gd name="T3" fmla="*/ 112 h 171"/>
              <a:gd name="T4" fmla="*/ 145 w 438"/>
              <a:gd name="T5" fmla="*/ 151 h 171"/>
              <a:gd name="T6" fmla="*/ 51 w 438"/>
              <a:gd name="T7" fmla="*/ 112 h 171"/>
              <a:gd name="T8" fmla="*/ 51 w 438"/>
              <a:gd name="T9" fmla="*/ 83 h 171"/>
              <a:gd name="T10" fmla="*/ 0 w 438"/>
              <a:gd name="T11" fmla="*/ 39 h 171"/>
              <a:gd name="T12" fmla="*/ 0 w 438"/>
              <a:gd name="T13" fmla="*/ 0 h 171"/>
              <a:gd name="T14" fmla="*/ 30 w 438"/>
              <a:gd name="T15" fmla="*/ 34 h 171"/>
              <a:gd name="T16" fmla="*/ 186 w 438"/>
              <a:gd name="T17" fmla="*/ 106 h 171"/>
              <a:gd name="T18" fmla="*/ 186 w 438"/>
              <a:gd name="T19" fmla="*/ 106 h 171"/>
              <a:gd name="T20" fmla="*/ 187 w 438"/>
              <a:gd name="T21" fmla="*/ 106 h 171"/>
              <a:gd name="T22" fmla="*/ 192 w 438"/>
              <a:gd name="T23" fmla="*/ 107 h 171"/>
              <a:gd name="T24" fmla="*/ 202 w 438"/>
              <a:gd name="T25" fmla="*/ 108 h 171"/>
              <a:gd name="T26" fmla="*/ 204 w 438"/>
              <a:gd name="T27" fmla="*/ 108 h 171"/>
              <a:gd name="T28" fmla="*/ 216 w 438"/>
              <a:gd name="T29" fmla="*/ 108 h 171"/>
              <a:gd name="T30" fmla="*/ 216 w 438"/>
              <a:gd name="T31" fmla="*/ 108 h 171"/>
              <a:gd name="T32" fmla="*/ 408 w 438"/>
              <a:gd name="T33" fmla="*/ 34 h 171"/>
              <a:gd name="T34" fmla="*/ 438 w 438"/>
              <a:gd name="T35" fmla="*/ 0 h 171"/>
              <a:gd name="T36" fmla="*/ 438 w 438"/>
              <a:gd name="T37" fmla="*/ 39 h 171"/>
              <a:gd name="T38" fmla="*/ 386 w 438"/>
              <a:gd name="T39" fmla="*/ 83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38" h="171">
                <a:moveTo>
                  <a:pt x="386" y="83"/>
                </a:moveTo>
                <a:cubicBezTo>
                  <a:pt x="386" y="112"/>
                  <a:pt x="386" y="112"/>
                  <a:pt x="386" y="112"/>
                </a:cubicBezTo>
                <a:cubicBezTo>
                  <a:pt x="317" y="155"/>
                  <a:pt x="231" y="171"/>
                  <a:pt x="145" y="151"/>
                </a:cubicBezTo>
                <a:cubicBezTo>
                  <a:pt x="111" y="143"/>
                  <a:pt x="80" y="129"/>
                  <a:pt x="51" y="112"/>
                </a:cubicBezTo>
                <a:cubicBezTo>
                  <a:pt x="51" y="83"/>
                  <a:pt x="51" y="83"/>
                  <a:pt x="51" y="83"/>
                </a:cubicBezTo>
                <a:cubicBezTo>
                  <a:pt x="33" y="70"/>
                  <a:pt x="15" y="56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9" y="12"/>
                  <a:pt x="19" y="23"/>
                  <a:pt x="30" y="34"/>
                </a:cubicBezTo>
                <a:cubicBezTo>
                  <a:pt x="75" y="76"/>
                  <a:pt x="130" y="100"/>
                  <a:pt x="186" y="106"/>
                </a:cubicBezTo>
                <a:cubicBezTo>
                  <a:pt x="186" y="106"/>
                  <a:pt x="186" y="106"/>
                  <a:pt x="186" y="106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9" y="107"/>
                  <a:pt x="190" y="107"/>
                  <a:pt x="192" y="107"/>
                </a:cubicBezTo>
                <a:cubicBezTo>
                  <a:pt x="195" y="107"/>
                  <a:pt x="198" y="107"/>
                  <a:pt x="202" y="108"/>
                </a:cubicBezTo>
                <a:cubicBezTo>
                  <a:pt x="203" y="108"/>
                  <a:pt x="204" y="108"/>
                  <a:pt x="204" y="108"/>
                </a:cubicBezTo>
                <a:cubicBezTo>
                  <a:pt x="208" y="108"/>
                  <a:pt x="212" y="108"/>
                  <a:pt x="216" y="108"/>
                </a:cubicBezTo>
                <a:cubicBezTo>
                  <a:pt x="216" y="108"/>
                  <a:pt x="216" y="108"/>
                  <a:pt x="216" y="108"/>
                </a:cubicBezTo>
                <a:cubicBezTo>
                  <a:pt x="285" y="109"/>
                  <a:pt x="354" y="84"/>
                  <a:pt x="408" y="34"/>
                </a:cubicBezTo>
                <a:cubicBezTo>
                  <a:pt x="419" y="23"/>
                  <a:pt x="429" y="12"/>
                  <a:pt x="438" y="0"/>
                </a:cubicBezTo>
                <a:cubicBezTo>
                  <a:pt x="438" y="39"/>
                  <a:pt x="438" y="39"/>
                  <a:pt x="438" y="39"/>
                </a:cubicBezTo>
                <a:cubicBezTo>
                  <a:pt x="422" y="56"/>
                  <a:pt x="405" y="70"/>
                  <a:pt x="386" y="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E46EBC-7AE2-13BD-74E3-7DFF0415E334}"/>
              </a:ext>
            </a:extLst>
          </p:cNvPr>
          <p:cNvSpPr txBox="1"/>
          <p:nvPr/>
        </p:nvSpPr>
        <p:spPr>
          <a:xfrm>
            <a:off x="6334456" y="6982973"/>
            <a:ext cx="2000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PROCESS 02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B6A000C-BF6B-2378-C964-AE271826F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4133" y="5075108"/>
            <a:ext cx="2778235" cy="2778235"/>
          </a:xfrm>
          <a:prstGeom prst="ellipse">
            <a:avLst/>
          </a:prstGeom>
          <a:solidFill>
            <a:schemeClr val="accent3"/>
          </a:solidFill>
          <a:ln w="9525">
            <a:solidFill>
              <a:srgbClr val="000000"/>
            </a:solidFill>
            <a:round/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0" name="Freeform 20">
            <a:extLst>
              <a:ext uri="{FF2B5EF4-FFF2-40B4-BE49-F238E27FC236}">
                <a16:creationId xmlns:a16="http://schemas.microsoft.com/office/drawing/2014/main" id="{E0099DEF-476B-1475-B5BF-2DCFD1CA8AAE}"/>
              </a:ext>
            </a:extLst>
          </p:cNvPr>
          <p:cNvSpPr>
            <a:spLocks noEditPoints="1"/>
          </p:cNvSpPr>
          <p:nvPr/>
        </p:nvSpPr>
        <p:spPr bwMode="auto">
          <a:xfrm>
            <a:off x="8555501" y="4701836"/>
            <a:ext cx="3870491" cy="4479247"/>
          </a:xfrm>
          <a:custGeom>
            <a:avLst/>
            <a:gdLst>
              <a:gd name="T0" fmla="*/ 313 w 605"/>
              <a:gd name="T1" fmla="*/ 551 h 699"/>
              <a:gd name="T2" fmla="*/ 313 w 605"/>
              <a:gd name="T3" fmla="*/ 551 h 699"/>
              <a:gd name="T4" fmla="*/ 460 w 605"/>
              <a:gd name="T5" fmla="*/ 502 h 699"/>
              <a:gd name="T6" fmla="*/ 462 w 605"/>
              <a:gd name="T7" fmla="*/ 479 h 699"/>
              <a:gd name="T8" fmla="*/ 462 w 605"/>
              <a:gd name="T9" fmla="*/ 479 h 699"/>
              <a:gd name="T10" fmla="*/ 443 w 605"/>
              <a:gd name="T11" fmla="*/ 478 h 699"/>
              <a:gd name="T12" fmla="*/ 307 w 605"/>
              <a:gd name="T13" fmla="*/ 522 h 699"/>
              <a:gd name="T14" fmla="*/ 304 w 605"/>
              <a:gd name="T15" fmla="*/ 522 h 699"/>
              <a:gd name="T16" fmla="*/ 293 w 605"/>
              <a:gd name="T17" fmla="*/ 521 h 699"/>
              <a:gd name="T18" fmla="*/ 289 w 605"/>
              <a:gd name="T19" fmla="*/ 521 h 699"/>
              <a:gd name="T20" fmla="*/ 283 w 605"/>
              <a:gd name="T21" fmla="*/ 521 h 699"/>
              <a:gd name="T22" fmla="*/ 278 w 605"/>
              <a:gd name="T23" fmla="*/ 520 h 699"/>
              <a:gd name="T24" fmla="*/ 272 w 605"/>
              <a:gd name="T25" fmla="*/ 520 h 699"/>
              <a:gd name="T26" fmla="*/ 162 w 605"/>
              <a:gd name="T27" fmla="*/ 478 h 699"/>
              <a:gd name="T28" fmla="*/ 144 w 605"/>
              <a:gd name="T29" fmla="*/ 479 h 699"/>
              <a:gd name="T30" fmla="*/ 144 w 605"/>
              <a:gd name="T31" fmla="*/ 479 h 699"/>
              <a:gd name="T32" fmla="*/ 146 w 605"/>
              <a:gd name="T33" fmla="*/ 502 h 699"/>
              <a:gd name="T34" fmla="*/ 270 w 605"/>
              <a:gd name="T35" fmla="*/ 549 h 699"/>
              <a:gd name="T36" fmla="*/ 270 w 605"/>
              <a:gd name="T37" fmla="*/ 549 h 699"/>
              <a:gd name="T38" fmla="*/ 270 w 605"/>
              <a:gd name="T39" fmla="*/ 549 h 699"/>
              <a:gd name="T40" fmla="*/ 282 w 605"/>
              <a:gd name="T41" fmla="*/ 550 h 699"/>
              <a:gd name="T42" fmla="*/ 284 w 605"/>
              <a:gd name="T43" fmla="*/ 550 h 699"/>
              <a:gd name="T44" fmla="*/ 293 w 605"/>
              <a:gd name="T45" fmla="*/ 551 h 699"/>
              <a:gd name="T46" fmla="*/ 293 w 605"/>
              <a:gd name="T47" fmla="*/ 617 h 699"/>
              <a:gd name="T48" fmla="*/ 184 w 605"/>
              <a:gd name="T49" fmla="*/ 617 h 699"/>
              <a:gd name="T50" fmla="*/ 147 w 605"/>
              <a:gd name="T51" fmla="*/ 641 h 699"/>
              <a:gd name="T52" fmla="*/ 143 w 605"/>
              <a:gd name="T53" fmla="*/ 658 h 699"/>
              <a:gd name="T54" fmla="*/ 149 w 605"/>
              <a:gd name="T55" fmla="*/ 679 h 699"/>
              <a:gd name="T56" fmla="*/ 184 w 605"/>
              <a:gd name="T57" fmla="*/ 699 h 699"/>
              <a:gd name="T58" fmla="*/ 422 w 605"/>
              <a:gd name="T59" fmla="*/ 699 h 699"/>
              <a:gd name="T60" fmla="*/ 459 w 605"/>
              <a:gd name="T61" fmla="*/ 673 h 699"/>
              <a:gd name="T62" fmla="*/ 462 w 605"/>
              <a:gd name="T63" fmla="*/ 658 h 699"/>
              <a:gd name="T64" fmla="*/ 456 w 605"/>
              <a:gd name="T65" fmla="*/ 636 h 699"/>
              <a:gd name="T66" fmla="*/ 422 w 605"/>
              <a:gd name="T67" fmla="*/ 617 h 699"/>
              <a:gd name="T68" fmla="*/ 312 w 605"/>
              <a:gd name="T69" fmla="*/ 617 h 699"/>
              <a:gd name="T70" fmla="*/ 312 w 605"/>
              <a:gd name="T71" fmla="*/ 551 h 699"/>
              <a:gd name="T72" fmla="*/ 313 w 605"/>
              <a:gd name="T73" fmla="*/ 551 h 699"/>
              <a:gd name="T74" fmla="*/ 491 w 605"/>
              <a:gd name="T75" fmla="*/ 75 h 699"/>
              <a:gd name="T76" fmla="*/ 300 w 605"/>
              <a:gd name="T77" fmla="*/ 0 h 699"/>
              <a:gd name="T78" fmla="*/ 300 w 605"/>
              <a:gd name="T79" fmla="*/ 0 h 699"/>
              <a:gd name="T80" fmla="*/ 288 w 605"/>
              <a:gd name="T81" fmla="*/ 1 h 699"/>
              <a:gd name="T82" fmla="*/ 286 w 605"/>
              <a:gd name="T83" fmla="*/ 1 h 699"/>
              <a:gd name="T84" fmla="*/ 275 w 605"/>
              <a:gd name="T85" fmla="*/ 2 h 699"/>
              <a:gd name="T86" fmla="*/ 271 w 605"/>
              <a:gd name="T87" fmla="*/ 2 h 699"/>
              <a:gd name="T88" fmla="*/ 270 w 605"/>
              <a:gd name="T89" fmla="*/ 2 h 699"/>
              <a:gd name="T90" fmla="*/ 270 w 605"/>
              <a:gd name="T91" fmla="*/ 2 h 699"/>
              <a:gd name="T92" fmla="*/ 114 w 605"/>
              <a:gd name="T93" fmla="*/ 75 h 699"/>
              <a:gd name="T94" fmla="*/ 76 w 605"/>
              <a:gd name="T95" fmla="*/ 432 h 699"/>
              <a:gd name="T96" fmla="*/ 99 w 605"/>
              <a:gd name="T97" fmla="*/ 434 h 699"/>
              <a:gd name="T98" fmla="*/ 100 w 605"/>
              <a:gd name="T99" fmla="*/ 416 h 699"/>
              <a:gd name="T100" fmla="*/ 128 w 605"/>
              <a:gd name="T101" fmla="*/ 101 h 699"/>
              <a:gd name="T102" fmla="*/ 313 w 605"/>
              <a:gd name="T103" fmla="*/ 29 h 699"/>
              <a:gd name="T104" fmla="*/ 313 w 605"/>
              <a:gd name="T105" fmla="*/ 29 h 699"/>
              <a:gd name="T106" fmla="*/ 477 w 605"/>
              <a:gd name="T107" fmla="*/ 101 h 699"/>
              <a:gd name="T108" fmla="*/ 505 w 605"/>
              <a:gd name="T109" fmla="*/ 416 h 699"/>
              <a:gd name="T110" fmla="*/ 507 w 605"/>
              <a:gd name="T111" fmla="*/ 434 h 699"/>
              <a:gd name="T112" fmla="*/ 529 w 605"/>
              <a:gd name="T113" fmla="*/ 432 h 699"/>
              <a:gd name="T114" fmla="*/ 491 w 605"/>
              <a:gd name="T115" fmla="*/ 75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05" h="699">
                <a:moveTo>
                  <a:pt x="313" y="551"/>
                </a:moveTo>
                <a:cubicBezTo>
                  <a:pt x="313" y="551"/>
                  <a:pt x="313" y="551"/>
                  <a:pt x="313" y="551"/>
                </a:cubicBezTo>
                <a:cubicBezTo>
                  <a:pt x="365" y="549"/>
                  <a:pt x="416" y="532"/>
                  <a:pt x="460" y="502"/>
                </a:cubicBezTo>
                <a:cubicBezTo>
                  <a:pt x="467" y="497"/>
                  <a:pt x="468" y="486"/>
                  <a:pt x="462" y="479"/>
                </a:cubicBezTo>
                <a:cubicBezTo>
                  <a:pt x="462" y="479"/>
                  <a:pt x="462" y="479"/>
                  <a:pt x="462" y="479"/>
                </a:cubicBezTo>
                <a:cubicBezTo>
                  <a:pt x="457" y="474"/>
                  <a:pt x="449" y="474"/>
                  <a:pt x="443" y="478"/>
                </a:cubicBezTo>
                <a:cubicBezTo>
                  <a:pt x="402" y="506"/>
                  <a:pt x="355" y="521"/>
                  <a:pt x="307" y="522"/>
                </a:cubicBezTo>
                <a:cubicBezTo>
                  <a:pt x="306" y="522"/>
                  <a:pt x="305" y="522"/>
                  <a:pt x="304" y="522"/>
                </a:cubicBezTo>
                <a:cubicBezTo>
                  <a:pt x="300" y="522"/>
                  <a:pt x="297" y="522"/>
                  <a:pt x="293" y="521"/>
                </a:cubicBezTo>
                <a:cubicBezTo>
                  <a:pt x="292" y="521"/>
                  <a:pt x="290" y="521"/>
                  <a:pt x="289" y="521"/>
                </a:cubicBezTo>
                <a:cubicBezTo>
                  <a:pt x="287" y="521"/>
                  <a:pt x="285" y="521"/>
                  <a:pt x="283" y="521"/>
                </a:cubicBezTo>
                <a:cubicBezTo>
                  <a:pt x="281" y="521"/>
                  <a:pt x="279" y="521"/>
                  <a:pt x="278" y="520"/>
                </a:cubicBezTo>
                <a:cubicBezTo>
                  <a:pt x="276" y="520"/>
                  <a:pt x="274" y="520"/>
                  <a:pt x="272" y="520"/>
                </a:cubicBezTo>
                <a:cubicBezTo>
                  <a:pt x="234" y="515"/>
                  <a:pt x="196" y="501"/>
                  <a:pt x="162" y="478"/>
                </a:cubicBezTo>
                <a:cubicBezTo>
                  <a:pt x="156" y="474"/>
                  <a:pt x="149" y="474"/>
                  <a:pt x="144" y="479"/>
                </a:cubicBezTo>
                <a:cubicBezTo>
                  <a:pt x="144" y="479"/>
                  <a:pt x="144" y="479"/>
                  <a:pt x="144" y="479"/>
                </a:cubicBezTo>
                <a:cubicBezTo>
                  <a:pt x="137" y="486"/>
                  <a:pt x="138" y="497"/>
                  <a:pt x="146" y="502"/>
                </a:cubicBezTo>
                <a:cubicBezTo>
                  <a:pt x="183" y="528"/>
                  <a:pt x="226" y="544"/>
                  <a:pt x="270" y="549"/>
                </a:cubicBezTo>
                <a:cubicBezTo>
                  <a:pt x="270" y="549"/>
                  <a:pt x="270" y="549"/>
                  <a:pt x="270" y="549"/>
                </a:cubicBezTo>
                <a:cubicBezTo>
                  <a:pt x="270" y="549"/>
                  <a:pt x="270" y="549"/>
                  <a:pt x="270" y="549"/>
                </a:cubicBezTo>
                <a:cubicBezTo>
                  <a:pt x="274" y="549"/>
                  <a:pt x="278" y="550"/>
                  <a:pt x="282" y="550"/>
                </a:cubicBezTo>
                <a:cubicBezTo>
                  <a:pt x="283" y="550"/>
                  <a:pt x="283" y="550"/>
                  <a:pt x="284" y="550"/>
                </a:cubicBezTo>
                <a:cubicBezTo>
                  <a:pt x="287" y="550"/>
                  <a:pt x="290" y="550"/>
                  <a:pt x="293" y="551"/>
                </a:cubicBezTo>
                <a:cubicBezTo>
                  <a:pt x="293" y="617"/>
                  <a:pt x="293" y="617"/>
                  <a:pt x="293" y="617"/>
                </a:cubicBezTo>
                <a:cubicBezTo>
                  <a:pt x="184" y="617"/>
                  <a:pt x="184" y="617"/>
                  <a:pt x="184" y="617"/>
                </a:cubicBezTo>
                <a:cubicBezTo>
                  <a:pt x="167" y="617"/>
                  <a:pt x="153" y="627"/>
                  <a:pt x="147" y="641"/>
                </a:cubicBezTo>
                <a:cubicBezTo>
                  <a:pt x="144" y="646"/>
                  <a:pt x="143" y="652"/>
                  <a:pt x="143" y="658"/>
                </a:cubicBezTo>
                <a:cubicBezTo>
                  <a:pt x="143" y="666"/>
                  <a:pt x="145" y="673"/>
                  <a:pt x="149" y="679"/>
                </a:cubicBezTo>
                <a:cubicBezTo>
                  <a:pt x="156" y="691"/>
                  <a:pt x="169" y="699"/>
                  <a:pt x="184" y="699"/>
                </a:cubicBezTo>
                <a:cubicBezTo>
                  <a:pt x="422" y="699"/>
                  <a:pt x="422" y="699"/>
                  <a:pt x="422" y="699"/>
                </a:cubicBezTo>
                <a:cubicBezTo>
                  <a:pt x="439" y="699"/>
                  <a:pt x="453" y="688"/>
                  <a:pt x="459" y="673"/>
                </a:cubicBezTo>
                <a:cubicBezTo>
                  <a:pt x="461" y="668"/>
                  <a:pt x="462" y="663"/>
                  <a:pt x="462" y="658"/>
                </a:cubicBezTo>
                <a:cubicBezTo>
                  <a:pt x="462" y="650"/>
                  <a:pt x="460" y="643"/>
                  <a:pt x="456" y="636"/>
                </a:cubicBezTo>
                <a:cubicBezTo>
                  <a:pt x="449" y="625"/>
                  <a:pt x="436" y="617"/>
                  <a:pt x="422" y="617"/>
                </a:cubicBezTo>
                <a:cubicBezTo>
                  <a:pt x="312" y="617"/>
                  <a:pt x="312" y="617"/>
                  <a:pt x="312" y="617"/>
                </a:cubicBezTo>
                <a:cubicBezTo>
                  <a:pt x="312" y="551"/>
                  <a:pt x="312" y="551"/>
                  <a:pt x="312" y="551"/>
                </a:cubicBezTo>
                <a:cubicBezTo>
                  <a:pt x="313" y="551"/>
                  <a:pt x="313" y="551"/>
                  <a:pt x="313" y="551"/>
                </a:cubicBezTo>
                <a:close/>
                <a:moveTo>
                  <a:pt x="491" y="75"/>
                </a:moveTo>
                <a:cubicBezTo>
                  <a:pt x="438" y="24"/>
                  <a:pt x="369" y="0"/>
                  <a:pt x="300" y="0"/>
                </a:cubicBezTo>
                <a:cubicBezTo>
                  <a:pt x="300" y="0"/>
                  <a:pt x="300" y="0"/>
                  <a:pt x="300" y="0"/>
                </a:cubicBezTo>
                <a:cubicBezTo>
                  <a:pt x="296" y="0"/>
                  <a:pt x="292" y="0"/>
                  <a:pt x="288" y="1"/>
                </a:cubicBezTo>
                <a:cubicBezTo>
                  <a:pt x="287" y="1"/>
                  <a:pt x="286" y="1"/>
                  <a:pt x="286" y="1"/>
                </a:cubicBezTo>
                <a:cubicBezTo>
                  <a:pt x="282" y="1"/>
                  <a:pt x="279" y="1"/>
                  <a:pt x="275" y="2"/>
                </a:cubicBezTo>
                <a:cubicBezTo>
                  <a:pt x="274" y="2"/>
                  <a:pt x="273" y="2"/>
                  <a:pt x="271" y="2"/>
                </a:cubicBezTo>
                <a:cubicBezTo>
                  <a:pt x="271" y="2"/>
                  <a:pt x="271" y="2"/>
                  <a:pt x="270" y="2"/>
                </a:cubicBezTo>
                <a:cubicBezTo>
                  <a:pt x="270" y="2"/>
                  <a:pt x="270" y="2"/>
                  <a:pt x="270" y="2"/>
                </a:cubicBezTo>
                <a:cubicBezTo>
                  <a:pt x="213" y="9"/>
                  <a:pt x="158" y="33"/>
                  <a:pt x="114" y="75"/>
                </a:cubicBezTo>
                <a:cubicBezTo>
                  <a:pt x="13" y="170"/>
                  <a:pt x="0" y="323"/>
                  <a:pt x="76" y="432"/>
                </a:cubicBezTo>
                <a:cubicBezTo>
                  <a:pt x="81" y="440"/>
                  <a:pt x="92" y="441"/>
                  <a:pt x="99" y="434"/>
                </a:cubicBezTo>
                <a:cubicBezTo>
                  <a:pt x="104" y="429"/>
                  <a:pt x="104" y="422"/>
                  <a:pt x="100" y="416"/>
                </a:cubicBezTo>
                <a:cubicBezTo>
                  <a:pt x="33" y="320"/>
                  <a:pt x="43" y="187"/>
                  <a:pt x="128" y="101"/>
                </a:cubicBezTo>
                <a:cubicBezTo>
                  <a:pt x="179" y="50"/>
                  <a:pt x="247" y="26"/>
                  <a:pt x="313" y="29"/>
                </a:cubicBezTo>
                <a:cubicBezTo>
                  <a:pt x="313" y="29"/>
                  <a:pt x="313" y="29"/>
                  <a:pt x="313" y="29"/>
                </a:cubicBezTo>
                <a:cubicBezTo>
                  <a:pt x="373" y="32"/>
                  <a:pt x="431" y="56"/>
                  <a:pt x="477" y="101"/>
                </a:cubicBezTo>
                <a:cubicBezTo>
                  <a:pt x="562" y="187"/>
                  <a:pt x="572" y="320"/>
                  <a:pt x="505" y="416"/>
                </a:cubicBezTo>
                <a:cubicBezTo>
                  <a:pt x="501" y="422"/>
                  <a:pt x="502" y="429"/>
                  <a:pt x="507" y="434"/>
                </a:cubicBezTo>
                <a:cubicBezTo>
                  <a:pt x="513" y="441"/>
                  <a:pt x="524" y="440"/>
                  <a:pt x="529" y="432"/>
                </a:cubicBezTo>
                <a:cubicBezTo>
                  <a:pt x="605" y="323"/>
                  <a:pt x="593" y="170"/>
                  <a:pt x="491" y="75"/>
                </a:cubicBezTo>
                <a:close/>
              </a:path>
            </a:pathLst>
          </a:custGeom>
          <a:solidFill>
            <a:schemeClr val="accent3"/>
          </a:solidFill>
          <a:ln w="9525">
            <a:solidFill>
              <a:srgbClr val="000000"/>
            </a:solidFill>
            <a:round/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1" name="Freeform 21">
            <a:extLst>
              <a:ext uri="{FF2B5EF4-FFF2-40B4-BE49-F238E27FC236}">
                <a16:creationId xmlns:a16="http://schemas.microsoft.com/office/drawing/2014/main" id="{47DB61C9-BAF4-A37F-9743-4E450C3E88EE}"/>
              </a:ext>
            </a:extLst>
          </p:cNvPr>
          <p:cNvSpPr>
            <a:spLocks/>
          </p:cNvSpPr>
          <p:nvPr/>
        </p:nvSpPr>
        <p:spPr bwMode="auto">
          <a:xfrm>
            <a:off x="9091607" y="4306019"/>
            <a:ext cx="2803287" cy="1089750"/>
          </a:xfrm>
          <a:custGeom>
            <a:avLst/>
            <a:gdLst>
              <a:gd name="T0" fmla="*/ 386 w 438"/>
              <a:gd name="T1" fmla="*/ 88 h 170"/>
              <a:gd name="T2" fmla="*/ 386 w 438"/>
              <a:gd name="T3" fmla="*/ 58 h 170"/>
              <a:gd name="T4" fmla="*/ 145 w 438"/>
              <a:gd name="T5" fmla="*/ 20 h 170"/>
              <a:gd name="T6" fmla="*/ 51 w 438"/>
              <a:gd name="T7" fmla="*/ 58 h 170"/>
              <a:gd name="T8" fmla="*/ 51 w 438"/>
              <a:gd name="T9" fmla="*/ 88 h 170"/>
              <a:gd name="T10" fmla="*/ 0 w 438"/>
              <a:gd name="T11" fmla="*/ 131 h 170"/>
              <a:gd name="T12" fmla="*/ 0 w 438"/>
              <a:gd name="T13" fmla="*/ 170 h 170"/>
              <a:gd name="T14" fmla="*/ 30 w 438"/>
              <a:gd name="T15" fmla="*/ 137 h 170"/>
              <a:gd name="T16" fmla="*/ 186 w 438"/>
              <a:gd name="T17" fmla="*/ 64 h 170"/>
              <a:gd name="T18" fmla="*/ 186 w 438"/>
              <a:gd name="T19" fmla="*/ 64 h 170"/>
              <a:gd name="T20" fmla="*/ 187 w 438"/>
              <a:gd name="T21" fmla="*/ 64 h 170"/>
              <a:gd name="T22" fmla="*/ 191 w 438"/>
              <a:gd name="T23" fmla="*/ 64 h 170"/>
              <a:gd name="T24" fmla="*/ 202 w 438"/>
              <a:gd name="T25" fmla="*/ 63 h 170"/>
              <a:gd name="T26" fmla="*/ 204 w 438"/>
              <a:gd name="T27" fmla="*/ 63 h 170"/>
              <a:gd name="T28" fmla="*/ 216 w 438"/>
              <a:gd name="T29" fmla="*/ 62 h 170"/>
              <a:gd name="T30" fmla="*/ 216 w 438"/>
              <a:gd name="T31" fmla="*/ 62 h 170"/>
              <a:gd name="T32" fmla="*/ 407 w 438"/>
              <a:gd name="T33" fmla="*/ 137 h 170"/>
              <a:gd name="T34" fmla="*/ 438 w 438"/>
              <a:gd name="T35" fmla="*/ 170 h 170"/>
              <a:gd name="T36" fmla="*/ 438 w 438"/>
              <a:gd name="T37" fmla="*/ 131 h 170"/>
              <a:gd name="T38" fmla="*/ 386 w 438"/>
              <a:gd name="T39" fmla="*/ 88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38" h="170">
                <a:moveTo>
                  <a:pt x="386" y="88"/>
                </a:moveTo>
                <a:cubicBezTo>
                  <a:pt x="386" y="58"/>
                  <a:pt x="386" y="58"/>
                  <a:pt x="386" y="58"/>
                </a:cubicBezTo>
                <a:cubicBezTo>
                  <a:pt x="316" y="16"/>
                  <a:pt x="231" y="0"/>
                  <a:pt x="145" y="20"/>
                </a:cubicBezTo>
                <a:cubicBezTo>
                  <a:pt x="111" y="28"/>
                  <a:pt x="79" y="41"/>
                  <a:pt x="51" y="58"/>
                </a:cubicBezTo>
                <a:cubicBezTo>
                  <a:pt x="51" y="88"/>
                  <a:pt x="51" y="88"/>
                  <a:pt x="51" y="88"/>
                </a:cubicBezTo>
                <a:cubicBezTo>
                  <a:pt x="32" y="100"/>
                  <a:pt x="15" y="115"/>
                  <a:pt x="0" y="131"/>
                </a:cubicBezTo>
                <a:cubicBezTo>
                  <a:pt x="0" y="170"/>
                  <a:pt x="0" y="170"/>
                  <a:pt x="0" y="170"/>
                </a:cubicBezTo>
                <a:cubicBezTo>
                  <a:pt x="9" y="158"/>
                  <a:pt x="19" y="147"/>
                  <a:pt x="30" y="137"/>
                </a:cubicBezTo>
                <a:cubicBezTo>
                  <a:pt x="74" y="95"/>
                  <a:pt x="129" y="71"/>
                  <a:pt x="186" y="64"/>
                </a:cubicBezTo>
                <a:cubicBezTo>
                  <a:pt x="186" y="64"/>
                  <a:pt x="186" y="64"/>
                  <a:pt x="186" y="64"/>
                </a:cubicBezTo>
                <a:cubicBezTo>
                  <a:pt x="187" y="64"/>
                  <a:pt x="187" y="64"/>
                  <a:pt x="187" y="64"/>
                </a:cubicBezTo>
                <a:cubicBezTo>
                  <a:pt x="189" y="64"/>
                  <a:pt x="190" y="64"/>
                  <a:pt x="191" y="64"/>
                </a:cubicBezTo>
                <a:cubicBezTo>
                  <a:pt x="195" y="63"/>
                  <a:pt x="198" y="63"/>
                  <a:pt x="202" y="63"/>
                </a:cubicBezTo>
                <a:cubicBezTo>
                  <a:pt x="202" y="63"/>
                  <a:pt x="203" y="63"/>
                  <a:pt x="204" y="63"/>
                </a:cubicBezTo>
                <a:cubicBezTo>
                  <a:pt x="208" y="62"/>
                  <a:pt x="212" y="62"/>
                  <a:pt x="216" y="62"/>
                </a:cubicBezTo>
                <a:cubicBezTo>
                  <a:pt x="216" y="62"/>
                  <a:pt x="216" y="62"/>
                  <a:pt x="216" y="62"/>
                </a:cubicBezTo>
                <a:cubicBezTo>
                  <a:pt x="285" y="62"/>
                  <a:pt x="354" y="86"/>
                  <a:pt x="407" y="137"/>
                </a:cubicBezTo>
                <a:cubicBezTo>
                  <a:pt x="419" y="147"/>
                  <a:pt x="429" y="158"/>
                  <a:pt x="438" y="170"/>
                </a:cubicBezTo>
                <a:cubicBezTo>
                  <a:pt x="438" y="131"/>
                  <a:pt x="438" y="131"/>
                  <a:pt x="438" y="131"/>
                </a:cubicBezTo>
                <a:cubicBezTo>
                  <a:pt x="422" y="115"/>
                  <a:pt x="405" y="100"/>
                  <a:pt x="386" y="88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4C319B-F9DB-DF90-AEEC-54B1871F245A}"/>
              </a:ext>
            </a:extLst>
          </p:cNvPr>
          <p:cNvSpPr txBox="1"/>
          <p:nvPr/>
        </p:nvSpPr>
        <p:spPr>
          <a:xfrm>
            <a:off x="9473536" y="8750296"/>
            <a:ext cx="2005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PROCESS 03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6A7B360-464B-C4EE-78C4-37DF74F6F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0609" y="8206573"/>
            <a:ext cx="2775730" cy="2780741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39" name="Freeform 24">
            <a:extLst>
              <a:ext uri="{FF2B5EF4-FFF2-40B4-BE49-F238E27FC236}">
                <a16:creationId xmlns:a16="http://schemas.microsoft.com/office/drawing/2014/main" id="{CDE66D3D-C984-C675-AA68-10B1183769FA}"/>
              </a:ext>
            </a:extLst>
          </p:cNvPr>
          <p:cNvSpPr>
            <a:spLocks noEditPoints="1"/>
          </p:cNvSpPr>
          <p:nvPr/>
        </p:nvSpPr>
        <p:spPr bwMode="auto">
          <a:xfrm>
            <a:off x="11696986" y="6886347"/>
            <a:ext cx="3867985" cy="4484258"/>
          </a:xfrm>
          <a:custGeom>
            <a:avLst/>
            <a:gdLst>
              <a:gd name="T0" fmla="*/ 293 w 605"/>
              <a:gd name="T1" fmla="*/ 149 h 700"/>
              <a:gd name="T2" fmla="*/ 293 w 605"/>
              <a:gd name="T3" fmla="*/ 81 h 700"/>
              <a:gd name="T4" fmla="*/ 183 w 605"/>
              <a:gd name="T5" fmla="*/ 81 h 700"/>
              <a:gd name="T6" fmla="*/ 149 w 605"/>
              <a:gd name="T7" fmla="*/ 62 h 700"/>
              <a:gd name="T8" fmla="*/ 143 w 605"/>
              <a:gd name="T9" fmla="*/ 41 h 700"/>
              <a:gd name="T10" fmla="*/ 146 w 605"/>
              <a:gd name="T11" fmla="*/ 26 h 700"/>
              <a:gd name="T12" fmla="*/ 183 w 605"/>
              <a:gd name="T13" fmla="*/ 0 h 700"/>
              <a:gd name="T14" fmla="*/ 421 w 605"/>
              <a:gd name="T15" fmla="*/ 0 h 700"/>
              <a:gd name="T16" fmla="*/ 456 w 605"/>
              <a:gd name="T17" fmla="*/ 20 h 700"/>
              <a:gd name="T18" fmla="*/ 462 w 605"/>
              <a:gd name="T19" fmla="*/ 41 h 700"/>
              <a:gd name="T20" fmla="*/ 458 w 605"/>
              <a:gd name="T21" fmla="*/ 58 h 700"/>
              <a:gd name="T22" fmla="*/ 421 w 605"/>
              <a:gd name="T23" fmla="*/ 81 h 700"/>
              <a:gd name="T24" fmla="*/ 312 w 605"/>
              <a:gd name="T25" fmla="*/ 81 h 700"/>
              <a:gd name="T26" fmla="*/ 312 w 605"/>
              <a:gd name="T27" fmla="*/ 149 h 700"/>
              <a:gd name="T28" fmla="*/ 321 w 605"/>
              <a:gd name="T29" fmla="*/ 149 h 700"/>
              <a:gd name="T30" fmla="*/ 323 w 605"/>
              <a:gd name="T31" fmla="*/ 149 h 700"/>
              <a:gd name="T32" fmla="*/ 335 w 605"/>
              <a:gd name="T33" fmla="*/ 151 h 700"/>
              <a:gd name="T34" fmla="*/ 335 w 605"/>
              <a:gd name="T35" fmla="*/ 151 h 700"/>
              <a:gd name="T36" fmla="*/ 335 w 605"/>
              <a:gd name="T37" fmla="*/ 151 h 700"/>
              <a:gd name="T38" fmla="*/ 459 w 605"/>
              <a:gd name="T39" fmla="*/ 198 h 700"/>
              <a:gd name="T40" fmla="*/ 461 w 605"/>
              <a:gd name="T41" fmla="*/ 220 h 700"/>
              <a:gd name="T42" fmla="*/ 461 w 605"/>
              <a:gd name="T43" fmla="*/ 220 h 700"/>
              <a:gd name="T44" fmla="*/ 443 w 605"/>
              <a:gd name="T45" fmla="*/ 222 h 700"/>
              <a:gd name="T46" fmla="*/ 333 w 605"/>
              <a:gd name="T47" fmla="*/ 180 h 700"/>
              <a:gd name="T48" fmla="*/ 327 w 605"/>
              <a:gd name="T49" fmla="*/ 179 h 700"/>
              <a:gd name="T50" fmla="*/ 322 w 605"/>
              <a:gd name="T51" fmla="*/ 179 h 700"/>
              <a:gd name="T52" fmla="*/ 316 w 605"/>
              <a:gd name="T53" fmla="*/ 178 h 700"/>
              <a:gd name="T54" fmla="*/ 312 w 605"/>
              <a:gd name="T55" fmla="*/ 178 h 700"/>
              <a:gd name="T56" fmla="*/ 301 w 605"/>
              <a:gd name="T57" fmla="*/ 178 h 700"/>
              <a:gd name="T58" fmla="*/ 298 w 605"/>
              <a:gd name="T59" fmla="*/ 178 h 700"/>
              <a:gd name="T60" fmla="*/ 162 w 605"/>
              <a:gd name="T61" fmla="*/ 222 h 700"/>
              <a:gd name="T62" fmla="*/ 143 w 605"/>
              <a:gd name="T63" fmla="*/ 220 h 700"/>
              <a:gd name="T64" fmla="*/ 143 w 605"/>
              <a:gd name="T65" fmla="*/ 220 h 700"/>
              <a:gd name="T66" fmla="*/ 145 w 605"/>
              <a:gd name="T67" fmla="*/ 198 h 700"/>
              <a:gd name="T68" fmla="*/ 292 w 605"/>
              <a:gd name="T69" fmla="*/ 149 h 700"/>
              <a:gd name="T70" fmla="*/ 292 w 605"/>
              <a:gd name="T71" fmla="*/ 149 h 700"/>
              <a:gd name="T72" fmla="*/ 293 w 605"/>
              <a:gd name="T73" fmla="*/ 149 h 700"/>
              <a:gd name="T74" fmla="*/ 529 w 605"/>
              <a:gd name="T75" fmla="*/ 267 h 700"/>
              <a:gd name="T76" fmla="*/ 506 w 605"/>
              <a:gd name="T77" fmla="*/ 265 h 700"/>
              <a:gd name="T78" fmla="*/ 505 w 605"/>
              <a:gd name="T79" fmla="*/ 284 h 700"/>
              <a:gd name="T80" fmla="*/ 477 w 605"/>
              <a:gd name="T81" fmla="*/ 598 h 700"/>
              <a:gd name="T82" fmla="*/ 292 w 605"/>
              <a:gd name="T83" fmla="*/ 670 h 700"/>
              <a:gd name="T84" fmla="*/ 292 w 605"/>
              <a:gd name="T85" fmla="*/ 670 h 700"/>
              <a:gd name="T86" fmla="*/ 128 w 605"/>
              <a:gd name="T87" fmla="*/ 598 h 700"/>
              <a:gd name="T88" fmla="*/ 100 w 605"/>
              <a:gd name="T89" fmla="*/ 284 h 700"/>
              <a:gd name="T90" fmla="*/ 98 w 605"/>
              <a:gd name="T91" fmla="*/ 265 h 700"/>
              <a:gd name="T92" fmla="*/ 76 w 605"/>
              <a:gd name="T93" fmla="*/ 267 h 700"/>
              <a:gd name="T94" fmla="*/ 114 w 605"/>
              <a:gd name="T95" fmla="*/ 625 h 700"/>
              <a:gd name="T96" fmla="*/ 305 w 605"/>
              <a:gd name="T97" fmla="*/ 699 h 700"/>
              <a:gd name="T98" fmla="*/ 305 w 605"/>
              <a:gd name="T99" fmla="*/ 699 h 700"/>
              <a:gd name="T100" fmla="*/ 317 w 605"/>
              <a:gd name="T101" fmla="*/ 699 h 700"/>
              <a:gd name="T102" fmla="*/ 319 w 605"/>
              <a:gd name="T103" fmla="*/ 699 h 700"/>
              <a:gd name="T104" fmla="*/ 330 w 605"/>
              <a:gd name="T105" fmla="*/ 698 h 700"/>
              <a:gd name="T106" fmla="*/ 334 w 605"/>
              <a:gd name="T107" fmla="*/ 697 h 700"/>
              <a:gd name="T108" fmla="*/ 335 w 605"/>
              <a:gd name="T109" fmla="*/ 697 h 700"/>
              <a:gd name="T110" fmla="*/ 335 w 605"/>
              <a:gd name="T111" fmla="*/ 697 h 700"/>
              <a:gd name="T112" fmla="*/ 491 w 605"/>
              <a:gd name="T113" fmla="*/ 625 h 700"/>
              <a:gd name="T114" fmla="*/ 529 w 605"/>
              <a:gd name="T115" fmla="*/ 26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05" h="700">
                <a:moveTo>
                  <a:pt x="293" y="149"/>
                </a:moveTo>
                <a:cubicBezTo>
                  <a:pt x="293" y="81"/>
                  <a:pt x="293" y="81"/>
                  <a:pt x="293" y="81"/>
                </a:cubicBezTo>
                <a:cubicBezTo>
                  <a:pt x="183" y="81"/>
                  <a:pt x="183" y="81"/>
                  <a:pt x="183" y="81"/>
                </a:cubicBezTo>
                <a:cubicBezTo>
                  <a:pt x="169" y="81"/>
                  <a:pt x="156" y="74"/>
                  <a:pt x="149" y="62"/>
                </a:cubicBezTo>
                <a:cubicBezTo>
                  <a:pt x="145" y="56"/>
                  <a:pt x="143" y="49"/>
                  <a:pt x="143" y="41"/>
                </a:cubicBezTo>
                <a:cubicBezTo>
                  <a:pt x="143" y="35"/>
                  <a:pt x="144" y="30"/>
                  <a:pt x="146" y="26"/>
                </a:cubicBezTo>
                <a:cubicBezTo>
                  <a:pt x="152" y="11"/>
                  <a:pt x="166" y="0"/>
                  <a:pt x="183" y="0"/>
                </a:cubicBezTo>
                <a:cubicBezTo>
                  <a:pt x="421" y="0"/>
                  <a:pt x="421" y="0"/>
                  <a:pt x="421" y="0"/>
                </a:cubicBezTo>
                <a:cubicBezTo>
                  <a:pt x="436" y="0"/>
                  <a:pt x="449" y="8"/>
                  <a:pt x="456" y="20"/>
                </a:cubicBezTo>
                <a:cubicBezTo>
                  <a:pt x="460" y="26"/>
                  <a:pt x="462" y="33"/>
                  <a:pt x="462" y="41"/>
                </a:cubicBezTo>
                <a:cubicBezTo>
                  <a:pt x="462" y="47"/>
                  <a:pt x="461" y="53"/>
                  <a:pt x="458" y="58"/>
                </a:cubicBezTo>
                <a:cubicBezTo>
                  <a:pt x="452" y="72"/>
                  <a:pt x="438" y="81"/>
                  <a:pt x="421" y="81"/>
                </a:cubicBezTo>
                <a:cubicBezTo>
                  <a:pt x="312" y="81"/>
                  <a:pt x="312" y="81"/>
                  <a:pt x="312" y="81"/>
                </a:cubicBezTo>
                <a:cubicBezTo>
                  <a:pt x="312" y="149"/>
                  <a:pt x="312" y="149"/>
                  <a:pt x="312" y="149"/>
                </a:cubicBezTo>
                <a:cubicBezTo>
                  <a:pt x="315" y="149"/>
                  <a:pt x="318" y="149"/>
                  <a:pt x="321" y="149"/>
                </a:cubicBezTo>
                <a:cubicBezTo>
                  <a:pt x="322" y="149"/>
                  <a:pt x="322" y="149"/>
                  <a:pt x="323" y="149"/>
                </a:cubicBezTo>
                <a:cubicBezTo>
                  <a:pt x="327" y="150"/>
                  <a:pt x="331" y="150"/>
                  <a:pt x="335" y="151"/>
                </a:cubicBezTo>
                <a:cubicBezTo>
                  <a:pt x="335" y="151"/>
                  <a:pt x="335" y="151"/>
                  <a:pt x="335" y="151"/>
                </a:cubicBezTo>
                <a:cubicBezTo>
                  <a:pt x="335" y="151"/>
                  <a:pt x="335" y="151"/>
                  <a:pt x="335" y="151"/>
                </a:cubicBezTo>
                <a:cubicBezTo>
                  <a:pt x="379" y="156"/>
                  <a:pt x="422" y="171"/>
                  <a:pt x="459" y="198"/>
                </a:cubicBezTo>
                <a:cubicBezTo>
                  <a:pt x="467" y="203"/>
                  <a:pt x="468" y="214"/>
                  <a:pt x="461" y="220"/>
                </a:cubicBezTo>
                <a:cubicBezTo>
                  <a:pt x="461" y="220"/>
                  <a:pt x="461" y="220"/>
                  <a:pt x="461" y="220"/>
                </a:cubicBezTo>
                <a:cubicBezTo>
                  <a:pt x="456" y="225"/>
                  <a:pt x="449" y="226"/>
                  <a:pt x="443" y="222"/>
                </a:cubicBezTo>
                <a:cubicBezTo>
                  <a:pt x="409" y="198"/>
                  <a:pt x="371" y="184"/>
                  <a:pt x="333" y="180"/>
                </a:cubicBezTo>
                <a:cubicBezTo>
                  <a:pt x="331" y="179"/>
                  <a:pt x="329" y="179"/>
                  <a:pt x="327" y="179"/>
                </a:cubicBezTo>
                <a:cubicBezTo>
                  <a:pt x="326" y="179"/>
                  <a:pt x="324" y="179"/>
                  <a:pt x="322" y="179"/>
                </a:cubicBezTo>
                <a:cubicBezTo>
                  <a:pt x="320" y="178"/>
                  <a:pt x="318" y="178"/>
                  <a:pt x="316" y="178"/>
                </a:cubicBezTo>
                <a:cubicBezTo>
                  <a:pt x="315" y="178"/>
                  <a:pt x="313" y="178"/>
                  <a:pt x="312" y="178"/>
                </a:cubicBezTo>
                <a:cubicBezTo>
                  <a:pt x="308" y="178"/>
                  <a:pt x="305" y="178"/>
                  <a:pt x="301" y="178"/>
                </a:cubicBezTo>
                <a:cubicBezTo>
                  <a:pt x="300" y="178"/>
                  <a:pt x="299" y="178"/>
                  <a:pt x="298" y="178"/>
                </a:cubicBezTo>
                <a:cubicBezTo>
                  <a:pt x="250" y="179"/>
                  <a:pt x="203" y="193"/>
                  <a:pt x="162" y="222"/>
                </a:cubicBezTo>
                <a:cubicBezTo>
                  <a:pt x="156" y="226"/>
                  <a:pt x="148" y="225"/>
                  <a:pt x="143" y="220"/>
                </a:cubicBezTo>
                <a:cubicBezTo>
                  <a:pt x="143" y="220"/>
                  <a:pt x="143" y="220"/>
                  <a:pt x="143" y="220"/>
                </a:cubicBezTo>
                <a:cubicBezTo>
                  <a:pt x="137" y="214"/>
                  <a:pt x="138" y="203"/>
                  <a:pt x="145" y="198"/>
                </a:cubicBezTo>
                <a:cubicBezTo>
                  <a:pt x="189" y="167"/>
                  <a:pt x="240" y="151"/>
                  <a:pt x="292" y="149"/>
                </a:cubicBezTo>
                <a:cubicBezTo>
                  <a:pt x="292" y="149"/>
                  <a:pt x="292" y="149"/>
                  <a:pt x="292" y="149"/>
                </a:cubicBezTo>
                <a:cubicBezTo>
                  <a:pt x="292" y="149"/>
                  <a:pt x="292" y="149"/>
                  <a:pt x="293" y="149"/>
                </a:cubicBezTo>
                <a:close/>
                <a:moveTo>
                  <a:pt x="529" y="267"/>
                </a:moveTo>
                <a:cubicBezTo>
                  <a:pt x="524" y="260"/>
                  <a:pt x="513" y="259"/>
                  <a:pt x="506" y="265"/>
                </a:cubicBezTo>
                <a:cubicBezTo>
                  <a:pt x="501" y="270"/>
                  <a:pt x="501" y="278"/>
                  <a:pt x="505" y="284"/>
                </a:cubicBezTo>
                <a:cubicBezTo>
                  <a:pt x="572" y="380"/>
                  <a:pt x="562" y="513"/>
                  <a:pt x="477" y="598"/>
                </a:cubicBezTo>
                <a:cubicBezTo>
                  <a:pt x="426" y="649"/>
                  <a:pt x="358" y="673"/>
                  <a:pt x="292" y="670"/>
                </a:cubicBezTo>
                <a:cubicBezTo>
                  <a:pt x="292" y="670"/>
                  <a:pt x="292" y="670"/>
                  <a:pt x="292" y="670"/>
                </a:cubicBezTo>
                <a:cubicBezTo>
                  <a:pt x="232" y="668"/>
                  <a:pt x="174" y="644"/>
                  <a:pt x="128" y="598"/>
                </a:cubicBezTo>
                <a:cubicBezTo>
                  <a:pt x="43" y="513"/>
                  <a:pt x="33" y="380"/>
                  <a:pt x="100" y="284"/>
                </a:cubicBezTo>
                <a:cubicBezTo>
                  <a:pt x="104" y="278"/>
                  <a:pt x="103" y="270"/>
                  <a:pt x="98" y="265"/>
                </a:cubicBezTo>
                <a:cubicBezTo>
                  <a:pt x="92" y="259"/>
                  <a:pt x="81" y="260"/>
                  <a:pt x="76" y="267"/>
                </a:cubicBezTo>
                <a:cubicBezTo>
                  <a:pt x="0" y="377"/>
                  <a:pt x="12" y="529"/>
                  <a:pt x="114" y="625"/>
                </a:cubicBezTo>
                <a:cubicBezTo>
                  <a:pt x="167" y="675"/>
                  <a:pt x="236" y="700"/>
                  <a:pt x="305" y="699"/>
                </a:cubicBezTo>
                <a:cubicBezTo>
                  <a:pt x="305" y="699"/>
                  <a:pt x="305" y="699"/>
                  <a:pt x="305" y="699"/>
                </a:cubicBezTo>
                <a:cubicBezTo>
                  <a:pt x="309" y="699"/>
                  <a:pt x="313" y="699"/>
                  <a:pt x="317" y="699"/>
                </a:cubicBezTo>
                <a:cubicBezTo>
                  <a:pt x="318" y="699"/>
                  <a:pt x="319" y="699"/>
                  <a:pt x="319" y="699"/>
                </a:cubicBezTo>
                <a:cubicBezTo>
                  <a:pt x="323" y="698"/>
                  <a:pt x="326" y="698"/>
                  <a:pt x="330" y="698"/>
                </a:cubicBezTo>
                <a:cubicBezTo>
                  <a:pt x="331" y="698"/>
                  <a:pt x="332" y="698"/>
                  <a:pt x="334" y="697"/>
                </a:cubicBezTo>
                <a:cubicBezTo>
                  <a:pt x="334" y="697"/>
                  <a:pt x="334" y="697"/>
                  <a:pt x="335" y="697"/>
                </a:cubicBezTo>
                <a:cubicBezTo>
                  <a:pt x="335" y="697"/>
                  <a:pt x="335" y="697"/>
                  <a:pt x="335" y="697"/>
                </a:cubicBezTo>
                <a:cubicBezTo>
                  <a:pt x="392" y="691"/>
                  <a:pt x="447" y="667"/>
                  <a:pt x="491" y="625"/>
                </a:cubicBezTo>
                <a:cubicBezTo>
                  <a:pt x="592" y="529"/>
                  <a:pt x="605" y="377"/>
                  <a:pt x="529" y="267"/>
                </a:cubicBezTo>
                <a:close/>
              </a:path>
            </a:pathLst>
          </a:custGeom>
          <a:solidFill>
            <a:schemeClr val="accent4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40" name="Freeform 25">
            <a:extLst>
              <a:ext uri="{FF2B5EF4-FFF2-40B4-BE49-F238E27FC236}">
                <a16:creationId xmlns:a16="http://schemas.microsoft.com/office/drawing/2014/main" id="{F56AD5B2-D3A1-B041-A7DF-F3E93125CE2C}"/>
              </a:ext>
            </a:extLst>
          </p:cNvPr>
          <p:cNvSpPr>
            <a:spLocks/>
          </p:cNvSpPr>
          <p:nvPr/>
        </p:nvSpPr>
        <p:spPr bwMode="auto">
          <a:xfrm>
            <a:off x="12225578" y="10671663"/>
            <a:ext cx="2803287" cy="1097266"/>
          </a:xfrm>
          <a:custGeom>
            <a:avLst/>
            <a:gdLst>
              <a:gd name="T0" fmla="*/ 387 w 438"/>
              <a:gd name="T1" fmla="*/ 83 h 171"/>
              <a:gd name="T2" fmla="*/ 387 w 438"/>
              <a:gd name="T3" fmla="*/ 112 h 171"/>
              <a:gd name="T4" fmla="*/ 146 w 438"/>
              <a:gd name="T5" fmla="*/ 151 h 171"/>
              <a:gd name="T6" fmla="*/ 52 w 438"/>
              <a:gd name="T7" fmla="*/ 112 h 171"/>
              <a:gd name="T8" fmla="*/ 52 w 438"/>
              <a:gd name="T9" fmla="*/ 83 h 171"/>
              <a:gd name="T10" fmla="*/ 0 w 438"/>
              <a:gd name="T11" fmla="*/ 39 h 171"/>
              <a:gd name="T12" fmla="*/ 0 w 438"/>
              <a:gd name="T13" fmla="*/ 0 h 171"/>
              <a:gd name="T14" fmla="*/ 31 w 438"/>
              <a:gd name="T15" fmla="*/ 34 h 171"/>
              <a:gd name="T16" fmla="*/ 187 w 438"/>
              <a:gd name="T17" fmla="*/ 106 h 171"/>
              <a:gd name="T18" fmla="*/ 187 w 438"/>
              <a:gd name="T19" fmla="*/ 106 h 171"/>
              <a:gd name="T20" fmla="*/ 188 w 438"/>
              <a:gd name="T21" fmla="*/ 106 h 171"/>
              <a:gd name="T22" fmla="*/ 192 w 438"/>
              <a:gd name="T23" fmla="*/ 107 h 171"/>
              <a:gd name="T24" fmla="*/ 202 w 438"/>
              <a:gd name="T25" fmla="*/ 108 h 171"/>
              <a:gd name="T26" fmla="*/ 205 w 438"/>
              <a:gd name="T27" fmla="*/ 108 h 171"/>
              <a:gd name="T28" fmla="*/ 217 w 438"/>
              <a:gd name="T29" fmla="*/ 108 h 171"/>
              <a:gd name="T30" fmla="*/ 217 w 438"/>
              <a:gd name="T31" fmla="*/ 108 h 171"/>
              <a:gd name="T32" fmla="*/ 408 w 438"/>
              <a:gd name="T33" fmla="*/ 34 h 171"/>
              <a:gd name="T34" fmla="*/ 438 w 438"/>
              <a:gd name="T35" fmla="*/ 0 h 171"/>
              <a:gd name="T36" fmla="*/ 438 w 438"/>
              <a:gd name="T37" fmla="*/ 39 h 171"/>
              <a:gd name="T38" fmla="*/ 387 w 438"/>
              <a:gd name="T39" fmla="*/ 83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38" h="171">
                <a:moveTo>
                  <a:pt x="387" y="83"/>
                </a:moveTo>
                <a:cubicBezTo>
                  <a:pt x="387" y="112"/>
                  <a:pt x="387" y="112"/>
                  <a:pt x="387" y="112"/>
                </a:cubicBezTo>
                <a:cubicBezTo>
                  <a:pt x="317" y="155"/>
                  <a:pt x="231" y="171"/>
                  <a:pt x="146" y="151"/>
                </a:cubicBezTo>
                <a:cubicBezTo>
                  <a:pt x="112" y="143"/>
                  <a:pt x="80" y="129"/>
                  <a:pt x="52" y="112"/>
                </a:cubicBezTo>
                <a:cubicBezTo>
                  <a:pt x="52" y="83"/>
                  <a:pt x="52" y="83"/>
                  <a:pt x="52" y="83"/>
                </a:cubicBezTo>
                <a:cubicBezTo>
                  <a:pt x="33" y="70"/>
                  <a:pt x="16" y="56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9" y="12"/>
                  <a:pt x="19" y="23"/>
                  <a:pt x="31" y="34"/>
                </a:cubicBezTo>
                <a:cubicBezTo>
                  <a:pt x="75" y="76"/>
                  <a:pt x="130" y="100"/>
                  <a:pt x="187" y="106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7" y="106"/>
                  <a:pt x="188" y="106"/>
                  <a:pt x="188" y="106"/>
                </a:cubicBezTo>
                <a:cubicBezTo>
                  <a:pt x="189" y="106"/>
                  <a:pt x="191" y="107"/>
                  <a:pt x="192" y="107"/>
                </a:cubicBezTo>
                <a:cubicBezTo>
                  <a:pt x="195" y="107"/>
                  <a:pt x="199" y="107"/>
                  <a:pt x="202" y="108"/>
                </a:cubicBezTo>
                <a:cubicBezTo>
                  <a:pt x="203" y="108"/>
                  <a:pt x="204" y="108"/>
                  <a:pt x="205" y="108"/>
                </a:cubicBezTo>
                <a:cubicBezTo>
                  <a:pt x="209" y="108"/>
                  <a:pt x="213" y="108"/>
                  <a:pt x="217" y="108"/>
                </a:cubicBezTo>
                <a:cubicBezTo>
                  <a:pt x="217" y="108"/>
                  <a:pt x="217" y="108"/>
                  <a:pt x="217" y="108"/>
                </a:cubicBezTo>
                <a:cubicBezTo>
                  <a:pt x="286" y="109"/>
                  <a:pt x="355" y="84"/>
                  <a:pt x="408" y="34"/>
                </a:cubicBezTo>
                <a:cubicBezTo>
                  <a:pt x="419" y="23"/>
                  <a:pt x="429" y="12"/>
                  <a:pt x="438" y="0"/>
                </a:cubicBezTo>
                <a:cubicBezTo>
                  <a:pt x="438" y="39"/>
                  <a:pt x="438" y="39"/>
                  <a:pt x="438" y="39"/>
                </a:cubicBezTo>
                <a:cubicBezTo>
                  <a:pt x="423" y="56"/>
                  <a:pt x="405" y="70"/>
                  <a:pt x="387" y="83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5E72DA-AB0C-67F5-CF79-A60C57041F46}"/>
              </a:ext>
            </a:extLst>
          </p:cNvPr>
          <p:cNvSpPr txBox="1"/>
          <p:nvPr/>
        </p:nvSpPr>
        <p:spPr>
          <a:xfrm>
            <a:off x="12621136" y="6965858"/>
            <a:ext cx="2018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PROCESS 04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601455E-3545-85FB-ED91-CC03FA5E4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2115" y="5075108"/>
            <a:ext cx="2775730" cy="2778235"/>
          </a:xfrm>
          <a:prstGeom prst="ellipse">
            <a:avLst/>
          </a:prstGeom>
          <a:solidFill>
            <a:schemeClr val="accent5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48" name="Freeform 28">
            <a:extLst>
              <a:ext uri="{FF2B5EF4-FFF2-40B4-BE49-F238E27FC236}">
                <a16:creationId xmlns:a16="http://schemas.microsoft.com/office/drawing/2014/main" id="{41A3F461-CBED-C5A9-5143-DEB206CF3C5C}"/>
              </a:ext>
            </a:extLst>
          </p:cNvPr>
          <p:cNvSpPr>
            <a:spLocks noEditPoints="1"/>
          </p:cNvSpPr>
          <p:nvPr/>
        </p:nvSpPr>
        <p:spPr bwMode="auto">
          <a:xfrm>
            <a:off x="14843483" y="4701836"/>
            <a:ext cx="3867985" cy="4479247"/>
          </a:xfrm>
          <a:custGeom>
            <a:avLst/>
            <a:gdLst>
              <a:gd name="T0" fmla="*/ 313 w 605"/>
              <a:gd name="T1" fmla="*/ 551 h 699"/>
              <a:gd name="T2" fmla="*/ 313 w 605"/>
              <a:gd name="T3" fmla="*/ 551 h 699"/>
              <a:gd name="T4" fmla="*/ 460 w 605"/>
              <a:gd name="T5" fmla="*/ 502 h 699"/>
              <a:gd name="T6" fmla="*/ 462 w 605"/>
              <a:gd name="T7" fmla="*/ 479 h 699"/>
              <a:gd name="T8" fmla="*/ 462 w 605"/>
              <a:gd name="T9" fmla="*/ 479 h 699"/>
              <a:gd name="T10" fmla="*/ 443 w 605"/>
              <a:gd name="T11" fmla="*/ 478 h 699"/>
              <a:gd name="T12" fmla="*/ 307 w 605"/>
              <a:gd name="T13" fmla="*/ 522 h 699"/>
              <a:gd name="T14" fmla="*/ 304 w 605"/>
              <a:gd name="T15" fmla="*/ 522 h 699"/>
              <a:gd name="T16" fmla="*/ 293 w 605"/>
              <a:gd name="T17" fmla="*/ 521 h 699"/>
              <a:gd name="T18" fmla="*/ 289 w 605"/>
              <a:gd name="T19" fmla="*/ 521 h 699"/>
              <a:gd name="T20" fmla="*/ 283 w 605"/>
              <a:gd name="T21" fmla="*/ 521 h 699"/>
              <a:gd name="T22" fmla="*/ 278 w 605"/>
              <a:gd name="T23" fmla="*/ 520 h 699"/>
              <a:gd name="T24" fmla="*/ 272 w 605"/>
              <a:gd name="T25" fmla="*/ 520 h 699"/>
              <a:gd name="T26" fmla="*/ 162 w 605"/>
              <a:gd name="T27" fmla="*/ 478 h 699"/>
              <a:gd name="T28" fmla="*/ 144 w 605"/>
              <a:gd name="T29" fmla="*/ 479 h 699"/>
              <a:gd name="T30" fmla="*/ 144 w 605"/>
              <a:gd name="T31" fmla="*/ 479 h 699"/>
              <a:gd name="T32" fmla="*/ 146 w 605"/>
              <a:gd name="T33" fmla="*/ 502 h 699"/>
              <a:gd name="T34" fmla="*/ 270 w 605"/>
              <a:gd name="T35" fmla="*/ 549 h 699"/>
              <a:gd name="T36" fmla="*/ 270 w 605"/>
              <a:gd name="T37" fmla="*/ 549 h 699"/>
              <a:gd name="T38" fmla="*/ 270 w 605"/>
              <a:gd name="T39" fmla="*/ 549 h 699"/>
              <a:gd name="T40" fmla="*/ 282 w 605"/>
              <a:gd name="T41" fmla="*/ 550 h 699"/>
              <a:gd name="T42" fmla="*/ 284 w 605"/>
              <a:gd name="T43" fmla="*/ 550 h 699"/>
              <a:gd name="T44" fmla="*/ 293 w 605"/>
              <a:gd name="T45" fmla="*/ 551 h 699"/>
              <a:gd name="T46" fmla="*/ 293 w 605"/>
              <a:gd name="T47" fmla="*/ 617 h 699"/>
              <a:gd name="T48" fmla="*/ 184 w 605"/>
              <a:gd name="T49" fmla="*/ 617 h 699"/>
              <a:gd name="T50" fmla="*/ 147 w 605"/>
              <a:gd name="T51" fmla="*/ 641 h 699"/>
              <a:gd name="T52" fmla="*/ 143 w 605"/>
              <a:gd name="T53" fmla="*/ 658 h 699"/>
              <a:gd name="T54" fmla="*/ 149 w 605"/>
              <a:gd name="T55" fmla="*/ 679 h 699"/>
              <a:gd name="T56" fmla="*/ 184 w 605"/>
              <a:gd name="T57" fmla="*/ 699 h 699"/>
              <a:gd name="T58" fmla="*/ 422 w 605"/>
              <a:gd name="T59" fmla="*/ 699 h 699"/>
              <a:gd name="T60" fmla="*/ 460 w 605"/>
              <a:gd name="T61" fmla="*/ 673 h 699"/>
              <a:gd name="T62" fmla="*/ 462 w 605"/>
              <a:gd name="T63" fmla="*/ 658 h 699"/>
              <a:gd name="T64" fmla="*/ 456 w 605"/>
              <a:gd name="T65" fmla="*/ 636 h 699"/>
              <a:gd name="T66" fmla="*/ 422 w 605"/>
              <a:gd name="T67" fmla="*/ 617 h 699"/>
              <a:gd name="T68" fmla="*/ 312 w 605"/>
              <a:gd name="T69" fmla="*/ 617 h 699"/>
              <a:gd name="T70" fmla="*/ 312 w 605"/>
              <a:gd name="T71" fmla="*/ 551 h 699"/>
              <a:gd name="T72" fmla="*/ 313 w 605"/>
              <a:gd name="T73" fmla="*/ 551 h 699"/>
              <a:gd name="T74" fmla="*/ 492 w 605"/>
              <a:gd name="T75" fmla="*/ 75 h 699"/>
              <a:gd name="T76" fmla="*/ 300 w 605"/>
              <a:gd name="T77" fmla="*/ 0 h 699"/>
              <a:gd name="T78" fmla="*/ 300 w 605"/>
              <a:gd name="T79" fmla="*/ 0 h 699"/>
              <a:gd name="T80" fmla="*/ 288 w 605"/>
              <a:gd name="T81" fmla="*/ 1 h 699"/>
              <a:gd name="T82" fmla="*/ 286 w 605"/>
              <a:gd name="T83" fmla="*/ 1 h 699"/>
              <a:gd name="T84" fmla="*/ 276 w 605"/>
              <a:gd name="T85" fmla="*/ 2 h 699"/>
              <a:gd name="T86" fmla="*/ 271 w 605"/>
              <a:gd name="T87" fmla="*/ 2 h 699"/>
              <a:gd name="T88" fmla="*/ 270 w 605"/>
              <a:gd name="T89" fmla="*/ 2 h 699"/>
              <a:gd name="T90" fmla="*/ 270 w 605"/>
              <a:gd name="T91" fmla="*/ 2 h 699"/>
              <a:gd name="T92" fmla="*/ 114 w 605"/>
              <a:gd name="T93" fmla="*/ 75 h 699"/>
              <a:gd name="T94" fmla="*/ 76 w 605"/>
              <a:gd name="T95" fmla="*/ 432 h 699"/>
              <a:gd name="T96" fmla="*/ 99 w 605"/>
              <a:gd name="T97" fmla="*/ 434 h 699"/>
              <a:gd name="T98" fmla="*/ 100 w 605"/>
              <a:gd name="T99" fmla="*/ 416 h 699"/>
              <a:gd name="T100" fmla="*/ 129 w 605"/>
              <a:gd name="T101" fmla="*/ 101 h 699"/>
              <a:gd name="T102" fmla="*/ 313 w 605"/>
              <a:gd name="T103" fmla="*/ 29 h 699"/>
              <a:gd name="T104" fmla="*/ 313 w 605"/>
              <a:gd name="T105" fmla="*/ 29 h 699"/>
              <a:gd name="T106" fmla="*/ 477 w 605"/>
              <a:gd name="T107" fmla="*/ 101 h 699"/>
              <a:gd name="T108" fmla="*/ 505 w 605"/>
              <a:gd name="T109" fmla="*/ 416 h 699"/>
              <a:gd name="T110" fmla="*/ 507 w 605"/>
              <a:gd name="T111" fmla="*/ 434 h 699"/>
              <a:gd name="T112" fmla="*/ 529 w 605"/>
              <a:gd name="T113" fmla="*/ 432 h 699"/>
              <a:gd name="T114" fmla="*/ 492 w 605"/>
              <a:gd name="T115" fmla="*/ 75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05" h="699">
                <a:moveTo>
                  <a:pt x="313" y="551"/>
                </a:moveTo>
                <a:cubicBezTo>
                  <a:pt x="313" y="551"/>
                  <a:pt x="313" y="551"/>
                  <a:pt x="313" y="551"/>
                </a:cubicBezTo>
                <a:cubicBezTo>
                  <a:pt x="365" y="549"/>
                  <a:pt x="416" y="532"/>
                  <a:pt x="460" y="502"/>
                </a:cubicBezTo>
                <a:cubicBezTo>
                  <a:pt x="467" y="497"/>
                  <a:pt x="468" y="486"/>
                  <a:pt x="462" y="479"/>
                </a:cubicBezTo>
                <a:cubicBezTo>
                  <a:pt x="462" y="479"/>
                  <a:pt x="462" y="479"/>
                  <a:pt x="462" y="479"/>
                </a:cubicBezTo>
                <a:cubicBezTo>
                  <a:pt x="457" y="474"/>
                  <a:pt x="449" y="474"/>
                  <a:pt x="443" y="478"/>
                </a:cubicBezTo>
                <a:cubicBezTo>
                  <a:pt x="402" y="506"/>
                  <a:pt x="355" y="521"/>
                  <a:pt x="307" y="522"/>
                </a:cubicBezTo>
                <a:cubicBezTo>
                  <a:pt x="306" y="522"/>
                  <a:pt x="305" y="522"/>
                  <a:pt x="304" y="522"/>
                </a:cubicBezTo>
                <a:cubicBezTo>
                  <a:pt x="300" y="522"/>
                  <a:pt x="297" y="522"/>
                  <a:pt x="293" y="521"/>
                </a:cubicBezTo>
                <a:cubicBezTo>
                  <a:pt x="292" y="521"/>
                  <a:pt x="290" y="521"/>
                  <a:pt x="289" y="521"/>
                </a:cubicBezTo>
                <a:cubicBezTo>
                  <a:pt x="287" y="521"/>
                  <a:pt x="285" y="521"/>
                  <a:pt x="283" y="521"/>
                </a:cubicBezTo>
                <a:cubicBezTo>
                  <a:pt x="281" y="521"/>
                  <a:pt x="279" y="521"/>
                  <a:pt x="278" y="520"/>
                </a:cubicBezTo>
                <a:cubicBezTo>
                  <a:pt x="276" y="520"/>
                  <a:pt x="274" y="520"/>
                  <a:pt x="272" y="520"/>
                </a:cubicBezTo>
                <a:cubicBezTo>
                  <a:pt x="234" y="515"/>
                  <a:pt x="196" y="501"/>
                  <a:pt x="162" y="478"/>
                </a:cubicBezTo>
                <a:cubicBezTo>
                  <a:pt x="157" y="474"/>
                  <a:pt x="149" y="474"/>
                  <a:pt x="144" y="479"/>
                </a:cubicBezTo>
                <a:cubicBezTo>
                  <a:pt x="144" y="479"/>
                  <a:pt x="144" y="479"/>
                  <a:pt x="144" y="479"/>
                </a:cubicBezTo>
                <a:cubicBezTo>
                  <a:pt x="137" y="486"/>
                  <a:pt x="138" y="497"/>
                  <a:pt x="146" y="502"/>
                </a:cubicBezTo>
                <a:cubicBezTo>
                  <a:pt x="184" y="528"/>
                  <a:pt x="226" y="544"/>
                  <a:pt x="270" y="549"/>
                </a:cubicBezTo>
                <a:cubicBezTo>
                  <a:pt x="270" y="549"/>
                  <a:pt x="270" y="549"/>
                  <a:pt x="270" y="549"/>
                </a:cubicBezTo>
                <a:cubicBezTo>
                  <a:pt x="270" y="549"/>
                  <a:pt x="270" y="549"/>
                  <a:pt x="270" y="549"/>
                </a:cubicBezTo>
                <a:cubicBezTo>
                  <a:pt x="274" y="549"/>
                  <a:pt x="278" y="550"/>
                  <a:pt x="282" y="550"/>
                </a:cubicBezTo>
                <a:cubicBezTo>
                  <a:pt x="283" y="550"/>
                  <a:pt x="284" y="550"/>
                  <a:pt x="284" y="550"/>
                </a:cubicBezTo>
                <a:cubicBezTo>
                  <a:pt x="287" y="550"/>
                  <a:pt x="290" y="550"/>
                  <a:pt x="293" y="551"/>
                </a:cubicBezTo>
                <a:cubicBezTo>
                  <a:pt x="293" y="617"/>
                  <a:pt x="293" y="617"/>
                  <a:pt x="293" y="617"/>
                </a:cubicBezTo>
                <a:cubicBezTo>
                  <a:pt x="184" y="617"/>
                  <a:pt x="184" y="617"/>
                  <a:pt x="184" y="617"/>
                </a:cubicBezTo>
                <a:cubicBezTo>
                  <a:pt x="168" y="617"/>
                  <a:pt x="154" y="627"/>
                  <a:pt x="147" y="641"/>
                </a:cubicBezTo>
                <a:cubicBezTo>
                  <a:pt x="145" y="646"/>
                  <a:pt x="143" y="652"/>
                  <a:pt x="143" y="658"/>
                </a:cubicBezTo>
                <a:cubicBezTo>
                  <a:pt x="143" y="666"/>
                  <a:pt x="145" y="673"/>
                  <a:pt x="149" y="679"/>
                </a:cubicBezTo>
                <a:cubicBezTo>
                  <a:pt x="156" y="691"/>
                  <a:pt x="169" y="699"/>
                  <a:pt x="184" y="699"/>
                </a:cubicBezTo>
                <a:cubicBezTo>
                  <a:pt x="422" y="699"/>
                  <a:pt x="422" y="699"/>
                  <a:pt x="422" y="699"/>
                </a:cubicBezTo>
                <a:cubicBezTo>
                  <a:pt x="439" y="699"/>
                  <a:pt x="454" y="688"/>
                  <a:pt x="460" y="673"/>
                </a:cubicBezTo>
                <a:cubicBezTo>
                  <a:pt x="461" y="668"/>
                  <a:pt x="462" y="663"/>
                  <a:pt x="462" y="658"/>
                </a:cubicBezTo>
                <a:cubicBezTo>
                  <a:pt x="462" y="650"/>
                  <a:pt x="460" y="643"/>
                  <a:pt x="456" y="636"/>
                </a:cubicBezTo>
                <a:cubicBezTo>
                  <a:pt x="449" y="625"/>
                  <a:pt x="436" y="617"/>
                  <a:pt x="422" y="617"/>
                </a:cubicBezTo>
                <a:cubicBezTo>
                  <a:pt x="312" y="617"/>
                  <a:pt x="312" y="617"/>
                  <a:pt x="312" y="617"/>
                </a:cubicBezTo>
                <a:cubicBezTo>
                  <a:pt x="312" y="551"/>
                  <a:pt x="312" y="551"/>
                  <a:pt x="312" y="551"/>
                </a:cubicBezTo>
                <a:cubicBezTo>
                  <a:pt x="313" y="551"/>
                  <a:pt x="313" y="551"/>
                  <a:pt x="313" y="551"/>
                </a:cubicBezTo>
                <a:close/>
                <a:moveTo>
                  <a:pt x="492" y="75"/>
                </a:moveTo>
                <a:cubicBezTo>
                  <a:pt x="438" y="24"/>
                  <a:pt x="369" y="0"/>
                  <a:pt x="300" y="0"/>
                </a:cubicBezTo>
                <a:cubicBezTo>
                  <a:pt x="300" y="0"/>
                  <a:pt x="300" y="0"/>
                  <a:pt x="300" y="0"/>
                </a:cubicBezTo>
                <a:cubicBezTo>
                  <a:pt x="296" y="0"/>
                  <a:pt x="292" y="0"/>
                  <a:pt x="288" y="1"/>
                </a:cubicBezTo>
                <a:cubicBezTo>
                  <a:pt x="287" y="1"/>
                  <a:pt x="287" y="1"/>
                  <a:pt x="286" y="1"/>
                </a:cubicBezTo>
                <a:cubicBezTo>
                  <a:pt x="282" y="1"/>
                  <a:pt x="279" y="1"/>
                  <a:pt x="276" y="2"/>
                </a:cubicBezTo>
                <a:cubicBezTo>
                  <a:pt x="274" y="2"/>
                  <a:pt x="273" y="2"/>
                  <a:pt x="271" y="2"/>
                </a:cubicBezTo>
                <a:cubicBezTo>
                  <a:pt x="271" y="2"/>
                  <a:pt x="271" y="2"/>
                  <a:pt x="270" y="2"/>
                </a:cubicBezTo>
                <a:cubicBezTo>
                  <a:pt x="270" y="2"/>
                  <a:pt x="270" y="2"/>
                  <a:pt x="270" y="2"/>
                </a:cubicBezTo>
                <a:cubicBezTo>
                  <a:pt x="214" y="9"/>
                  <a:pt x="158" y="33"/>
                  <a:pt x="114" y="75"/>
                </a:cubicBezTo>
                <a:cubicBezTo>
                  <a:pt x="13" y="170"/>
                  <a:pt x="0" y="323"/>
                  <a:pt x="76" y="432"/>
                </a:cubicBezTo>
                <a:cubicBezTo>
                  <a:pt x="82" y="440"/>
                  <a:pt x="92" y="441"/>
                  <a:pt x="99" y="434"/>
                </a:cubicBezTo>
                <a:cubicBezTo>
                  <a:pt x="104" y="429"/>
                  <a:pt x="104" y="422"/>
                  <a:pt x="100" y="416"/>
                </a:cubicBezTo>
                <a:cubicBezTo>
                  <a:pt x="34" y="320"/>
                  <a:pt x="43" y="187"/>
                  <a:pt x="129" y="101"/>
                </a:cubicBezTo>
                <a:cubicBezTo>
                  <a:pt x="179" y="50"/>
                  <a:pt x="247" y="26"/>
                  <a:pt x="313" y="29"/>
                </a:cubicBezTo>
                <a:cubicBezTo>
                  <a:pt x="313" y="29"/>
                  <a:pt x="313" y="29"/>
                  <a:pt x="313" y="29"/>
                </a:cubicBezTo>
                <a:cubicBezTo>
                  <a:pt x="373" y="32"/>
                  <a:pt x="432" y="56"/>
                  <a:pt x="477" y="101"/>
                </a:cubicBezTo>
                <a:cubicBezTo>
                  <a:pt x="563" y="187"/>
                  <a:pt x="572" y="320"/>
                  <a:pt x="505" y="416"/>
                </a:cubicBezTo>
                <a:cubicBezTo>
                  <a:pt x="501" y="422"/>
                  <a:pt x="502" y="429"/>
                  <a:pt x="507" y="434"/>
                </a:cubicBezTo>
                <a:cubicBezTo>
                  <a:pt x="513" y="441"/>
                  <a:pt x="524" y="440"/>
                  <a:pt x="529" y="432"/>
                </a:cubicBezTo>
                <a:cubicBezTo>
                  <a:pt x="605" y="323"/>
                  <a:pt x="593" y="170"/>
                  <a:pt x="492" y="75"/>
                </a:cubicBezTo>
                <a:close/>
              </a:path>
            </a:pathLst>
          </a:custGeom>
          <a:solidFill>
            <a:schemeClr val="accent5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49" name="Freeform 29">
            <a:extLst>
              <a:ext uri="{FF2B5EF4-FFF2-40B4-BE49-F238E27FC236}">
                <a16:creationId xmlns:a16="http://schemas.microsoft.com/office/drawing/2014/main" id="{161AF581-86C9-CD8E-93CF-F7BDBE6F7A34}"/>
              </a:ext>
            </a:extLst>
          </p:cNvPr>
          <p:cNvSpPr>
            <a:spLocks/>
          </p:cNvSpPr>
          <p:nvPr/>
        </p:nvSpPr>
        <p:spPr bwMode="auto">
          <a:xfrm>
            <a:off x="15379591" y="4306019"/>
            <a:ext cx="2800782" cy="1089750"/>
          </a:xfrm>
          <a:custGeom>
            <a:avLst/>
            <a:gdLst>
              <a:gd name="T0" fmla="*/ 386 w 438"/>
              <a:gd name="T1" fmla="*/ 88 h 170"/>
              <a:gd name="T2" fmla="*/ 386 w 438"/>
              <a:gd name="T3" fmla="*/ 58 h 170"/>
              <a:gd name="T4" fmla="*/ 145 w 438"/>
              <a:gd name="T5" fmla="*/ 20 h 170"/>
              <a:gd name="T6" fmla="*/ 51 w 438"/>
              <a:gd name="T7" fmla="*/ 58 h 170"/>
              <a:gd name="T8" fmla="*/ 51 w 438"/>
              <a:gd name="T9" fmla="*/ 88 h 170"/>
              <a:gd name="T10" fmla="*/ 0 w 438"/>
              <a:gd name="T11" fmla="*/ 131 h 170"/>
              <a:gd name="T12" fmla="*/ 0 w 438"/>
              <a:gd name="T13" fmla="*/ 170 h 170"/>
              <a:gd name="T14" fmla="*/ 30 w 438"/>
              <a:gd name="T15" fmla="*/ 137 h 170"/>
              <a:gd name="T16" fmla="*/ 186 w 438"/>
              <a:gd name="T17" fmla="*/ 64 h 170"/>
              <a:gd name="T18" fmla="*/ 186 w 438"/>
              <a:gd name="T19" fmla="*/ 64 h 170"/>
              <a:gd name="T20" fmla="*/ 187 w 438"/>
              <a:gd name="T21" fmla="*/ 64 h 170"/>
              <a:gd name="T22" fmla="*/ 192 w 438"/>
              <a:gd name="T23" fmla="*/ 64 h 170"/>
              <a:gd name="T24" fmla="*/ 202 w 438"/>
              <a:gd name="T25" fmla="*/ 63 h 170"/>
              <a:gd name="T26" fmla="*/ 204 w 438"/>
              <a:gd name="T27" fmla="*/ 63 h 170"/>
              <a:gd name="T28" fmla="*/ 216 w 438"/>
              <a:gd name="T29" fmla="*/ 62 h 170"/>
              <a:gd name="T30" fmla="*/ 216 w 438"/>
              <a:gd name="T31" fmla="*/ 62 h 170"/>
              <a:gd name="T32" fmla="*/ 408 w 438"/>
              <a:gd name="T33" fmla="*/ 137 h 170"/>
              <a:gd name="T34" fmla="*/ 438 w 438"/>
              <a:gd name="T35" fmla="*/ 170 h 170"/>
              <a:gd name="T36" fmla="*/ 438 w 438"/>
              <a:gd name="T37" fmla="*/ 131 h 170"/>
              <a:gd name="T38" fmla="*/ 386 w 438"/>
              <a:gd name="T39" fmla="*/ 88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38" h="170">
                <a:moveTo>
                  <a:pt x="386" y="88"/>
                </a:moveTo>
                <a:cubicBezTo>
                  <a:pt x="386" y="58"/>
                  <a:pt x="386" y="58"/>
                  <a:pt x="386" y="58"/>
                </a:cubicBezTo>
                <a:cubicBezTo>
                  <a:pt x="317" y="16"/>
                  <a:pt x="231" y="0"/>
                  <a:pt x="145" y="20"/>
                </a:cubicBezTo>
                <a:cubicBezTo>
                  <a:pt x="111" y="28"/>
                  <a:pt x="80" y="41"/>
                  <a:pt x="51" y="58"/>
                </a:cubicBezTo>
                <a:cubicBezTo>
                  <a:pt x="51" y="88"/>
                  <a:pt x="51" y="88"/>
                  <a:pt x="51" y="88"/>
                </a:cubicBezTo>
                <a:cubicBezTo>
                  <a:pt x="32" y="100"/>
                  <a:pt x="15" y="115"/>
                  <a:pt x="0" y="131"/>
                </a:cubicBezTo>
                <a:cubicBezTo>
                  <a:pt x="0" y="170"/>
                  <a:pt x="0" y="170"/>
                  <a:pt x="0" y="170"/>
                </a:cubicBezTo>
                <a:cubicBezTo>
                  <a:pt x="9" y="158"/>
                  <a:pt x="19" y="147"/>
                  <a:pt x="30" y="137"/>
                </a:cubicBezTo>
                <a:cubicBezTo>
                  <a:pt x="74" y="95"/>
                  <a:pt x="130" y="71"/>
                  <a:pt x="186" y="64"/>
                </a:cubicBezTo>
                <a:cubicBezTo>
                  <a:pt x="186" y="64"/>
                  <a:pt x="186" y="64"/>
                  <a:pt x="186" y="64"/>
                </a:cubicBezTo>
                <a:cubicBezTo>
                  <a:pt x="187" y="64"/>
                  <a:pt x="187" y="64"/>
                  <a:pt x="187" y="64"/>
                </a:cubicBezTo>
                <a:cubicBezTo>
                  <a:pt x="189" y="64"/>
                  <a:pt x="190" y="64"/>
                  <a:pt x="192" y="64"/>
                </a:cubicBezTo>
                <a:cubicBezTo>
                  <a:pt x="195" y="63"/>
                  <a:pt x="198" y="63"/>
                  <a:pt x="202" y="63"/>
                </a:cubicBezTo>
                <a:cubicBezTo>
                  <a:pt x="203" y="63"/>
                  <a:pt x="203" y="63"/>
                  <a:pt x="204" y="63"/>
                </a:cubicBezTo>
                <a:cubicBezTo>
                  <a:pt x="208" y="62"/>
                  <a:pt x="212" y="62"/>
                  <a:pt x="216" y="62"/>
                </a:cubicBezTo>
                <a:cubicBezTo>
                  <a:pt x="216" y="62"/>
                  <a:pt x="216" y="62"/>
                  <a:pt x="216" y="62"/>
                </a:cubicBezTo>
                <a:cubicBezTo>
                  <a:pt x="285" y="62"/>
                  <a:pt x="354" y="86"/>
                  <a:pt x="408" y="137"/>
                </a:cubicBezTo>
                <a:cubicBezTo>
                  <a:pt x="419" y="147"/>
                  <a:pt x="429" y="158"/>
                  <a:pt x="438" y="170"/>
                </a:cubicBezTo>
                <a:cubicBezTo>
                  <a:pt x="438" y="131"/>
                  <a:pt x="438" y="131"/>
                  <a:pt x="438" y="131"/>
                </a:cubicBezTo>
                <a:cubicBezTo>
                  <a:pt x="422" y="115"/>
                  <a:pt x="405" y="100"/>
                  <a:pt x="386" y="88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22A5F3-3CAA-2214-F944-48286555B93A}"/>
              </a:ext>
            </a:extLst>
          </p:cNvPr>
          <p:cNvSpPr txBox="1"/>
          <p:nvPr/>
        </p:nvSpPr>
        <p:spPr>
          <a:xfrm>
            <a:off x="15761304" y="8750294"/>
            <a:ext cx="2018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PROCESS 05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AECF0E7-31EA-405A-8C41-4EEEC8CA4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33601" y="8206573"/>
            <a:ext cx="2775730" cy="2780741"/>
          </a:xfrm>
          <a:prstGeom prst="ellipse">
            <a:avLst/>
          </a:pr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58" name="Freeform 32">
            <a:extLst>
              <a:ext uri="{FF2B5EF4-FFF2-40B4-BE49-F238E27FC236}">
                <a16:creationId xmlns:a16="http://schemas.microsoft.com/office/drawing/2014/main" id="{10B43678-7E08-8C15-90B8-93466474431D}"/>
              </a:ext>
            </a:extLst>
          </p:cNvPr>
          <p:cNvSpPr>
            <a:spLocks noEditPoints="1"/>
          </p:cNvSpPr>
          <p:nvPr/>
        </p:nvSpPr>
        <p:spPr bwMode="auto">
          <a:xfrm>
            <a:off x="17982464" y="6886347"/>
            <a:ext cx="3870491" cy="4484258"/>
          </a:xfrm>
          <a:custGeom>
            <a:avLst/>
            <a:gdLst>
              <a:gd name="T0" fmla="*/ 293 w 605"/>
              <a:gd name="T1" fmla="*/ 149 h 700"/>
              <a:gd name="T2" fmla="*/ 293 w 605"/>
              <a:gd name="T3" fmla="*/ 81 h 700"/>
              <a:gd name="T4" fmla="*/ 184 w 605"/>
              <a:gd name="T5" fmla="*/ 81 h 700"/>
              <a:gd name="T6" fmla="*/ 149 w 605"/>
              <a:gd name="T7" fmla="*/ 62 h 700"/>
              <a:gd name="T8" fmla="*/ 143 w 605"/>
              <a:gd name="T9" fmla="*/ 41 h 700"/>
              <a:gd name="T10" fmla="*/ 146 w 605"/>
              <a:gd name="T11" fmla="*/ 26 h 700"/>
              <a:gd name="T12" fmla="*/ 184 w 605"/>
              <a:gd name="T13" fmla="*/ 0 h 700"/>
              <a:gd name="T14" fmla="*/ 422 w 605"/>
              <a:gd name="T15" fmla="*/ 0 h 700"/>
              <a:gd name="T16" fmla="*/ 456 w 605"/>
              <a:gd name="T17" fmla="*/ 20 h 700"/>
              <a:gd name="T18" fmla="*/ 462 w 605"/>
              <a:gd name="T19" fmla="*/ 41 h 700"/>
              <a:gd name="T20" fmla="*/ 458 w 605"/>
              <a:gd name="T21" fmla="*/ 58 h 700"/>
              <a:gd name="T22" fmla="*/ 422 w 605"/>
              <a:gd name="T23" fmla="*/ 81 h 700"/>
              <a:gd name="T24" fmla="*/ 312 w 605"/>
              <a:gd name="T25" fmla="*/ 81 h 700"/>
              <a:gd name="T26" fmla="*/ 312 w 605"/>
              <a:gd name="T27" fmla="*/ 149 h 700"/>
              <a:gd name="T28" fmla="*/ 321 w 605"/>
              <a:gd name="T29" fmla="*/ 149 h 700"/>
              <a:gd name="T30" fmla="*/ 323 w 605"/>
              <a:gd name="T31" fmla="*/ 149 h 700"/>
              <a:gd name="T32" fmla="*/ 335 w 605"/>
              <a:gd name="T33" fmla="*/ 151 h 700"/>
              <a:gd name="T34" fmla="*/ 335 w 605"/>
              <a:gd name="T35" fmla="*/ 151 h 700"/>
              <a:gd name="T36" fmla="*/ 335 w 605"/>
              <a:gd name="T37" fmla="*/ 151 h 700"/>
              <a:gd name="T38" fmla="*/ 460 w 605"/>
              <a:gd name="T39" fmla="*/ 198 h 700"/>
              <a:gd name="T40" fmla="*/ 462 w 605"/>
              <a:gd name="T41" fmla="*/ 220 h 700"/>
              <a:gd name="T42" fmla="*/ 462 w 605"/>
              <a:gd name="T43" fmla="*/ 220 h 700"/>
              <a:gd name="T44" fmla="*/ 443 w 605"/>
              <a:gd name="T45" fmla="*/ 222 h 700"/>
              <a:gd name="T46" fmla="*/ 333 w 605"/>
              <a:gd name="T47" fmla="*/ 180 h 700"/>
              <a:gd name="T48" fmla="*/ 328 w 605"/>
              <a:gd name="T49" fmla="*/ 179 h 700"/>
              <a:gd name="T50" fmla="*/ 322 w 605"/>
              <a:gd name="T51" fmla="*/ 179 h 700"/>
              <a:gd name="T52" fmla="*/ 317 w 605"/>
              <a:gd name="T53" fmla="*/ 178 h 700"/>
              <a:gd name="T54" fmla="*/ 312 w 605"/>
              <a:gd name="T55" fmla="*/ 178 h 700"/>
              <a:gd name="T56" fmla="*/ 302 w 605"/>
              <a:gd name="T57" fmla="*/ 178 h 700"/>
              <a:gd name="T58" fmla="*/ 298 w 605"/>
              <a:gd name="T59" fmla="*/ 178 h 700"/>
              <a:gd name="T60" fmla="*/ 162 w 605"/>
              <a:gd name="T61" fmla="*/ 222 h 700"/>
              <a:gd name="T62" fmla="*/ 143 w 605"/>
              <a:gd name="T63" fmla="*/ 220 h 700"/>
              <a:gd name="T64" fmla="*/ 143 w 605"/>
              <a:gd name="T65" fmla="*/ 220 h 700"/>
              <a:gd name="T66" fmla="*/ 145 w 605"/>
              <a:gd name="T67" fmla="*/ 198 h 700"/>
              <a:gd name="T68" fmla="*/ 292 w 605"/>
              <a:gd name="T69" fmla="*/ 149 h 700"/>
              <a:gd name="T70" fmla="*/ 292 w 605"/>
              <a:gd name="T71" fmla="*/ 149 h 700"/>
              <a:gd name="T72" fmla="*/ 293 w 605"/>
              <a:gd name="T73" fmla="*/ 149 h 700"/>
              <a:gd name="T74" fmla="*/ 529 w 605"/>
              <a:gd name="T75" fmla="*/ 267 h 700"/>
              <a:gd name="T76" fmla="*/ 507 w 605"/>
              <a:gd name="T77" fmla="*/ 265 h 700"/>
              <a:gd name="T78" fmla="*/ 505 w 605"/>
              <a:gd name="T79" fmla="*/ 284 h 700"/>
              <a:gd name="T80" fmla="*/ 477 w 605"/>
              <a:gd name="T81" fmla="*/ 598 h 700"/>
              <a:gd name="T82" fmla="*/ 292 w 605"/>
              <a:gd name="T83" fmla="*/ 670 h 700"/>
              <a:gd name="T84" fmla="*/ 292 w 605"/>
              <a:gd name="T85" fmla="*/ 670 h 700"/>
              <a:gd name="T86" fmla="*/ 128 w 605"/>
              <a:gd name="T87" fmla="*/ 598 h 700"/>
              <a:gd name="T88" fmla="*/ 100 w 605"/>
              <a:gd name="T89" fmla="*/ 284 h 700"/>
              <a:gd name="T90" fmla="*/ 99 w 605"/>
              <a:gd name="T91" fmla="*/ 265 h 700"/>
              <a:gd name="T92" fmla="*/ 76 w 605"/>
              <a:gd name="T93" fmla="*/ 267 h 700"/>
              <a:gd name="T94" fmla="*/ 114 w 605"/>
              <a:gd name="T95" fmla="*/ 625 h 700"/>
              <a:gd name="T96" fmla="*/ 305 w 605"/>
              <a:gd name="T97" fmla="*/ 699 h 700"/>
              <a:gd name="T98" fmla="*/ 305 w 605"/>
              <a:gd name="T99" fmla="*/ 699 h 700"/>
              <a:gd name="T100" fmla="*/ 317 w 605"/>
              <a:gd name="T101" fmla="*/ 699 h 700"/>
              <a:gd name="T102" fmla="*/ 320 w 605"/>
              <a:gd name="T103" fmla="*/ 699 h 700"/>
              <a:gd name="T104" fmla="*/ 330 w 605"/>
              <a:gd name="T105" fmla="*/ 698 h 700"/>
              <a:gd name="T106" fmla="*/ 334 w 605"/>
              <a:gd name="T107" fmla="*/ 697 h 700"/>
              <a:gd name="T108" fmla="*/ 335 w 605"/>
              <a:gd name="T109" fmla="*/ 697 h 700"/>
              <a:gd name="T110" fmla="*/ 335 w 605"/>
              <a:gd name="T111" fmla="*/ 697 h 700"/>
              <a:gd name="T112" fmla="*/ 491 w 605"/>
              <a:gd name="T113" fmla="*/ 625 h 700"/>
              <a:gd name="T114" fmla="*/ 529 w 605"/>
              <a:gd name="T115" fmla="*/ 267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05" h="700">
                <a:moveTo>
                  <a:pt x="293" y="149"/>
                </a:moveTo>
                <a:cubicBezTo>
                  <a:pt x="293" y="81"/>
                  <a:pt x="293" y="81"/>
                  <a:pt x="293" y="81"/>
                </a:cubicBezTo>
                <a:cubicBezTo>
                  <a:pt x="184" y="81"/>
                  <a:pt x="184" y="81"/>
                  <a:pt x="184" y="81"/>
                </a:cubicBezTo>
                <a:cubicBezTo>
                  <a:pt x="169" y="81"/>
                  <a:pt x="156" y="74"/>
                  <a:pt x="149" y="62"/>
                </a:cubicBezTo>
                <a:cubicBezTo>
                  <a:pt x="145" y="56"/>
                  <a:pt x="143" y="49"/>
                  <a:pt x="143" y="41"/>
                </a:cubicBezTo>
                <a:cubicBezTo>
                  <a:pt x="143" y="35"/>
                  <a:pt x="144" y="30"/>
                  <a:pt x="146" y="26"/>
                </a:cubicBezTo>
                <a:cubicBezTo>
                  <a:pt x="152" y="11"/>
                  <a:pt x="166" y="0"/>
                  <a:pt x="184" y="0"/>
                </a:cubicBezTo>
                <a:cubicBezTo>
                  <a:pt x="422" y="0"/>
                  <a:pt x="422" y="0"/>
                  <a:pt x="422" y="0"/>
                </a:cubicBezTo>
                <a:cubicBezTo>
                  <a:pt x="436" y="0"/>
                  <a:pt x="449" y="8"/>
                  <a:pt x="456" y="20"/>
                </a:cubicBezTo>
                <a:cubicBezTo>
                  <a:pt x="460" y="26"/>
                  <a:pt x="462" y="33"/>
                  <a:pt x="462" y="41"/>
                </a:cubicBezTo>
                <a:cubicBezTo>
                  <a:pt x="462" y="47"/>
                  <a:pt x="461" y="53"/>
                  <a:pt x="458" y="58"/>
                </a:cubicBezTo>
                <a:cubicBezTo>
                  <a:pt x="452" y="72"/>
                  <a:pt x="438" y="81"/>
                  <a:pt x="422" y="81"/>
                </a:cubicBezTo>
                <a:cubicBezTo>
                  <a:pt x="312" y="81"/>
                  <a:pt x="312" y="81"/>
                  <a:pt x="312" y="81"/>
                </a:cubicBezTo>
                <a:cubicBezTo>
                  <a:pt x="312" y="149"/>
                  <a:pt x="312" y="149"/>
                  <a:pt x="312" y="149"/>
                </a:cubicBezTo>
                <a:cubicBezTo>
                  <a:pt x="315" y="149"/>
                  <a:pt x="318" y="149"/>
                  <a:pt x="321" y="149"/>
                </a:cubicBezTo>
                <a:cubicBezTo>
                  <a:pt x="322" y="149"/>
                  <a:pt x="322" y="149"/>
                  <a:pt x="323" y="149"/>
                </a:cubicBezTo>
                <a:cubicBezTo>
                  <a:pt x="327" y="150"/>
                  <a:pt x="331" y="150"/>
                  <a:pt x="335" y="151"/>
                </a:cubicBezTo>
                <a:cubicBezTo>
                  <a:pt x="335" y="151"/>
                  <a:pt x="335" y="151"/>
                  <a:pt x="335" y="151"/>
                </a:cubicBezTo>
                <a:cubicBezTo>
                  <a:pt x="335" y="151"/>
                  <a:pt x="335" y="151"/>
                  <a:pt x="335" y="151"/>
                </a:cubicBezTo>
                <a:cubicBezTo>
                  <a:pt x="379" y="156"/>
                  <a:pt x="422" y="171"/>
                  <a:pt x="460" y="198"/>
                </a:cubicBezTo>
                <a:cubicBezTo>
                  <a:pt x="467" y="203"/>
                  <a:pt x="468" y="214"/>
                  <a:pt x="462" y="220"/>
                </a:cubicBezTo>
                <a:cubicBezTo>
                  <a:pt x="462" y="220"/>
                  <a:pt x="462" y="220"/>
                  <a:pt x="462" y="220"/>
                </a:cubicBezTo>
                <a:cubicBezTo>
                  <a:pt x="457" y="225"/>
                  <a:pt x="449" y="226"/>
                  <a:pt x="443" y="222"/>
                </a:cubicBezTo>
                <a:cubicBezTo>
                  <a:pt x="410" y="198"/>
                  <a:pt x="372" y="184"/>
                  <a:pt x="333" y="180"/>
                </a:cubicBezTo>
                <a:cubicBezTo>
                  <a:pt x="331" y="179"/>
                  <a:pt x="329" y="179"/>
                  <a:pt x="328" y="179"/>
                </a:cubicBezTo>
                <a:cubicBezTo>
                  <a:pt x="326" y="179"/>
                  <a:pt x="324" y="179"/>
                  <a:pt x="322" y="179"/>
                </a:cubicBezTo>
                <a:cubicBezTo>
                  <a:pt x="320" y="178"/>
                  <a:pt x="318" y="178"/>
                  <a:pt x="317" y="178"/>
                </a:cubicBezTo>
                <a:cubicBezTo>
                  <a:pt x="315" y="178"/>
                  <a:pt x="313" y="178"/>
                  <a:pt x="312" y="178"/>
                </a:cubicBezTo>
                <a:cubicBezTo>
                  <a:pt x="308" y="178"/>
                  <a:pt x="305" y="178"/>
                  <a:pt x="302" y="178"/>
                </a:cubicBezTo>
                <a:cubicBezTo>
                  <a:pt x="301" y="178"/>
                  <a:pt x="299" y="178"/>
                  <a:pt x="298" y="178"/>
                </a:cubicBezTo>
                <a:cubicBezTo>
                  <a:pt x="251" y="179"/>
                  <a:pt x="203" y="193"/>
                  <a:pt x="162" y="222"/>
                </a:cubicBezTo>
                <a:cubicBezTo>
                  <a:pt x="156" y="226"/>
                  <a:pt x="148" y="225"/>
                  <a:pt x="143" y="220"/>
                </a:cubicBezTo>
                <a:cubicBezTo>
                  <a:pt x="143" y="220"/>
                  <a:pt x="143" y="220"/>
                  <a:pt x="143" y="220"/>
                </a:cubicBezTo>
                <a:cubicBezTo>
                  <a:pt x="137" y="214"/>
                  <a:pt x="138" y="203"/>
                  <a:pt x="145" y="198"/>
                </a:cubicBezTo>
                <a:cubicBezTo>
                  <a:pt x="189" y="167"/>
                  <a:pt x="240" y="151"/>
                  <a:pt x="292" y="149"/>
                </a:cubicBezTo>
                <a:cubicBezTo>
                  <a:pt x="292" y="149"/>
                  <a:pt x="292" y="149"/>
                  <a:pt x="292" y="149"/>
                </a:cubicBezTo>
                <a:cubicBezTo>
                  <a:pt x="292" y="149"/>
                  <a:pt x="293" y="149"/>
                  <a:pt x="293" y="149"/>
                </a:cubicBezTo>
                <a:close/>
                <a:moveTo>
                  <a:pt x="529" y="267"/>
                </a:moveTo>
                <a:cubicBezTo>
                  <a:pt x="524" y="260"/>
                  <a:pt x="513" y="259"/>
                  <a:pt x="507" y="265"/>
                </a:cubicBezTo>
                <a:cubicBezTo>
                  <a:pt x="502" y="270"/>
                  <a:pt x="501" y="278"/>
                  <a:pt x="505" y="284"/>
                </a:cubicBezTo>
                <a:cubicBezTo>
                  <a:pt x="572" y="380"/>
                  <a:pt x="562" y="513"/>
                  <a:pt x="477" y="598"/>
                </a:cubicBezTo>
                <a:cubicBezTo>
                  <a:pt x="426" y="649"/>
                  <a:pt x="358" y="673"/>
                  <a:pt x="292" y="670"/>
                </a:cubicBezTo>
                <a:cubicBezTo>
                  <a:pt x="292" y="670"/>
                  <a:pt x="292" y="670"/>
                  <a:pt x="292" y="670"/>
                </a:cubicBezTo>
                <a:cubicBezTo>
                  <a:pt x="232" y="668"/>
                  <a:pt x="174" y="644"/>
                  <a:pt x="128" y="598"/>
                </a:cubicBezTo>
                <a:cubicBezTo>
                  <a:pt x="43" y="513"/>
                  <a:pt x="33" y="380"/>
                  <a:pt x="100" y="284"/>
                </a:cubicBezTo>
                <a:cubicBezTo>
                  <a:pt x="104" y="278"/>
                  <a:pt x="104" y="270"/>
                  <a:pt x="99" y="265"/>
                </a:cubicBezTo>
                <a:cubicBezTo>
                  <a:pt x="92" y="259"/>
                  <a:pt x="81" y="260"/>
                  <a:pt x="76" y="267"/>
                </a:cubicBezTo>
                <a:cubicBezTo>
                  <a:pt x="0" y="377"/>
                  <a:pt x="12" y="529"/>
                  <a:pt x="114" y="625"/>
                </a:cubicBezTo>
                <a:cubicBezTo>
                  <a:pt x="167" y="675"/>
                  <a:pt x="236" y="700"/>
                  <a:pt x="305" y="699"/>
                </a:cubicBezTo>
                <a:cubicBezTo>
                  <a:pt x="305" y="699"/>
                  <a:pt x="305" y="699"/>
                  <a:pt x="305" y="699"/>
                </a:cubicBezTo>
                <a:cubicBezTo>
                  <a:pt x="309" y="699"/>
                  <a:pt x="313" y="699"/>
                  <a:pt x="317" y="699"/>
                </a:cubicBezTo>
                <a:cubicBezTo>
                  <a:pt x="318" y="699"/>
                  <a:pt x="319" y="699"/>
                  <a:pt x="320" y="699"/>
                </a:cubicBezTo>
                <a:cubicBezTo>
                  <a:pt x="323" y="698"/>
                  <a:pt x="326" y="698"/>
                  <a:pt x="330" y="698"/>
                </a:cubicBezTo>
                <a:cubicBezTo>
                  <a:pt x="331" y="698"/>
                  <a:pt x="333" y="698"/>
                  <a:pt x="334" y="697"/>
                </a:cubicBezTo>
                <a:cubicBezTo>
                  <a:pt x="334" y="697"/>
                  <a:pt x="335" y="697"/>
                  <a:pt x="335" y="697"/>
                </a:cubicBezTo>
                <a:cubicBezTo>
                  <a:pt x="335" y="697"/>
                  <a:pt x="335" y="697"/>
                  <a:pt x="335" y="697"/>
                </a:cubicBezTo>
                <a:cubicBezTo>
                  <a:pt x="392" y="691"/>
                  <a:pt x="447" y="667"/>
                  <a:pt x="491" y="625"/>
                </a:cubicBezTo>
                <a:cubicBezTo>
                  <a:pt x="593" y="529"/>
                  <a:pt x="605" y="377"/>
                  <a:pt x="529" y="267"/>
                </a:cubicBezTo>
                <a:close/>
              </a:path>
            </a:pathLst>
          </a:custGeom>
          <a:solidFill>
            <a:schemeClr val="accent6"/>
          </a:solidFill>
          <a:ln w="9525">
            <a:solidFill>
              <a:schemeClr val="tx1"/>
            </a:solidFill>
            <a:round/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 dirty="0"/>
          </a:p>
        </p:txBody>
      </p:sp>
      <p:sp>
        <p:nvSpPr>
          <p:cNvPr id="59" name="Freeform 33">
            <a:extLst>
              <a:ext uri="{FF2B5EF4-FFF2-40B4-BE49-F238E27FC236}">
                <a16:creationId xmlns:a16="http://schemas.microsoft.com/office/drawing/2014/main" id="{B985BA84-65B3-5BF8-A800-6007333F5CC7}"/>
              </a:ext>
            </a:extLst>
          </p:cNvPr>
          <p:cNvSpPr>
            <a:spLocks/>
          </p:cNvSpPr>
          <p:nvPr/>
        </p:nvSpPr>
        <p:spPr bwMode="auto">
          <a:xfrm>
            <a:off x="18521075" y="10671663"/>
            <a:ext cx="2800782" cy="1097266"/>
          </a:xfrm>
          <a:custGeom>
            <a:avLst/>
            <a:gdLst>
              <a:gd name="T0" fmla="*/ 387 w 438"/>
              <a:gd name="T1" fmla="*/ 83 h 171"/>
              <a:gd name="T2" fmla="*/ 387 w 438"/>
              <a:gd name="T3" fmla="*/ 112 h 171"/>
              <a:gd name="T4" fmla="*/ 145 w 438"/>
              <a:gd name="T5" fmla="*/ 151 h 171"/>
              <a:gd name="T6" fmla="*/ 52 w 438"/>
              <a:gd name="T7" fmla="*/ 112 h 171"/>
              <a:gd name="T8" fmla="*/ 52 w 438"/>
              <a:gd name="T9" fmla="*/ 83 h 171"/>
              <a:gd name="T10" fmla="*/ 0 w 438"/>
              <a:gd name="T11" fmla="*/ 39 h 171"/>
              <a:gd name="T12" fmla="*/ 0 w 438"/>
              <a:gd name="T13" fmla="*/ 0 h 171"/>
              <a:gd name="T14" fmla="*/ 31 w 438"/>
              <a:gd name="T15" fmla="*/ 34 h 171"/>
              <a:gd name="T16" fmla="*/ 187 w 438"/>
              <a:gd name="T17" fmla="*/ 106 h 171"/>
              <a:gd name="T18" fmla="*/ 187 w 438"/>
              <a:gd name="T19" fmla="*/ 106 h 171"/>
              <a:gd name="T20" fmla="*/ 188 w 438"/>
              <a:gd name="T21" fmla="*/ 106 h 171"/>
              <a:gd name="T22" fmla="*/ 192 w 438"/>
              <a:gd name="T23" fmla="*/ 107 h 171"/>
              <a:gd name="T24" fmla="*/ 202 w 438"/>
              <a:gd name="T25" fmla="*/ 108 h 171"/>
              <a:gd name="T26" fmla="*/ 205 w 438"/>
              <a:gd name="T27" fmla="*/ 108 h 171"/>
              <a:gd name="T28" fmla="*/ 216 w 438"/>
              <a:gd name="T29" fmla="*/ 108 h 171"/>
              <a:gd name="T30" fmla="*/ 217 w 438"/>
              <a:gd name="T31" fmla="*/ 108 h 171"/>
              <a:gd name="T32" fmla="*/ 408 w 438"/>
              <a:gd name="T33" fmla="*/ 34 h 171"/>
              <a:gd name="T34" fmla="*/ 438 w 438"/>
              <a:gd name="T35" fmla="*/ 0 h 171"/>
              <a:gd name="T36" fmla="*/ 438 w 438"/>
              <a:gd name="T37" fmla="*/ 39 h 171"/>
              <a:gd name="T38" fmla="*/ 387 w 438"/>
              <a:gd name="T39" fmla="*/ 83 h 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38" h="171">
                <a:moveTo>
                  <a:pt x="387" y="83"/>
                </a:moveTo>
                <a:cubicBezTo>
                  <a:pt x="387" y="112"/>
                  <a:pt x="387" y="112"/>
                  <a:pt x="387" y="112"/>
                </a:cubicBezTo>
                <a:cubicBezTo>
                  <a:pt x="317" y="155"/>
                  <a:pt x="231" y="171"/>
                  <a:pt x="145" y="151"/>
                </a:cubicBezTo>
                <a:cubicBezTo>
                  <a:pt x="111" y="143"/>
                  <a:pt x="80" y="129"/>
                  <a:pt x="52" y="112"/>
                </a:cubicBezTo>
                <a:cubicBezTo>
                  <a:pt x="52" y="83"/>
                  <a:pt x="52" y="83"/>
                  <a:pt x="52" y="83"/>
                </a:cubicBezTo>
                <a:cubicBezTo>
                  <a:pt x="33" y="70"/>
                  <a:pt x="16" y="56"/>
                  <a:pt x="0" y="39"/>
                </a:cubicBezTo>
                <a:cubicBezTo>
                  <a:pt x="0" y="0"/>
                  <a:pt x="0" y="0"/>
                  <a:pt x="0" y="0"/>
                </a:cubicBezTo>
                <a:cubicBezTo>
                  <a:pt x="9" y="12"/>
                  <a:pt x="19" y="23"/>
                  <a:pt x="31" y="34"/>
                </a:cubicBezTo>
                <a:cubicBezTo>
                  <a:pt x="75" y="76"/>
                  <a:pt x="130" y="100"/>
                  <a:pt x="187" y="106"/>
                </a:cubicBezTo>
                <a:cubicBezTo>
                  <a:pt x="187" y="106"/>
                  <a:pt x="187" y="106"/>
                  <a:pt x="187" y="106"/>
                </a:cubicBezTo>
                <a:cubicBezTo>
                  <a:pt x="187" y="106"/>
                  <a:pt x="187" y="106"/>
                  <a:pt x="188" y="106"/>
                </a:cubicBezTo>
                <a:cubicBezTo>
                  <a:pt x="189" y="106"/>
                  <a:pt x="191" y="107"/>
                  <a:pt x="192" y="107"/>
                </a:cubicBezTo>
                <a:cubicBezTo>
                  <a:pt x="195" y="107"/>
                  <a:pt x="199" y="107"/>
                  <a:pt x="202" y="108"/>
                </a:cubicBezTo>
                <a:cubicBezTo>
                  <a:pt x="203" y="108"/>
                  <a:pt x="204" y="108"/>
                  <a:pt x="205" y="108"/>
                </a:cubicBezTo>
                <a:cubicBezTo>
                  <a:pt x="209" y="108"/>
                  <a:pt x="213" y="108"/>
                  <a:pt x="216" y="108"/>
                </a:cubicBezTo>
                <a:cubicBezTo>
                  <a:pt x="217" y="108"/>
                  <a:pt x="217" y="108"/>
                  <a:pt x="217" y="108"/>
                </a:cubicBezTo>
                <a:cubicBezTo>
                  <a:pt x="285" y="109"/>
                  <a:pt x="354" y="84"/>
                  <a:pt x="408" y="34"/>
                </a:cubicBezTo>
                <a:cubicBezTo>
                  <a:pt x="419" y="23"/>
                  <a:pt x="429" y="12"/>
                  <a:pt x="438" y="0"/>
                </a:cubicBezTo>
                <a:cubicBezTo>
                  <a:pt x="438" y="39"/>
                  <a:pt x="438" y="39"/>
                  <a:pt x="438" y="39"/>
                </a:cubicBezTo>
                <a:cubicBezTo>
                  <a:pt x="423" y="56"/>
                  <a:pt x="405" y="70"/>
                  <a:pt x="387" y="83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en-US" sz="7067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2F72F1-F308-337D-311B-A1A1E81B47AC}"/>
              </a:ext>
            </a:extLst>
          </p:cNvPr>
          <p:cNvSpPr txBox="1"/>
          <p:nvPr/>
        </p:nvSpPr>
        <p:spPr>
          <a:xfrm>
            <a:off x="18905810" y="6983438"/>
            <a:ext cx="2020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PROCESS 06</a:t>
            </a:r>
          </a:p>
        </p:txBody>
      </p:sp>
      <p:grpSp>
        <p:nvGrpSpPr>
          <p:cNvPr id="83" name="成组">
            <a:extLst>
              <a:ext uri="{FF2B5EF4-FFF2-40B4-BE49-F238E27FC236}">
                <a16:creationId xmlns:a16="http://schemas.microsoft.com/office/drawing/2014/main" id="{0108802C-9562-497A-FC7E-F263959EFBA7}"/>
              </a:ext>
            </a:extLst>
          </p:cNvPr>
          <p:cNvGrpSpPr/>
          <p:nvPr/>
        </p:nvGrpSpPr>
        <p:grpSpPr>
          <a:xfrm>
            <a:off x="10040993" y="6011966"/>
            <a:ext cx="904520" cy="904518"/>
            <a:chOff x="0" y="0"/>
            <a:chExt cx="457200" cy="457200"/>
          </a:xfrm>
        </p:grpSpPr>
        <p:sp>
          <p:nvSpPr>
            <p:cNvPr id="84" name="任意形状 375">
              <a:extLst>
                <a:ext uri="{FF2B5EF4-FFF2-40B4-BE49-F238E27FC236}">
                  <a16:creationId xmlns:a16="http://schemas.microsoft.com/office/drawing/2014/main" id="{27847F89-3AB7-01B5-A7C0-D14C43A8B33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85" name="任意形状 376">
              <a:extLst>
                <a:ext uri="{FF2B5EF4-FFF2-40B4-BE49-F238E27FC236}">
                  <a16:creationId xmlns:a16="http://schemas.microsoft.com/office/drawing/2014/main" id="{967A4C00-ABE4-05CD-CFBE-2628E53401D5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86" name="成组">
            <a:extLst>
              <a:ext uri="{FF2B5EF4-FFF2-40B4-BE49-F238E27FC236}">
                <a16:creationId xmlns:a16="http://schemas.microsoft.com/office/drawing/2014/main" id="{60229A4A-8A85-59DC-DB00-D2D2E75A2E58}"/>
              </a:ext>
            </a:extLst>
          </p:cNvPr>
          <p:cNvGrpSpPr/>
          <p:nvPr/>
        </p:nvGrpSpPr>
        <p:grpSpPr>
          <a:xfrm>
            <a:off x="19469208" y="9144682"/>
            <a:ext cx="904520" cy="904518"/>
            <a:chOff x="0" y="0"/>
            <a:chExt cx="457200" cy="457200"/>
          </a:xfrm>
        </p:grpSpPr>
        <p:sp>
          <p:nvSpPr>
            <p:cNvPr id="87" name="任意形状 381">
              <a:extLst>
                <a:ext uri="{FF2B5EF4-FFF2-40B4-BE49-F238E27FC236}">
                  <a16:creationId xmlns:a16="http://schemas.microsoft.com/office/drawing/2014/main" id="{12DAF743-1F0C-634C-8FDF-8E74BC6ECAC7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88" name="任意形状 382">
              <a:extLst>
                <a:ext uri="{FF2B5EF4-FFF2-40B4-BE49-F238E27FC236}">
                  <a16:creationId xmlns:a16="http://schemas.microsoft.com/office/drawing/2014/main" id="{5048FA38-89BE-EF47-9641-165707D8C445}"/>
                </a:ext>
              </a:extLst>
            </p:cNvPr>
            <p:cNvSpPr/>
            <p:nvPr/>
          </p:nvSpPr>
          <p:spPr>
            <a:xfrm>
              <a:off x="19050" y="38100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89" name="成组">
            <a:extLst>
              <a:ext uri="{FF2B5EF4-FFF2-40B4-BE49-F238E27FC236}">
                <a16:creationId xmlns:a16="http://schemas.microsoft.com/office/drawing/2014/main" id="{B0A881C8-6E88-6828-7732-B2C1C7D70CBC}"/>
              </a:ext>
            </a:extLst>
          </p:cNvPr>
          <p:cNvGrpSpPr/>
          <p:nvPr/>
        </p:nvGrpSpPr>
        <p:grpSpPr>
          <a:xfrm>
            <a:off x="6888234" y="9144682"/>
            <a:ext cx="904520" cy="904518"/>
            <a:chOff x="0" y="0"/>
            <a:chExt cx="457200" cy="457200"/>
          </a:xfrm>
        </p:grpSpPr>
        <p:sp>
          <p:nvSpPr>
            <p:cNvPr id="90" name="任意形状 387">
              <a:extLst>
                <a:ext uri="{FF2B5EF4-FFF2-40B4-BE49-F238E27FC236}">
                  <a16:creationId xmlns:a16="http://schemas.microsoft.com/office/drawing/2014/main" id="{69076C30-E526-DD49-1053-95D91864D5F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91" name="任意形状 388">
              <a:extLst>
                <a:ext uri="{FF2B5EF4-FFF2-40B4-BE49-F238E27FC236}">
                  <a16:creationId xmlns:a16="http://schemas.microsoft.com/office/drawing/2014/main" id="{771A84F6-EA8B-F768-683C-865232C9FD8E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200"/>
                  </a:move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1964" y="19200"/>
                  </a:lnTo>
                  <a:lnTo>
                    <a:pt x="1964" y="1200"/>
                  </a:lnTo>
                  <a:cubicBezTo>
                    <a:pt x="1964" y="537"/>
                    <a:pt x="2403" y="0"/>
                    <a:pt x="2945" y="0"/>
                  </a:cubicBezTo>
                  <a:lnTo>
                    <a:pt x="12764" y="0"/>
                  </a:lnTo>
                  <a:cubicBezTo>
                    <a:pt x="13306" y="0"/>
                    <a:pt x="13745" y="537"/>
                    <a:pt x="13745" y="1200"/>
                  </a:cubicBezTo>
                  <a:lnTo>
                    <a:pt x="13745" y="19200"/>
                  </a:lnTo>
                  <a:lnTo>
                    <a:pt x="17673" y="19200"/>
                  </a:lnTo>
                  <a:lnTo>
                    <a:pt x="17673" y="9600"/>
                  </a:lnTo>
                  <a:lnTo>
                    <a:pt x="15709" y="9600"/>
                  </a:lnTo>
                  <a:lnTo>
                    <a:pt x="15709" y="7200"/>
                  </a:lnTo>
                  <a:lnTo>
                    <a:pt x="18655" y="7200"/>
                  </a:lnTo>
                  <a:cubicBezTo>
                    <a:pt x="19197" y="7200"/>
                    <a:pt x="19636" y="7737"/>
                    <a:pt x="19636" y="8400"/>
                  </a:cubicBezTo>
                  <a:lnTo>
                    <a:pt x="19636" y="19200"/>
                  </a:lnTo>
                  <a:close/>
                  <a:moveTo>
                    <a:pt x="3927" y="2400"/>
                  </a:moveTo>
                  <a:lnTo>
                    <a:pt x="3927" y="19200"/>
                  </a:lnTo>
                  <a:lnTo>
                    <a:pt x="11782" y="19200"/>
                  </a:lnTo>
                  <a:lnTo>
                    <a:pt x="11782" y="2400"/>
                  </a:lnTo>
                  <a:lnTo>
                    <a:pt x="3927" y="2400"/>
                  </a:lnTo>
                  <a:close/>
                  <a:moveTo>
                    <a:pt x="5891" y="9600"/>
                  </a:moveTo>
                  <a:lnTo>
                    <a:pt x="9818" y="9600"/>
                  </a:lnTo>
                  <a:lnTo>
                    <a:pt x="9818" y="12000"/>
                  </a:lnTo>
                  <a:lnTo>
                    <a:pt x="5891" y="12000"/>
                  </a:lnTo>
                  <a:lnTo>
                    <a:pt x="5891" y="9600"/>
                  </a:lnTo>
                  <a:close/>
                  <a:moveTo>
                    <a:pt x="5891" y="4800"/>
                  </a:moveTo>
                  <a:lnTo>
                    <a:pt x="9818" y="4800"/>
                  </a:lnTo>
                  <a:lnTo>
                    <a:pt x="9818" y="7200"/>
                  </a:lnTo>
                  <a:lnTo>
                    <a:pt x="5891" y="7200"/>
                  </a:lnTo>
                  <a:lnTo>
                    <a:pt x="5891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92" name="成组">
            <a:extLst>
              <a:ext uri="{FF2B5EF4-FFF2-40B4-BE49-F238E27FC236}">
                <a16:creationId xmlns:a16="http://schemas.microsoft.com/office/drawing/2014/main" id="{F47A4F8A-D08C-40AB-03E7-A810C31452A2}"/>
              </a:ext>
            </a:extLst>
          </p:cNvPr>
          <p:cNvGrpSpPr/>
          <p:nvPr/>
        </p:nvGrpSpPr>
        <p:grpSpPr>
          <a:xfrm>
            <a:off x="3746748" y="6011966"/>
            <a:ext cx="904520" cy="904518"/>
            <a:chOff x="0" y="0"/>
            <a:chExt cx="457200" cy="457200"/>
          </a:xfrm>
        </p:grpSpPr>
        <p:sp>
          <p:nvSpPr>
            <p:cNvPr id="93" name="任意形状 393">
              <a:extLst>
                <a:ext uri="{FF2B5EF4-FFF2-40B4-BE49-F238E27FC236}">
                  <a16:creationId xmlns:a16="http://schemas.microsoft.com/office/drawing/2014/main" id="{B4B8894E-EB56-D5BB-24FE-D1BA3E5CE41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94" name="任意形状 394">
              <a:extLst>
                <a:ext uri="{FF2B5EF4-FFF2-40B4-BE49-F238E27FC236}">
                  <a16:creationId xmlns:a16="http://schemas.microsoft.com/office/drawing/2014/main" id="{EBEC5D89-413A-3156-B888-C6372DA9A417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95" name="成组">
            <a:extLst>
              <a:ext uri="{FF2B5EF4-FFF2-40B4-BE49-F238E27FC236}">
                <a16:creationId xmlns:a16="http://schemas.microsoft.com/office/drawing/2014/main" id="{50786BB0-D3C1-3989-67F1-DA6BAFFC13B9}"/>
              </a:ext>
            </a:extLst>
          </p:cNvPr>
          <p:cNvGrpSpPr/>
          <p:nvPr/>
        </p:nvGrpSpPr>
        <p:grpSpPr>
          <a:xfrm>
            <a:off x="16327722" y="6011966"/>
            <a:ext cx="904520" cy="904518"/>
            <a:chOff x="0" y="0"/>
            <a:chExt cx="457200" cy="457200"/>
          </a:xfrm>
        </p:grpSpPr>
        <p:sp>
          <p:nvSpPr>
            <p:cNvPr id="96" name="任意形状 399">
              <a:extLst>
                <a:ext uri="{FF2B5EF4-FFF2-40B4-BE49-F238E27FC236}">
                  <a16:creationId xmlns:a16="http://schemas.microsoft.com/office/drawing/2014/main" id="{414D445F-EAB0-E812-9893-B539BC35418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  <p:sp>
          <p:nvSpPr>
            <p:cNvPr id="97" name="任意形状 400">
              <a:extLst>
                <a:ext uri="{FF2B5EF4-FFF2-40B4-BE49-F238E27FC236}">
                  <a16:creationId xmlns:a16="http://schemas.microsoft.com/office/drawing/2014/main" id="{95D2E70E-D3DE-0820-54A0-C735388A7206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98" name="成组">
            <a:extLst>
              <a:ext uri="{FF2B5EF4-FFF2-40B4-BE49-F238E27FC236}">
                <a16:creationId xmlns:a16="http://schemas.microsoft.com/office/drawing/2014/main" id="{EAC6862A-A78D-6A0B-362F-5D664ABDF52B}"/>
              </a:ext>
            </a:extLst>
          </p:cNvPr>
          <p:cNvGrpSpPr/>
          <p:nvPr/>
        </p:nvGrpSpPr>
        <p:grpSpPr>
          <a:xfrm>
            <a:off x="13176216" y="9144682"/>
            <a:ext cx="904520" cy="904518"/>
            <a:chOff x="0" y="0"/>
            <a:chExt cx="457200" cy="457200"/>
          </a:xfrm>
        </p:grpSpPr>
        <p:sp>
          <p:nvSpPr>
            <p:cNvPr id="99" name="任意形状 477">
              <a:extLst>
                <a:ext uri="{FF2B5EF4-FFF2-40B4-BE49-F238E27FC236}">
                  <a16:creationId xmlns:a16="http://schemas.microsoft.com/office/drawing/2014/main" id="{4A034BD4-D318-AD85-256E-57A74509D487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00" name="任意形状 478">
              <a:extLst>
                <a:ext uri="{FF2B5EF4-FFF2-40B4-BE49-F238E27FC236}">
                  <a16:creationId xmlns:a16="http://schemas.microsoft.com/office/drawing/2014/main" id="{9D975385-C3B4-EE40-A5AE-0CDFD1B8F59B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D8CA22-F330-5AD0-80FE-BA708E6C8A46}"/>
              </a:ext>
            </a:extLst>
          </p:cNvPr>
          <p:cNvGrpSpPr/>
          <p:nvPr/>
        </p:nvGrpSpPr>
        <p:grpSpPr>
          <a:xfrm>
            <a:off x="2361088" y="11237415"/>
            <a:ext cx="3776922" cy="1695324"/>
            <a:chOff x="1052824" y="3781080"/>
            <a:chExt cx="3776922" cy="1695324"/>
          </a:xfrm>
        </p:grpSpPr>
        <p:sp>
          <p:nvSpPr>
            <p:cNvPr id="25" name="Shape 891">
              <a:extLst>
                <a:ext uri="{FF2B5EF4-FFF2-40B4-BE49-F238E27FC236}">
                  <a16:creationId xmlns:a16="http://schemas.microsoft.com/office/drawing/2014/main" id="{C53B32A2-C3E6-6A19-EEFD-F57AC2D42D25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6" name="Shape 892">
              <a:extLst>
                <a:ext uri="{FF2B5EF4-FFF2-40B4-BE49-F238E27FC236}">
                  <a16:creationId xmlns:a16="http://schemas.microsoft.com/office/drawing/2014/main" id="{AA689F59-3E29-B72E-98FC-1A980B25AE08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AB8D1D-271A-6FC4-5F6F-4B23EF6B8440}"/>
              </a:ext>
            </a:extLst>
          </p:cNvPr>
          <p:cNvGrpSpPr/>
          <p:nvPr/>
        </p:nvGrpSpPr>
        <p:grpSpPr>
          <a:xfrm>
            <a:off x="8752906" y="11237415"/>
            <a:ext cx="3776922" cy="1695324"/>
            <a:chOff x="1052824" y="3781080"/>
            <a:chExt cx="3776922" cy="1695324"/>
          </a:xfrm>
        </p:grpSpPr>
        <p:sp>
          <p:nvSpPr>
            <p:cNvPr id="29" name="Shape 891">
              <a:extLst>
                <a:ext uri="{FF2B5EF4-FFF2-40B4-BE49-F238E27FC236}">
                  <a16:creationId xmlns:a16="http://schemas.microsoft.com/office/drawing/2014/main" id="{6530239D-FC01-7942-56AE-B01976C7C551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3" name="Shape 892">
              <a:extLst>
                <a:ext uri="{FF2B5EF4-FFF2-40B4-BE49-F238E27FC236}">
                  <a16:creationId xmlns:a16="http://schemas.microsoft.com/office/drawing/2014/main" id="{4C42CCAE-AFFA-DA88-7262-DABDC8F79BD4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FD389D-DA7B-7F17-C843-7A3CA7FDA931}"/>
              </a:ext>
            </a:extLst>
          </p:cNvPr>
          <p:cNvGrpSpPr/>
          <p:nvPr/>
        </p:nvGrpSpPr>
        <p:grpSpPr>
          <a:xfrm>
            <a:off x="15078264" y="11237415"/>
            <a:ext cx="3776922" cy="1695324"/>
            <a:chOff x="1052824" y="3781080"/>
            <a:chExt cx="3776922" cy="1695324"/>
          </a:xfrm>
        </p:grpSpPr>
        <p:sp>
          <p:nvSpPr>
            <p:cNvPr id="35" name="Shape 891">
              <a:extLst>
                <a:ext uri="{FF2B5EF4-FFF2-40B4-BE49-F238E27FC236}">
                  <a16:creationId xmlns:a16="http://schemas.microsoft.com/office/drawing/2014/main" id="{6F3B51C5-174B-0FFD-132F-64DCADECA47B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6" name="Shape 892">
              <a:extLst>
                <a:ext uri="{FF2B5EF4-FFF2-40B4-BE49-F238E27FC236}">
                  <a16:creationId xmlns:a16="http://schemas.microsoft.com/office/drawing/2014/main" id="{167EF8F9-CC81-BBC4-284B-4D379F42D124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5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5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456F0A2-3B84-4EC3-8AF1-BD9F1AACD666}"/>
              </a:ext>
            </a:extLst>
          </p:cNvPr>
          <p:cNvGrpSpPr/>
          <p:nvPr/>
        </p:nvGrpSpPr>
        <p:grpSpPr>
          <a:xfrm>
            <a:off x="5384625" y="3142209"/>
            <a:ext cx="3776922" cy="1695324"/>
            <a:chOff x="1052824" y="3781080"/>
            <a:chExt cx="3776922" cy="1695324"/>
          </a:xfrm>
        </p:grpSpPr>
        <p:sp>
          <p:nvSpPr>
            <p:cNvPr id="11" name="Shape 891">
              <a:extLst>
                <a:ext uri="{FF2B5EF4-FFF2-40B4-BE49-F238E27FC236}">
                  <a16:creationId xmlns:a16="http://schemas.microsoft.com/office/drawing/2014/main" id="{E0A8C77F-064D-F417-8274-F2CF397EF716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12" name="Shape 892">
              <a:extLst>
                <a:ext uri="{FF2B5EF4-FFF2-40B4-BE49-F238E27FC236}">
                  <a16:creationId xmlns:a16="http://schemas.microsoft.com/office/drawing/2014/main" id="{0BB01386-63FC-86B7-F2E9-DCD2A4F4F4DF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2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DA89A3-9656-ADA0-4353-A2F52856FDBB}"/>
              </a:ext>
            </a:extLst>
          </p:cNvPr>
          <p:cNvGrpSpPr/>
          <p:nvPr/>
        </p:nvGrpSpPr>
        <p:grpSpPr>
          <a:xfrm>
            <a:off x="11764668" y="3142209"/>
            <a:ext cx="3776922" cy="1695324"/>
            <a:chOff x="1052824" y="3781080"/>
            <a:chExt cx="3776922" cy="1695324"/>
          </a:xfrm>
        </p:grpSpPr>
        <p:sp>
          <p:nvSpPr>
            <p:cNvPr id="18" name="Shape 891">
              <a:extLst>
                <a:ext uri="{FF2B5EF4-FFF2-40B4-BE49-F238E27FC236}">
                  <a16:creationId xmlns:a16="http://schemas.microsoft.com/office/drawing/2014/main" id="{D8228E2D-BCC9-32F1-DDBE-E13EBAEA01DE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0" name="Shape 892">
              <a:extLst>
                <a:ext uri="{FF2B5EF4-FFF2-40B4-BE49-F238E27FC236}">
                  <a16:creationId xmlns:a16="http://schemas.microsoft.com/office/drawing/2014/main" id="{4F89CCA8-55B8-6B33-F020-A167285C8B08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4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8AF2B3D-CA76-A74C-BFB5-76FEA1EBF548}"/>
              </a:ext>
            </a:extLst>
          </p:cNvPr>
          <p:cNvGrpSpPr/>
          <p:nvPr/>
        </p:nvGrpSpPr>
        <p:grpSpPr>
          <a:xfrm>
            <a:off x="18076033" y="3142209"/>
            <a:ext cx="3776922" cy="1695324"/>
            <a:chOff x="1052824" y="3781080"/>
            <a:chExt cx="3776922" cy="1695324"/>
          </a:xfrm>
        </p:grpSpPr>
        <p:sp>
          <p:nvSpPr>
            <p:cNvPr id="43" name="Shape 891">
              <a:extLst>
                <a:ext uri="{FF2B5EF4-FFF2-40B4-BE49-F238E27FC236}">
                  <a16:creationId xmlns:a16="http://schemas.microsoft.com/office/drawing/2014/main" id="{5B13BF4E-2949-AFE0-4D09-E24B4EA8427B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44" name="Shape 892">
              <a:extLst>
                <a:ext uri="{FF2B5EF4-FFF2-40B4-BE49-F238E27FC236}">
                  <a16:creationId xmlns:a16="http://schemas.microsoft.com/office/drawing/2014/main" id="{0D266E6D-9FDD-26BF-BD84-A72EE7CA3EDC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6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6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1295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E4BA788-D335-035F-4ADD-566B6037F601}"/>
              </a:ext>
            </a:extLst>
          </p:cNvPr>
          <p:cNvSpPr/>
          <p:nvPr/>
        </p:nvSpPr>
        <p:spPr>
          <a:xfrm rot="5400000">
            <a:off x="3277414" y="9424386"/>
            <a:ext cx="3171030" cy="724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1</a:t>
            </a:r>
            <a:endParaRPr lang="en-US" sz="3400" b="1" dirty="0">
              <a:solidFill>
                <a:schemeClr val="accent1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F7F6DB1-AA8A-BBA5-312E-22D8285AE0A1}"/>
              </a:ext>
            </a:extLst>
          </p:cNvPr>
          <p:cNvSpPr/>
          <p:nvPr/>
        </p:nvSpPr>
        <p:spPr>
          <a:xfrm rot="5400000">
            <a:off x="9068641" y="9416153"/>
            <a:ext cx="3240188" cy="724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3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3E1A4BD-EEC4-7D9A-F1D2-472AE6611051}"/>
              </a:ext>
            </a:extLst>
          </p:cNvPr>
          <p:cNvSpPr/>
          <p:nvPr/>
        </p:nvSpPr>
        <p:spPr>
          <a:xfrm rot="5400000">
            <a:off x="14672740" y="9416151"/>
            <a:ext cx="3427282" cy="724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5</a:t>
            </a:r>
            <a:endParaRPr lang="en-US" sz="3400" b="1" dirty="0">
              <a:solidFill>
                <a:schemeClr val="accent5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9FF728FF-E2CE-382F-1DD9-08543205DA69}"/>
              </a:ext>
            </a:extLst>
          </p:cNvPr>
          <p:cNvSpPr/>
          <p:nvPr/>
        </p:nvSpPr>
        <p:spPr>
          <a:xfrm rot="5400000">
            <a:off x="17723221" y="5690610"/>
            <a:ext cx="3423960" cy="724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3400" b="1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6</a:t>
            </a:r>
            <a:endParaRPr lang="en-US" sz="3400" dirty="0">
              <a:solidFill>
                <a:schemeClr val="accent6"/>
              </a:solidFill>
              <a:latin typeface="Poppins" panose="00000500000000000000" pitchFamily="2" charset="0"/>
              <a:ea typeface="Roboto Light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DD5B856-7379-C35F-F6EE-7FB8B88C7319}"/>
              </a:ext>
            </a:extLst>
          </p:cNvPr>
          <p:cNvSpPr/>
          <p:nvPr/>
        </p:nvSpPr>
        <p:spPr>
          <a:xfrm rot="5400000">
            <a:off x="11829338" y="5705839"/>
            <a:ext cx="3351496" cy="724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4</a:t>
            </a:r>
            <a:endParaRPr lang="en-US" sz="3400" b="1" dirty="0">
              <a:solidFill>
                <a:schemeClr val="accent4"/>
              </a:solidFill>
              <a:latin typeface="Poppins" panose="00000500000000000000" pitchFamily="2" charset="0"/>
              <a:ea typeface="Open Sans" panose="020B0606030504020204" pitchFamily="34" charset="0"/>
              <a:cs typeface="Poppins" panose="00000500000000000000" pitchFamily="2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E69A3EC-4288-E9F4-05CF-9B67E1F35666}"/>
              </a:ext>
            </a:extLst>
          </p:cNvPr>
          <p:cNvSpPr/>
          <p:nvPr/>
        </p:nvSpPr>
        <p:spPr>
          <a:xfrm rot="5400000">
            <a:off x="6148581" y="5291943"/>
            <a:ext cx="3171030" cy="7245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2</a:t>
            </a:r>
            <a:endParaRPr lang="en-US" sz="3400" dirty="0">
              <a:solidFill>
                <a:schemeClr val="accent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Freeform: Shape 47">
            <a:extLst>
              <a:ext uri="{FF2B5EF4-FFF2-40B4-BE49-F238E27FC236}">
                <a16:creationId xmlns:a16="http://schemas.microsoft.com/office/drawing/2014/main" id="{D460CFBC-D2E6-B119-8C1B-CC1CDF82F58A}"/>
              </a:ext>
            </a:extLst>
          </p:cNvPr>
          <p:cNvSpPr/>
          <p:nvPr/>
        </p:nvSpPr>
        <p:spPr>
          <a:xfrm rot="5400000">
            <a:off x="8250308" y="-4221647"/>
            <a:ext cx="7619860" cy="24120481"/>
          </a:xfrm>
          <a:custGeom>
            <a:avLst/>
            <a:gdLst>
              <a:gd name="connsiteX0" fmla="*/ 392933 w 3057227"/>
              <a:gd name="connsiteY0" fmla="*/ 879872 h 10440485"/>
              <a:gd name="connsiteX1" fmla="*/ 729869 w 3057227"/>
              <a:gd name="connsiteY1" fmla="*/ 298947 h 10440485"/>
              <a:gd name="connsiteX2" fmla="*/ 903257 w 3057227"/>
              <a:gd name="connsiteY2" fmla="*/ 0 h 10440485"/>
              <a:gd name="connsiteX3" fmla="*/ 1082719 w 3057227"/>
              <a:gd name="connsiteY3" fmla="*/ 309416 h 10440485"/>
              <a:gd name="connsiteX4" fmla="*/ 1082719 w 3057227"/>
              <a:gd name="connsiteY4" fmla="*/ 309418 h 10440485"/>
              <a:gd name="connsiteX5" fmla="*/ 1413582 w 3057227"/>
              <a:gd name="connsiteY5" fmla="*/ 879873 h 10440485"/>
              <a:gd name="connsiteX6" fmla="*/ 1082936 w 3057227"/>
              <a:gd name="connsiteY6" fmla="*/ 879873 h 10440485"/>
              <a:gd name="connsiteX7" fmla="*/ 1085135 w 3057227"/>
              <a:gd name="connsiteY7" fmla="*/ 954628 h 10440485"/>
              <a:gd name="connsiteX8" fmla="*/ 1102052 w 3057227"/>
              <a:gd name="connsiteY8" fmla="*/ 1024715 h 10440485"/>
              <a:gd name="connsiteX9" fmla="*/ 1126220 w 3057227"/>
              <a:gd name="connsiteY9" fmla="*/ 1087551 h 10440485"/>
              <a:gd name="connsiteX10" fmla="*/ 1157638 w 3057227"/>
              <a:gd name="connsiteY10" fmla="*/ 1145554 h 10440485"/>
              <a:gd name="connsiteX11" fmla="*/ 1198723 w 3057227"/>
              <a:gd name="connsiteY11" fmla="*/ 1189056 h 10440485"/>
              <a:gd name="connsiteX12" fmla="*/ 1251893 w 3057227"/>
              <a:gd name="connsiteY12" fmla="*/ 1237391 h 10440485"/>
              <a:gd name="connsiteX13" fmla="*/ 1317146 w 3057227"/>
              <a:gd name="connsiteY13" fmla="*/ 1271226 h 10440485"/>
              <a:gd name="connsiteX14" fmla="*/ 1382399 w 3057227"/>
              <a:gd name="connsiteY14" fmla="*/ 1297811 h 10440485"/>
              <a:gd name="connsiteX15" fmla="*/ 1454902 w 3057227"/>
              <a:gd name="connsiteY15" fmla="*/ 1309895 h 10440485"/>
              <a:gd name="connsiteX16" fmla="*/ 1527406 w 3057227"/>
              <a:gd name="connsiteY16" fmla="*/ 1317145 h 10440485"/>
              <a:gd name="connsiteX17" fmla="*/ 2262107 w 3057227"/>
              <a:gd name="connsiteY17" fmla="*/ 1317145 h 10440485"/>
              <a:gd name="connsiteX18" fmla="*/ 2373278 w 3057227"/>
              <a:gd name="connsiteY18" fmla="*/ 1321978 h 10440485"/>
              <a:gd name="connsiteX19" fmla="*/ 2474783 w 3057227"/>
              <a:gd name="connsiteY19" fmla="*/ 1341313 h 10440485"/>
              <a:gd name="connsiteX20" fmla="*/ 2569038 w 3057227"/>
              <a:gd name="connsiteY20" fmla="*/ 1370314 h 10440485"/>
              <a:gd name="connsiteX21" fmla="*/ 2653625 w 3057227"/>
              <a:gd name="connsiteY21" fmla="*/ 1408983 h 10440485"/>
              <a:gd name="connsiteX22" fmla="*/ 2730962 w 3057227"/>
              <a:gd name="connsiteY22" fmla="*/ 1454901 h 10440485"/>
              <a:gd name="connsiteX23" fmla="*/ 2801049 w 3057227"/>
              <a:gd name="connsiteY23" fmla="*/ 1508070 h 10440485"/>
              <a:gd name="connsiteX24" fmla="*/ 2859051 w 3057227"/>
              <a:gd name="connsiteY24" fmla="*/ 1573324 h 10440485"/>
              <a:gd name="connsiteX25" fmla="*/ 2914637 w 3057227"/>
              <a:gd name="connsiteY25" fmla="*/ 1640993 h 10440485"/>
              <a:gd name="connsiteX26" fmla="*/ 2958139 w 3057227"/>
              <a:gd name="connsiteY26" fmla="*/ 1715914 h 10440485"/>
              <a:gd name="connsiteX27" fmla="*/ 2991974 w 3057227"/>
              <a:gd name="connsiteY27" fmla="*/ 1793250 h 10440485"/>
              <a:gd name="connsiteX28" fmla="*/ 3028226 w 3057227"/>
              <a:gd name="connsiteY28" fmla="*/ 1897172 h 10440485"/>
              <a:gd name="connsiteX29" fmla="*/ 3047560 w 3057227"/>
              <a:gd name="connsiteY29" fmla="*/ 2003510 h 10440485"/>
              <a:gd name="connsiteX30" fmla="*/ 3057227 w 3057227"/>
              <a:gd name="connsiteY30" fmla="*/ 2112266 h 10440485"/>
              <a:gd name="connsiteX31" fmla="*/ 3047560 w 3057227"/>
              <a:gd name="connsiteY31" fmla="*/ 2221021 h 10440485"/>
              <a:gd name="connsiteX32" fmla="*/ 3028226 w 3057227"/>
              <a:gd name="connsiteY32" fmla="*/ 2327359 h 10440485"/>
              <a:gd name="connsiteX33" fmla="*/ 2991974 w 3057227"/>
              <a:gd name="connsiteY33" fmla="*/ 2433697 h 10440485"/>
              <a:gd name="connsiteX34" fmla="*/ 2958139 w 3057227"/>
              <a:gd name="connsiteY34" fmla="*/ 2508617 h 10440485"/>
              <a:gd name="connsiteX35" fmla="*/ 2914637 w 3057227"/>
              <a:gd name="connsiteY35" fmla="*/ 2585954 h 10440485"/>
              <a:gd name="connsiteX36" fmla="*/ 2859051 w 3057227"/>
              <a:gd name="connsiteY36" fmla="*/ 2651207 h 10440485"/>
              <a:gd name="connsiteX37" fmla="*/ 2801049 w 3057227"/>
              <a:gd name="connsiteY37" fmla="*/ 2714044 h 10440485"/>
              <a:gd name="connsiteX38" fmla="*/ 2730962 w 3057227"/>
              <a:gd name="connsiteY38" fmla="*/ 2772046 h 10440485"/>
              <a:gd name="connsiteX39" fmla="*/ 2653625 w 3057227"/>
              <a:gd name="connsiteY39" fmla="*/ 2817965 h 10440485"/>
              <a:gd name="connsiteX40" fmla="*/ 2569038 w 3057227"/>
              <a:gd name="connsiteY40" fmla="*/ 2856634 h 10440485"/>
              <a:gd name="connsiteX41" fmla="*/ 2474783 w 3057227"/>
              <a:gd name="connsiteY41" fmla="*/ 2885635 h 10440485"/>
              <a:gd name="connsiteX42" fmla="*/ 2373278 w 3057227"/>
              <a:gd name="connsiteY42" fmla="*/ 2900136 h 10440485"/>
              <a:gd name="connsiteX43" fmla="*/ 2262107 w 3057227"/>
              <a:gd name="connsiteY43" fmla="*/ 2907386 h 10440485"/>
              <a:gd name="connsiteX44" fmla="*/ 1527406 w 3057227"/>
              <a:gd name="connsiteY44" fmla="*/ 2907386 h 10440485"/>
              <a:gd name="connsiteX45" fmla="*/ 1527406 w 3057227"/>
              <a:gd name="connsiteY45" fmla="*/ 2559370 h 10440485"/>
              <a:gd name="connsiteX46" fmla="*/ 2262107 w 3057227"/>
              <a:gd name="connsiteY46" fmla="*/ 2559370 h 10440485"/>
              <a:gd name="connsiteX47" fmla="*/ 2351527 w 3057227"/>
              <a:gd name="connsiteY47" fmla="*/ 2552119 h 10440485"/>
              <a:gd name="connsiteX48" fmla="*/ 2426448 w 3057227"/>
              <a:gd name="connsiteY48" fmla="*/ 2535202 h 10440485"/>
              <a:gd name="connsiteX49" fmla="*/ 2496534 w 3057227"/>
              <a:gd name="connsiteY49" fmla="*/ 2501367 h 10440485"/>
              <a:gd name="connsiteX50" fmla="*/ 2554537 w 3057227"/>
              <a:gd name="connsiteY50" fmla="*/ 2465115 h 10440485"/>
              <a:gd name="connsiteX51" fmla="*/ 2600456 w 3057227"/>
              <a:gd name="connsiteY51" fmla="*/ 2416780 h 10440485"/>
              <a:gd name="connsiteX52" fmla="*/ 2641541 w 3057227"/>
              <a:gd name="connsiteY52" fmla="*/ 2361194 h 10440485"/>
              <a:gd name="connsiteX53" fmla="*/ 2670542 w 3057227"/>
              <a:gd name="connsiteY53" fmla="*/ 2303191 h 10440485"/>
              <a:gd name="connsiteX54" fmla="*/ 2689877 w 3057227"/>
              <a:gd name="connsiteY54" fmla="*/ 2240355 h 10440485"/>
              <a:gd name="connsiteX55" fmla="*/ 2701961 w 3057227"/>
              <a:gd name="connsiteY55" fmla="*/ 2177518 h 10440485"/>
              <a:gd name="connsiteX56" fmla="*/ 2704377 w 3057227"/>
              <a:gd name="connsiteY56" fmla="*/ 2112266 h 10440485"/>
              <a:gd name="connsiteX57" fmla="*/ 2701961 w 3057227"/>
              <a:gd name="connsiteY57" fmla="*/ 2047012 h 10440485"/>
              <a:gd name="connsiteX58" fmla="*/ 2689877 w 3057227"/>
              <a:gd name="connsiteY58" fmla="*/ 1984176 h 10440485"/>
              <a:gd name="connsiteX59" fmla="*/ 2670542 w 3057227"/>
              <a:gd name="connsiteY59" fmla="*/ 1923757 h 10440485"/>
              <a:gd name="connsiteX60" fmla="*/ 2641541 w 3057227"/>
              <a:gd name="connsiteY60" fmla="*/ 1863337 h 10440485"/>
              <a:gd name="connsiteX61" fmla="*/ 2600456 w 3057227"/>
              <a:gd name="connsiteY61" fmla="*/ 1810168 h 10440485"/>
              <a:gd name="connsiteX62" fmla="*/ 2554537 w 3057227"/>
              <a:gd name="connsiteY62" fmla="*/ 1761832 h 10440485"/>
              <a:gd name="connsiteX63" fmla="*/ 2496534 w 3057227"/>
              <a:gd name="connsiteY63" fmla="*/ 1720747 h 10440485"/>
              <a:gd name="connsiteX64" fmla="*/ 2426448 w 3057227"/>
              <a:gd name="connsiteY64" fmla="*/ 1691746 h 10440485"/>
              <a:gd name="connsiteX65" fmla="*/ 2351527 w 3057227"/>
              <a:gd name="connsiteY65" fmla="*/ 1669995 h 10440485"/>
              <a:gd name="connsiteX66" fmla="*/ 2262107 w 3057227"/>
              <a:gd name="connsiteY66" fmla="*/ 1665161 h 10440485"/>
              <a:gd name="connsiteX67" fmla="*/ 1527406 w 3057227"/>
              <a:gd name="connsiteY67" fmla="*/ 1665161 h 10440485"/>
              <a:gd name="connsiteX68" fmla="*/ 1423484 w 3057227"/>
              <a:gd name="connsiteY68" fmla="*/ 1657911 h 10440485"/>
              <a:gd name="connsiteX69" fmla="*/ 1319562 w 3057227"/>
              <a:gd name="connsiteY69" fmla="*/ 1638577 h 10440485"/>
              <a:gd name="connsiteX70" fmla="*/ 1220474 w 3057227"/>
              <a:gd name="connsiteY70" fmla="*/ 1607158 h 10440485"/>
              <a:gd name="connsiteX71" fmla="*/ 1123803 w 3057227"/>
              <a:gd name="connsiteY71" fmla="*/ 1563656 h 10440485"/>
              <a:gd name="connsiteX72" fmla="*/ 1034382 w 3057227"/>
              <a:gd name="connsiteY72" fmla="*/ 1505654 h 10440485"/>
              <a:gd name="connsiteX73" fmla="*/ 952212 w 3057227"/>
              <a:gd name="connsiteY73" fmla="*/ 1435567 h 10440485"/>
              <a:gd name="connsiteX74" fmla="*/ 891792 w 3057227"/>
              <a:gd name="connsiteY74" fmla="*/ 1367897 h 10440485"/>
              <a:gd name="connsiteX75" fmla="*/ 836206 w 3057227"/>
              <a:gd name="connsiteY75" fmla="*/ 1283310 h 10440485"/>
              <a:gd name="connsiteX76" fmla="*/ 790288 w 3057227"/>
              <a:gd name="connsiteY76" fmla="*/ 1196306 h 10440485"/>
              <a:gd name="connsiteX77" fmla="*/ 758869 w 3057227"/>
              <a:gd name="connsiteY77" fmla="*/ 1097218 h 10440485"/>
              <a:gd name="connsiteX78" fmla="*/ 739535 w 3057227"/>
              <a:gd name="connsiteY78" fmla="*/ 990880 h 10440485"/>
              <a:gd name="connsiteX79" fmla="*/ 730473 w 3057227"/>
              <a:gd name="connsiteY79" fmla="*/ 879872 h 10440485"/>
              <a:gd name="connsiteX80" fmla="*/ 0 w 3057227"/>
              <a:gd name="connsiteY80" fmla="*/ 8330636 h 10440485"/>
              <a:gd name="connsiteX81" fmla="*/ 9667 w 3057227"/>
              <a:gd name="connsiteY81" fmla="*/ 8219466 h 10440485"/>
              <a:gd name="connsiteX82" fmla="*/ 29001 w 3057227"/>
              <a:gd name="connsiteY82" fmla="*/ 8115544 h 10440485"/>
              <a:gd name="connsiteX83" fmla="*/ 62836 w 3057227"/>
              <a:gd name="connsiteY83" fmla="*/ 8011622 h 10440485"/>
              <a:gd name="connsiteX84" fmla="*/ 99088 w 3057227"/>
              <a:gd name="connsiteY84" fmla="*/ 7931868 h 10440485"/>
              <a:gd name="connsiteX85" fmla="*/ 142590 w 3057227"/>
              <a:gd name="connsiteY85" fmla="*/ 7859364 h 10440485"/>
              <a:gd name="connsiteX86" fmla="*/ 195759 w 3057227"/>
              <a:gd name="connsiteY86" fmla="*/ 7789279 h 10440485"/>
              <a:gd name="connsiteX87" fmla="*/ 256178 w 3057227"/>
              <a:gd name="connsiteY87" fmla="*/ 7726442 h 10440485"/>
              <a:gd name="connsiteX88" fmla="*/ 326265 w 3057227"/>
              <a:gd name="connsiteY88" fmla="*/ 7673273 h 10440485"/>
              <a:gd name="connsiteX89" fmla="*/ 401185 w 3057227"/>
              <a:gd name="connsiteY89" fmla="*/ 7624937 h 10440485"/>
              <a:gd name="connsiteX90" fmla="*/ 488189 w 3057227"/>
              <a:gd name="connsiteY90" fmla="*/ 7586269 h 10440485"/>
              <a:gd name="connsiteX91" fmla="*/ 582443 w 3057227"/>
              <a:gd name="connsiteY91" fmla="*/ 7557267 h 10440485"/>
              <a:gd name="connsiteX92" fmla="*/ 683950 w 3057227"/>
              <a:gd name="connsiteY92" fmla="*/ 7540350 h 10440485"/>
              <a:gd name="connsiteX93" fmla="*/ 795122 w 3057227"/>
              <a:gd name="connsiteY93" fmla="*/ 7533099 h 10440485"/>
              <a:gd name="connsiteX94" fmla="*/ 2262105 w 3057227"/>
              <a:gd name="connsiteY94" fmla="*/ 7533099 h 10440485"/>
              <a:gd name="connsiteX95" fmla="*/ 2351526 w 3057227"/>
              <a:gd name="connsiteY95" fmla="*/ 7525849 h 10440485"/>
              <a:gd name="connsiteX96" fmla="*/ 2426447 w 3057227"/>
              <a:gd name="connsiteY96" fmla="*/ 7506514 h 10440485"/>
              <a:gd name="connsiteX97" fmla="*/ 2496533 w 3057227"/>
              <a:gd name="connsiteY97" fmla="*/ 7475096 h 10440485"/>
              <a:gd name="connsiteX98" fmla="*/ 2554536 w 3057227"/>
              <a:gd name="connsiteY98" fmla="*/ 7438844 h 10440485"/>
              <a:gd name="connsiteX99" fmla="*/ 2600455 w 3057227"/>
              <a:gd name="connsiteY99" fmla="*/ 7390509 h 10440485"/>
              <a:gd name="connsiteX100" fmla="*/ 2641540 w 3057227"/>
              <a:gd name="connsiteY100" fmla="*/ 7332506 h 10440485"/>
              <a:gd name="connsiteX101" fmla="*/ 2670541 w 3057227"/>
              <a:gd name="connsiteY101" fmla="*/ 7276921 h 10440485"/>
              <a:gd name="connsiteX102" fmla="*/ 2689876 w 3057227"/>
              <a:gd name="connsiteY102" fmla="*/ 7214085 h 10440485"/>
              <a:gd name="connsiteX103" fmla="*/ 2701959 w 3057227"/>
              <a:gd name="connsiteY103" fmla="*/ 7151250 h 10440485"/>
              <a:gd name="connsiteX104" fmla="*/ 2704376 w 3057227"/>
              <a:gd name="connsiteY104" fmla="*/ 7085997 h 10440485"/>
              <a:gd name="connsiteX105" fmla="*/ 2701959 w 3057227"/>
              <a:gd name="connsiteY105" fmla="*/ 7020744 h 10440485"/>
              <a:gd name="connsiteX106" fmla="*/ 2689876 w 3057227"/>
              <a:gd name="connsiteY106" fmla="*/ 6957907 h 10440485"/>
              <a:gd name="connsiteX107" fmla="*/ 2670541 w 3057227"/>
              <a:gd name="connsiteY107" fmla="*/ 6897488 h 10440485"/>
              <a:gd name="connsiteX108" fmla="*/ 2641540 w 3057227"/>
              <a:gd name="connsiteY108" fmla="*/ 6837068 h 10440485"/>
              <a:gd name="connsiteX109" fmla="*/ 2600455 w 3057227"/>
              <a:gd name="connsiteY109" fmla="*/ 6783899 h 10440485"/>
              <a:gd name="connsiteX110" fmla="*/ 2554536 w 3057227"/>
              <a:gd name="connsiteY110" fmla="*/ 6735563 h 10440485"/>
              <a:gd name="connsiteX111" fmla="*/ 2496533 w 3057227"/>
              <a:gd name="connsiteY111" fmla="*/ 6694478 h 10440485"/>
              <a:gd name="connsiteX112" fmla="*/ 2426447 w 3057227"/>
              <a:gd name="connsiteY112" fmla="*/ 6663060 h 10440485"/>
              <a:gd name="connsiteX113" fmla="*/ 2351526 w 3057227"/>
              <a:gd name="connsiteY113" fmla="*/ 6643726 h 10440485"/>
              <a:gd name="connsiteX114" fmla="*/ 2262105 w 3057227"/>
              <a:gd name="connsiteY114" fmla="*/ 6636476 h 10440485"/>
              <a:gd name="connsiteX115" fmla="*/ 795122 w 3057227"/>
              <a:gd name="connsiteY115" fmla="*/ 6636477 h 10440485"/>
              <a:gd name="connsiteX116" fmla="*/ 683950 w 3057227"/>
              <a:gd name="connsiteY116" fmla="*/ 6631644 h 10440485"/>
              <a:gd name="connsiteX117" fmla="*/ 582445 w 3057227"/>
              <a:gd name="connsiteY117" fmla="*/ 6614726 h 10440485"/>
              <a:gd name="connsiteX118" fmla="*/ 488191 w 3057227"/>
              <a:gd name="connsiteY118" fmla="*/ 6588142 h 10440485"/>
              <a:gd name="connsiteX119" fmla="*/ 401187 w 3057227"/>
              <a:gd name="connsiteY119" fmla="*/ 6549473 h 10440485"/>
              <a:gd name="connsiteX120" fmla="*/ 326265 w 3057227"/>
              <a:gd name="connsiteY120" fmla="*/ 6501138 h 10440485"/>
              <a:gd name="connsiteX121" fmla="*/ 256178 w 3057227"/>
              <a:gd name="connsiteY121" fmla="*/ 6445552 h 10440485"/>
              <a:gd name="connsiteX122" fmla="*/ 195759 w 3057227"/>
              <a:gd name="connsiteY122" fmla="*/ 6380299 h 10440485"/>
              <a:gd name="connsiteX123" fmla="*/ 142590 w 3057227"/>
              <a:gd name="connsiteY123" fmla="*/ 6315046 h 10440485"/>
              <a:gd name="connsiteX124" fmla="*/ 99088 w 3057227"/>
              <a:gd name="connsiteY124" fmla="*/ 6240126 h 10440485"/>
              <a:gd name="connsiteX125" fmla="*/ 62836 w 3057227"/>
              <a:gd name="connsiteY125" fmla="*/ 6162789 h 10440485"/>
              <a:gd name="connsiteX126" fmla="*/ 29001 w 3057227"/>
              <a:gd name="connsiteY126" fmla="*/ 6058867 h 10440485"/>
              <a:gd name="connsiteX127" fmla="*/ 9667 w 3057227"/>
              <a:gd name="connsiteY127" fmla="*/ 5950112 h 10440485"/>
              <a:gd name="connsiteX128" fmla="*/ 0 w 3057227"/>
              <a:gd name="connsiteY128" fmla="*/ 5843774 h 10440485"/>
              <a:gd name="connsiteX129" fmla="*/ 9667 w 3057227"/>
              <a:gd name="connsiteY129" fmla="*/ 5732602 h 10440485"/>
              <a:gd name="connsiteX130" fmla="*/ 29001 w 3057227"/>
              <a:gd name="connsiteY130" fmla="*/ 5628681 h 10440485"/>
              <a:gd name="connsiteX131" fmla="*/ 62836 w 3057227"/>
              <a:gd name="connsiteY131" fmla="*/ 5524759 h 10440485"/>
              <a:gd name="connsiteX132" fmla="*/ 99088 w 3057227"/>
              <a:gd name="connsiteY132" fmla="*/ 5445006 h 10440485"/>
              <a:gd name="connsiteX133" fmla="*/ 142590 w 3057227"/>
              <a:gd name="connsiteY133" fmla="*/ 5372502 h 10440485"/>
              <a:gd name="connsiteX134" fmla="*/ 195759 w 3057227"/>
              <a:gd name="connsiteY134" fmla="*/ 5302416 h 10440485"/>
              <a:gd name="connsiteX135" fmla="*/ 256178 w 3057227"/>
              <a:gd name="connsiteY135" fmla="*/ 5239579 h 10440485"/>
              <a:gd name="connsiteX136" fmla="*/ 326265 w 3057227"/>
              <a:gd name="connsiteY136" fmla="*/ 5186410 h 10440485"/>
              <a:gd name="connsiteX137" fmla="*/ 401187 w 3057227"/>
              <a:gd name="connsiteY137" fmla="*/ 5138075 h 10440485"/>
              <a:gd name="connsiteX138" fmla="*/ 488191 w 3057227"/>
              <a:gd name="connsiteY138" fmla="*/ 5099406 h 10440485"/>
              <a:gd name="connsiteX139" fmla="*/ 582445 w 3057227"/>
              <a:gd name="connsiteY139" fmla="*/ 5070405 h 10440485"/>
              <a:gd name="connsiteX140" fmla="*/ 683950 w 3057227"/>
              <a:gd name="connsiteY140" fmla="*/ 5053488 h 10440485"/>
              <a:gd name="connsiteX141" fmla="*/ 795122 w 3057227"/>
              <a:gd name="connsiteY141" fmla="*/ 5046237 h 10440485"/>
              <a:gd name="connsiteX142" fmla="*/ 2262105 w 3057227"/>
              <a:gd name="connsiteY142" fmla="*/ 5046237 h 10440485"/>
              <a:gd name="connsiteX143" fmla="*/ 2351526 w 3057227"/>
              <a:gd name="connsiteY143" fmla="*/ 5038987 h 10440485"/>
              <a:gd name="connsiteX144" fmla="*/ 2426447 w 3057227"/>
              <a:gd name="connsiteY144" fmla="*/ 5022069 h 10440485"/>
              <a:gd name="connsiteX145" fmla="*/ 2496533 w 3057227"/>
              <a:gd name="connsiteY145" fmla="*/ 4988235 h 10440485"/>
              <a:gd name="connsiteX146" fmla="*/ 2554536 w 3057227"/>
              <a:gd name="connsiteY146" fmla="*/ 4951983 h 10440485"/>
              <a:gd name="connsiteX147" fmla="*/ 2600455 w 3057227"/>
              <a:gd name="connsiteY147" fmla="*/ 4903647 h 10440485"/>
              <a:gd name="connsiteX148" fmla="*/ 2641540 w 3057227"/>
              <a:gd name="connsiteY148" fmla="*/ 4848061 h 10440485"/>
              <a:gd name="connsiteX149" fmla="*/ 2670541 w 3057227"/>
              <a:gd name="connsiteY149" fmla="*/ 4790059 h 10440485"/>
              <a:gd name="connsiteX150" fmla="*/ 2689876 w 3057227"/>
              <a:gd name="connsiteY150" fmla="*/ 4727222 h 10440485"/>
              <a:gd name="connsiteX151" fmla="*/ 2701959 w 3057227"/>
              <a:gd name="connsiteY151" fmla="*/ 4664386 h 10440485"/>
              <a:gd name="connsiteX152" fmla="*/ 2704376 w 3057227"/>
              <a:gd name="connsiteY152" fmla="*/ 4599133 h 10440485"/>
              <a:gd name="connsiteX153" fmla="*/ 2701959 w 3057227"/>
              <a:gd name="connsiteY153" fmla="*/ 4533880 h 10440485"/>
              <a:gd name="connsiteX154" fmla="*/ 2689876 w 3057227"/>
              <a:gd name="connsiteY154" fmla="*/ 4471044 h 10440485"/>
              <a:gd name="connsiteX155" fmla="*/ 2670541 w 3057227"/>
              <a:gd name="connsiteY155" fmla="*/ 4410625 h 10440485"/>
              <a:gd name="connsiteX156" fmla="*/ 2641540 w 3057227"/>
              <a:gd name="connsiteY156" fmla="*/ 4350205 h 10440485"/>
              <a:gd name="connsiteX157" fmla="*/ 2600455 w 3057227"/>
              <a:gd name="connsiteY157" fmla="*/ 4297036 h 10440485"/>
              <a:gd name="connsiteX158" fmla="*/ 2554536 w 3057227"/>
              <a:gd name="connsiteY158" fmla="*/ 4248700 h 10440485"/>
              <a:gd name="connsiteX159" fmla="*/ 2496533 w 3057227"/>
              <a:gd name="connsiteY159" fmla="*/ 4207615 h 10440485"/>
              <a:gd name="connsiteX160" fmla="*/ 2426447 w 3057227"/>
              <a:gd name="connsiteY160" fmla="*/ 4176197 h 10440485"/>
              <a:gd name="connsiteX161" fmla="*/ 2351526 w 3057227"/>
              <a:gd name="connsiteY161" fmla="*/ 4156863 h 10440485"/>
              <a:gd name="connsiteX162" fmla="*/ 2262105 w 3057227"/>
              <a:gd name="connsiteY162" fmla="*/ 4152029 h 10440485"/>
              <a:gd name="connsiteX163" fmla="*/ 795122 w 3057227"/>
              <a:gd name="connsiteY163" fmla="*/ 4152029 h 10440485"/>
              <a:gd name="connsiteX164" fmla="*/ 683950 w 3057227"/>
              <a:gd name="connsiteY164" fmla="*/ 4144779 h 10440485"/>
              <a:gd name="connsiteX165" fmla="*/ 582445 w 3057227"/>
              <a:gd name="connsiteY165" fmla="*/ 4127861 h 10440485"/>
              <a:gd name="connsiteX166" fmla="*/ 488191 w 3057227"/>
              <a:gd name="connsiteY166" fmla="*/ 4101277 h 10440485"/>
              <a:gd name="connsiteX167" fmla="*/ 401187 w 3057227"/>
              <a:gd name="connsiteY167" fmla="*/ 4062608 h 10440485"/>
              <a:gd name="connsiteX168" fmla="*/ 326265 w 3057227"/>
              <a:gd name="connsiteY168" fmla="*/ 4014273 h 10440485"/>
              <a:gd name="connsiteX169" fmla="*/ 256178 w 3057227"/>
              <a:gd name="connsiteY169" fmla="*/ 3958687 h 10440485"/>
              <a:gd name="connsiteX170" fmla="*/ 195759 w 3057227"/>
              <a:gd name="connsiteY170" fmla="*/ 3893434 h 10440485"/>
              <a:gd name="connsiteX171" fmla="*/ 142590 w 3057227"/>
              <a:gd name="connsiteY171" fmla="*/ 3828181 h 10440485"/>
              <a:gd name="connsiteX172" fmla="*/ 99088 w 3057227"/>
              <a:gd name="connsiteY172" fmla="*/ 3753261 h 10440485"/>
              <a:gd name="connsiteX173" fmla="*/ 62836 w 3057227"/>
              <a:gd name="connsiteY173" fmla="*/ 3675924 h 10440485"/>
              <a:gd name="connsiteX174" fmla="*/ 29001 w 3057227"/>
              <a:gd name="connsiteY174" fmla="*/ 3572002 h 10440485"/>
              <a:gd name="connsiteX175" fmla="*/ 9667 w 3057227"/>
              <a:gd name="connsiteY175" fmla="*/ 3463247 h 10440485"/>
              <a:gd name="connsiteX176" fmla="*/ 0 w 3057227"/>
              <a:gd name="connsiteY176" fmla="*/ 3356909 h 10440485"/>
              <a:gd name="connsiteX177" fmla="*/ 9667 w 3057227"/>
              <a:gd name="connsiteY177" fmla="*/ 3245737 h 10440485"/>
              <a:gd name="connsiteX178" fmla="*/ 29001 w 3057227"/>
              <a:gd name="connsiteY178" fmla="*/ 3141815 h 10440485"/>
              <a:gd name="connsiteX179" fmla="*/ 62836 w 3057227"/>
              <a:gd name="connsiteY179" fmla="*/ 3037894 h 10440485"/>
              <a:gd name="connsiteX180" fmla="*/ 99088 w 3057227"/>
              <a:gd name="connsiteY180" fmla="*/ 2958140 h 10440485"/>
              <a:gd name="connsiteX181" fmla="*/ 142590 w 3057227"/>
              <a:gd name="connsiteY181" fmla="*/ 2885636 h 10440485"/>
              <a:gd name="connsiteX182" fmla="*/ 195759 w 3057227"/>
              <a:gd name="connsiteY182" fmla="*/ 2815550 h 10440485"/>
              <a:gd name="connsiteX183" fmla="*/ 256178 w 3057227"/>
              <a:gd name="connsiteY183" fmla="*/ 2752712 h 10440485"/>
              <a:gd name="connsiteX184" fmla="*/ 326265 w 3057227"/>
              <a:gd name="connsiteY184" fmla="*/ 2699544 h 10440485"/>
              <a:gd name="connsiteX185" fmla="*/ 401187 w 3057227"/>
              <a:gd name="connsiteY185" fmla="*/ 2651208 h 10440485"/>
              <a:gd name="connsiteX186" fmla="*/ 488191 w 3057227"/>
              <a:gd name="connsiteY186" fmla="*/ 2612540 h 10440485"/>
              <a:gd name="connsiteX187" fmla="*/ 582445 w 3057227"/>
              <a:gd name="connsiteY187" fmla="*/ 2585956 h 10440485"/>
              <a:gd name="connsiteX188" fmla="*/ 683950 w 3057227"/>
              <a:gd name="connsiteY188" fmla="*/ 2566620 h 10440485"/>
              <a:gd name="connsiteX189" fmla="*/ 795122 w 3057227"/>
              <a:gd name="connsiteY189" fmla="*/ 2559370 h 10440485"/>
              <a:gd name="connsiteX190" fmla="*/ 1527406 w 3057227"/>
              <a:gd name="connsiteY190" fmla="*/ 2559370 h 10440485"/>
              <a:gd name="connsiteX191" fmla="*/ 1527406 w 3057227"/>
              <a:gd name="connsiteY191" fmla="*/ 2907386 h 10440485"/>
              <a:gd name="connsiteX192" fmla="*/ 795122 w 3057227"/>
              <a:gd name="connsiteY192" fmla="*/ 2907386 h 10440485"/>
              <a:gd name="connsiteX193" fmla="*/ 705701 w 3057227"/>
              <a:gd name="connsiteY193" fmla="*/ 2914638 h 10440485"/>
              <a:gd name="connsiteX194" fmla="*/ 630781 w 3057227"/>
              <a:gd name="connsiteY194" fmla="*/ 2933972 h 10440485"/>
              <a:gd name="connsiteX195" fmla="*/ 560694 w 3057227"/>
              <a:gd name="connsiteY195" fmla="*/ 2965390 h 10440485"/>
              <a:gd name="connsiteX196" fmla="*/ 502692 w 3057227"/>
              <a:gd name="connsiteY196" fmla="*/ 3006475 h 10440485"/>
              <a:gd name="connsiteX197" fmla="*/ 456773 w 3057227"/>
              <a:gd name="connsiteY197" fmla="*/ 3052394 h 10440485"/>
              <a:gd name="connsiteX198" fmla="*/ 415688 w 3057227"/>
              <a:gd name="connsiteY198" fmla="*/ 3107980 h 10440485"/>
              <a:gd name="connsiteX199" fmla="*/ 386684 w 3057227"/>
              <a:gd name="connsiteY199" fmla="*/ 3165983 h 10440485"/>
              <a:gd name="connsiteX200" fmla="*/ 367350 w 3057227"/>
              <a:gd name="connsiteY200" fmla="*/ 3226402 h 10440485"/>
              <a:gd name="connsiteX201" fmla="*/ 355266 w 3057227"/>
              <a:gd name="connsiteY201" fmla="*/ 3289239 h 10440485"/>
              <a:gd name="connsiteX202" fmla="*/ 350433 w 3057227"/>
              <a:gd name="connsiteY202" fmla="*/ 3356909 h 10440485"/>
              <a:gd name="connsiteX203" fmla="*/ 355266 w 3057227"/>
              <a:gd name="connsiteY203" fmla="*/ 3419745 h 10440485"/>
              <a:gd name="connsiteX204" fmla="*/ 367350 w 3057227"/>
              <a:gd name="connsiteY204" fmla="*/ 3482581 h 10440485"/>
              <a:gd name="connsiteX205" fmla="*/ 386684 w 3057227"/>
              <a:gd name="connsiteY205" fmla="*/ 3545417 h 10440485"/>
              <a:gd name="connsiteX206" fmla="*/ 415688 w 3057227"/>
              <a:gd name="connsiteY206" fmla="*/ 3603420 h 10440485"/>
              <a:gd name="connsiteX207" fmla="*/ 456773 w 3057227"/>
              <a:gd name="connsiteY207" fmla="*/ 3661423 h 10440485"/>
              <a:gd name="connsiteX208" fmla="*/ 502692 w 3057227"/>
              <a:gd name="connsiteY208" fmla="*/ 3707342 h 10440485"/>
              <a:gd name="connsiteX209" fmla="*/ 560694 w 3057227"/>
              <a:gd name="connsiteY209" fmla="*/ 3746010 h 10440485"/>
              <a:gd name="connsiteX210" fmla="*/ 630781 w 3057227"/>
              <a:gd name="connsiteY210" fmla="*/ 3777428 h 10440485"/>
              <a:gd name="connsiteX211" fmla="*/ 705701 w 3057227"/>
              <a:gd name="connsiteY211" fmla="*/ 3796763 h 10440485"/>
              <a:gd name="connsiteX212" fmla="*/ 795122 w 3057227"/>
              <a:gd name="connsiteY212" fmla="*/ 3804013 h 10440485"/>
              <a:gd name="connsiteX213" fmla="*/ 2262105 w 3057227"/>
              <a:gd name="connsiteY213" fmla="*/ 3804013 h 10440485"/>
              <a:gd name="connsiteX214" fmla="*/ 2373277 w 3057227"/>
              <a:gd name="connsiteY214" fmla="*/ 3808847 h 10440485"/>
              <a:gd name="connsiteX215" fmla="*/ 2474782 w 3057227"/>
              <a:gd name="connsiteY215" fmla="*/ 3828181 h 10440485"/>
              <a:gd name="connsiteX216" fmla="*/ 2569037 w 3057227"/>
              <a:gd name="connsiteY216" fmla="*/ 3857182 h 10440485"/>
              <a:gd name="connsiteX217" fmla="*/ 2653624 w 3057227"/>
              <a:gd name="connsiteY217" fmla="*/ 3893434 h 10440485"/>
              <a:gd name="connsiteX218" fmla="*/ 2730961 w 3057227"/>
              <a:gd name="connsiteY218" fmla="*/ 3941770 h 10440485"/>
              <a:gd name="connsiteX219" fmla="*/ 2801047 w 3057227"/>
              <a:gd name="connsiteY219" fmla="*/ 3994939 h 10440485"/>
              <a:gd name="connsiteX220" fmla="*/ 2859050 w 3057227"/>
              <a:gd name="connsiteY220" fmla="*/ 4060192 h 10440485"/>
              <a:gd name="connsiteX221" fmla="*/ 2914636 w 3057227"/>
              <a:gd name="connsiteY221" fmla="*/ 4127861 h 10440485"/>
              <a:gd name="connsiteX222" fmla="*/ 2958138 w 3057227"/>
              <a:gd name="connsiteY222" fmla="*/ 4200365 h 10440485"/>
              <a:gd name="connsiteX223" fmla="*/ 2991973 w 3057227"/>
              <a:gd name="connsiteY223" fmla="*/ 4280118 h 10440485"/>
              <a:gd name="connsiteX224" fmla="*/ 3028225 w 3057227"/>
              <a:gd name="connsiteY224" fmla="*/ 4384040 h 10440485"/>
              <a:gd name="connsiteX225" fmla="*/ 3047559 w 3057227"/>
              <a:gd name="connsiteY225" fmla="*/ 4490378 h 10440485"/>
              <a:gd name="connsiteX226" fmla="*/ 3057226 w 3057227"/>
              <a:gd name="connsiteY226" fmla="*/ 4599133 h 10440485"/>
              <a:gd name="connsiteX227" fmla="*/ 3047559 w 3057227"/>
              <a:gd name="connsiteY227" fmla="*/ 4707888 h 10440485"/>
              <a:gd name="connsiteX228" fmla="*/ 3028225 w 3057227"/>
              <a:gd name="connsiteY228" fmla="*/ 4814226 h 10440485"/>
              <a:gd name="connsiteX229" fmla="*/ 2991973 w 3057227"/>
              <a:gd name="connsiteY229" fmla="*/ 4920565 h 10440485"/>
              <a:gd name="connsiteX230" fmla="*/ 2958138 w 3057227"/>
              <a:gd name="connsiteY230" fmla="*/ 4995485 h 10440485"/>
              <a:gd name="connsiteX231" fmla="*/ 2914636 w 3057227"/>
              <a:gd name="connsiteY231" fmla="*/ 5070405 h 10440485"/>
              <a:gd name="connsiteX232" fmla="*/ 2859050 w 3057227"/>
              <a:gd name="connsiteY232" fmla="*/ 5138075 h 10440485"/>
              <a:gd name="connsiteX233" fmla="*/ 2801047 w 3057227"/>
              <a:gd name="connsiteY233" fmla="*/ 5200911 h 10440485"/>
              <a:gd name="connsiteX234" fmla="*/ 2730961 w 3057227"/>
              <a:gd name="connsiteY234" fmla="*/ 5258914 h 10440485"/>
              <a:gd name="connsiteX235" fmla="*/ 2653624 w 3057227"/>
              <a:gd name="connsiteY235" fmla="*/ 5304832 h 10440485"/>
              <a:gd name="connsiteX236" fmla="*/ 2569037 w 3057227"/>
              <a:gd name="connsiteY236" fmla="*/ 5343501 h 10440485"/>
              <a:gd name="connsiteX237" fmla="*/ 2474782 w 3057227"/>
              <a:gd name="connsiteY237" fmla="*/ 5372502 h 10440485"/>
              <a:gd name="connsiteX238" fmla="*/ 2373277 w 3057227"/>
              <a:gd name="connsiteY238" fmla="*/ 5387003 h 10440485"/>
              <a:gd name="connsiteX239" fmla="*/ 2262105 w 3057227"/>
              <a:gd name="connsiteY239" fmla="*/ 5394253 h 10440485"/>
              <a:gd name="connsiteX240" fmla="*/ 795122 w 3057227"/>
              <a:gd name="connsiteY240" fmla="*/ 5394253 h 10440485"/>
              <a:gd name="connsiteX241" fmla="*/ 705701 w 3057227"/>
              <a:gd name="connsiteY241" fmla="*/ 5401504 h 10440485"/>
              <a:gd name="connsiteX242" fmla="*/ 630781 w 3057227"/>
              <a:gd name="connsiteY242" fmla="*/ 5418421 h 10440485"/>
              <a:gd name="connsiteX243" fmla="*/ 560694 w 3057227"/>
              <a:gd name="connsiteY243" fmla="*/ 5452256 h 10440485"/>
              <a:gd name="connsiteX244" fmla="*/ 502692 w 3057227"/>
              <a:gd name="connsiteY244" fmla="*/ 5493341 h 10440485"/>
              <a:gd name="connsiteX245" fmla="*/ 456773 w 3057227"/>
              <a:gd name="connsiteY245" fmla="*/ 5539260 h 10440485"/>
              <a:gd name="connsiteX246" fmla="*/ 415688 w 3057227"/>
              <a:gd name="connsiteY246" fmla="*/ 5592429 h 10440485"/>
              <a:gd name="connsiteX247" fmla="*/ 386684 w 3057227"/>
              <a:gd name="connsiteY247" fmla="*/ 5652849 h 10440485"/>
              <a:gd name="connsiteX248" fmla="*/ 367350 w 3057227"/>
              <a:gd name="connsiteY248" fmla="*/ 5713268 h 10440485"/>
              <a:gd name="connsiteX249" fmla="*/ 355266 w 3057227"/>
              <a:gd name="connsiteY249" fmla="*/ 5776104 h 10440485"/>
              <a:gd name="connsiteX250" fmla="*/ 350433 w 3057227"/>
              <a:gd name="connsiteY250" fmla="*/ 5843774 h 10440485"/>
              <a:gd name="connsiteX251" fmla="*/ 355266 w 3057227"/>
              <a:gd name="connsiteY251" fmla="*/ 5906610 h 10440485"/>
              <a:gd name="connsiteX252" fmla="*/ 367350 w 3057227"/>
              <a:gd name="connsiteY252" fmla="*/ 5969446 h 10440485"/>
              <a:gd name="connsiteX253" fmla="*/ 386684 w 3057227"/>
              <a:gd name="connsiteY253" fmla="*/ 6032283 h 10440485"/>
              <a:gd name="connsiteX254" fmla="*/ 415688 w 3057227"/>
              <a:gd name="connsiteY254" fmla="*/ 6090285 h 10440485"/>
              <a:gd name="connsiteX255" fmla="*/ 456773 w 3057227"/>
              <a:gd name="connsiteY255" fmla="*/ 6148288 h 10440485"/>
              <a:gd name="connsiteX256" fmla="*/ 502692 w 3057227"/>
              <a:gd name="connsiteY256" fmla="*/ 6194207 h 10440485"/>
              <a:gd name="connsiteX257" fmla="*/ 560694 w 3057227"/>
              <a:gd name="connsiteY257" fmla="*/ 6232875 h 10440485"/>
              <a:gd name="connsiteX258" fmla="*/ 630781 w 3057227"/>
              <a:gd name="connsiteY258" fmla="*/ 6264293 h 10440485"/>
              <a:gd name="connsiteX259" fmla="*/ 705701 w 3057227"/>
              <a:gd name="connsiteY259" fmla="*/ 6283628 h 10440485"/>
              <a:gd name="connsiteX260" fmla="*/ 795122 w 3057227"/>
              <a:gd name="connsiteY260" fmla="*/ 6288461 h 10440485"/>
              <a:gd name="connsiteX261" fmla="*/ 2262105 w 3057227"/>
              <a:gd name="connsiteY261" fmla="*/ 6288459 h 10440485"/>
              <a:gd name="connsiteX262" fmla="*/ 2373277 w 3057227"/>
              <a:gd name="connsiteY262" fmla="*/ 6295710 h 10440485"/>
              <a:gd name="connsiteX263" fmla="*/ 2474782 w 3057227"/>
              <a:gd name="connsiteY263" fmla="*/ 6315044 h 10440485"/>
              <a:gd name="connsiteX264" fmla="*/ 2569037 w 3057227"/>
              <a:gd name="connsiteY264" fmla="*/ 6344045 h 10440485"/>
              <a:gd name="connsiteX265" fmla="*/ 2653624 w 3057227"/>
              <a:gd name="connsiteY265" fmla="*/ 6380297 h 10440485"/>
              <a:gd name="connsiteX266" fmla="*/ 2730961 w 3057227"/>
              <a:gd name="connsiteY266" fmla="*/ 6428632 h 10440485"/>
              <a:gd name="connsiteX267" fmla="*/ 2801047 w 3057227"/>
              <a:gd name="connsiteY267" fmla="*/ 6481802 h 10440485"/>
              <a:gd name="connsiteX268" fmla="*/ 2859050 w 3057227"/>
              <a:gd name="connsiteY268" fmla="*/ 6547055 h 10440485"/>
              <a:gd name="connsiteX269" fmla="*/ 2914636 w 3057227"/>
              <a:gd name="connsiteY269" fmla="*/ 6614724 h 10440485"/>
              <a:gd name="connsiteX270" fmla="*/ 2958138 w 3057227"/>
              <a:gd name="connsiteY270" fmla="*/ 6687228 h 10440485"/>
              <a:gd name="connsiteX271" fmla="*/ 2991973 w 3057227"/>
              <a:gd name="connsiteY271" fmla="*/ 6766982 h 10440485"/>
              <a:gd name="connsiteX272" fmla="*/ 3028225 w 3057227"/>
              <a:gd name="connsiteY272" fmla="*/ 6870903 h 10440485"/>
              <a:gd name="connsiteX273" fmla="*/ 3047559 w 3057227"/>
              <a:gd name="connsiteY273" fmla="*/ 6977242 h 10440485"/>
              <a:gd name="connsiteX274" fmla="*/ 3057226 w 3057227"/>
              <a:gd name="connsiteY274" fmla="*/ 7085997 h 10440485"/>
              <a:gd name="connsiteX275" fmla="*/ 3047559 w 3057227"/>
              <a:gd name="connsiteY275" fmla="*/ 7194750 h 10440485"/>
              <a:gd name="connsiteX276" fmla="*/ 3028225 w 3057227"/>
              <a:gd name="connsiteY276" fmla="*/ 7301088 h 10440485"/>
              <a:gd name="connsiteX277" fmla="*/ 2991973 w 3057227"/>
              <a:gd name="connsiteY277" fmla="*/ 7407426 h 10440485"/>
              <a:gd name="connsiteX278" fmla="*/ 2958138 w 3057227"/>
              <a:gd name="connsiteY278" fmla="*/ 7482347 h 10440485"/>
              <a:gd name="connsiteX279" fmla="*/ 2914636 w 3057227"/>
              <a:gd name="connsiteY279" fmla="*/ 7557267 h 10440485"/>
              <a:gd name="connsiteX280" fmla="*/ 2859050 w 3057227"/>
              <a:gd name="connsiteY280" fmla="*/ 7624937 h 10440485"/>
              <a:gd name="connsiteX281" fmla="*/ 2801047 w 3057227"/>
              <a:gd name="connsiteY281" fmla="*/ 7687774 h 10440485"/>
              <a:gd name="connsiteX282" fmla="*/ 2730961 w 3057227"/>
              <a:gd name="connsiteY282" fmla="*/ 7745777 h 10440485"/>
              <a:gd name="connsiteX283" fmla="*/ 2653624 w 3057227"/>
              <a:gd name="connsiteY283" fmla="*/ 7791696 h 10440485"/>
              <a:gd name="connsiteX284" fmla="*/ 2569037 w 3057227"/>
              <a:gd name="connsiteY284" fmla="*/ 7830363 h 10440485"/>
              <a:gd name="connsiteX285" fmla="*/ 2474782 w 3057227"/>
              <a:gd name="connsiteY285" fmla="*/ 7859364 h 10440485"/>
              <a:gd name="connsiteX286" fmla="*/ 2373277 w 3057227"/>
              <a:gd name="connsiteY286" fmla="*/ 7873865 h 10440485"/>
              <a:gd name="connsiteX287" fmla="*/ 2262105 w 3057227"/>
              <a:gd name="connsiteY287" fmla="*/ 7881115 h 10440485"/>
              <a:gd name="connsiteX288" fmla="*/ 795120 w 3057227"/>
              <a:gd name="connsiteY288" fmla="*/ 7881115 h 10440485"/>
              <a:gd name="connsiteX289" fmla="*/ 705699 w 3057227"/>
              <a:gd name="connsiteY289" fmla="*/ 7888365 h 10440485"/>
              <a:gd name="connsiteX290" fmla="*/ 630779 w 3057227"/>
              <a:gd name="connsiteY290" fmla="*/ 7905283 h 10440485"/>
              <a:gd name="connsiteX291" fmla="*/ 560692 w 3057227"/>
              <a:gd name="connsiteY291" fmla="*/ 7939118 h 10440485"/>
              <a:gd name="connsiteX292" fmla="*/ 502690 w 3057227"/>
              <a:gd name="connsiteY292" fmla="*/ 7980203 h 10440485"/>
              <a:gd name="connsiteX293" fmla="*/ 456771 w 3057227"/>
              <a:gd name="connsiteY293" fmla="*/ 8026122 h 10440485"/>
              <a:gd name="connsiteX294" fmla="*/ 415686 w 3057227"/>
              <a:gd name="connsiteY294" fmla="*/ 8079292 h 10440485"/>
              <a:gd name="connsiteX295" fmla="*/ 386684 w 3057227"/>
              <a:gd name="connsiteY295" fmla="*/ 8139712 h 10440485"/>
              <a:gd name="connsiteX296" fmla="*/ 367350 w 3057227"/>
              <a:gd name="connsiteY296" fmla="*/ 8200131 h 10440485"/>
              <a:gd name="connsiteX297" fmla="*/ 355266 w 3057227"/>
              <a:gd name="connsiteY297" fmla="*/ 8262968 h 10440485"/>
              <a:gd name="connsiteX298" fmla="*/ 350433 w 3057227"/>
              <a:gd name="connsiteY298" fmla="*/ 8330636 h 10440485"/>
              <a:gd name="connsiteX299" fmla="*/ 355266 w 3057227"/>
              <a:gd name="connsiteY299" fmla="*/ 8393473 h 10440485"/>
              <a:gd name="connsiteX300" fmla="*/ 367350 w 3057227"/>
              <a:gd name="connsiteY300" fmla="*/ 8456309 h 10440485"/>
              <a:gd name="connsiteX301" fmla="*/ 386684 w 3057227"/>
              <a:gd name="connsiteY301" fmla="*/ 8519146 h 10440485"/>
              <a:gd name="connsiteX302" fmla="*/ 415686 w 3057227"/>
              <a:gd name="connsiteY302" fmla="*/ 8577149 h 10440485"/>
              <a:gd name="connsiteX303" fmla="*/ 456771 w 3057227"/>
              <a:gd name="connsiteY303" fmla="*/ 8635152 h 10440485"/>
              <a:gd name="connsiteX304" fmla="*/ 502690 w 3057227"/>
              <a:gd name="connsiteY304" fmla="*/ 8681071 h 10440485"/>
              <a:gd name="connsiteX305" fmla="*/ 560692 w 3057227"/>
              <a:gd name="connsiteY305" fmla="*/ 8719738 h 10440485"/>
              <a:gd name="connsiteX306" fmla="*/ 630779 w 3057227"/>
              <a:gd name="connsiteY306" fmla="*/ 8751156 h 10440485"/>
              <a:gd name="connsiteX307" fmla="*/ 705699 w 3057227"/>
              <a:gd name="connsiteY307" fmla="*/ 8770490 h 10440485"/>
              <a:gd name="connsiteX308" fmla="*/ 795120 w 3057227"/>
              <a:gd name="connsiteY308" fmla="*/ 8775324 h 10440485"/>
              <a:gd name="connsiteX309" fmla="*/ 1527404 w 3057227"/>
              <a:gd name="connsiteY309" fmla="*/ 8775324 h 10440485"/>
              <a:gd name="connsiteX310" fmla="*/ 1633743 w 3057227"/>
              <a:gd name="connsiteY310" fmla="*/ 8782574 h 10440485"/>
              <a:gd name="connsiteX311" fmla="*/ 1737664 w 3057227"/>
              <a:gd name="connsiteY311" fmla="*/ 8801909 h 10440485"/>
              <a:gd name="connsiteX312" fmla="*/ 1834335 w 3057227"/>
              <a:gd name="connsiteY312" fmla="*/ 8833327 h 10440485"/>
              <a:gd name="connsiteX313" fmla="*/ 1933423 w 3057227"/>
              <a:gd name="connsiteY313" fmla="*/ 8876829 h 10440485"/>
              <a:gd name="connsiteX314" fmla="*/ 2022844 w 3057227"/>
              <a:gd name="connsiteY314" fmla="*/ 8934832 h 10440485"/>
              <a:gd name="connsiteX315" fmla="*/ 2100181 w 3057227"/>
              <a:gd name="connsiteY315" fmla="*/ 9004919 h 10440485"/>
              <a:gd name="connsiteX316" fmla="*/ 2163017 w 3057227"/>
              <a:gd name="connsiteY316" fmla="*/ 9077422 h 10440485"/>
              <a:gd name="connsiteX317" fmla="*/ 2221020 w 3057227"/>
              <a:gd name="connsiteY317" fmla="*/ 9157175 h 10440485"/>
              <a:gd name="connsiteX318" fmla="*/ 2262105 w 3057227"/>
              <a:gd name="connsiteY318" fmla="*/ 9244179 h 10440485"/>
              <a:gd name="connsiteX319" fmla="*/ 2295940 w 3057227"/>
              <a:gd name="connsiteY319" fmla="*/ 9343267 h 10440485"/>
              <a:gd name="connsiteX320" fmla="*/ 2315274 w 3057227"/>
              <a:gd name="connsiteY320" fmla="*/ 9449605 h 10440485"/>
              <a:gd name="connsiteX321" fmla="*/ 2324941 w 3057227"/>
              <a:gd name="connsiteY321" fmla="*/ 9568028 h 10440485"/>
              <a:gd name="connsiteX322" fmla="*/ 2324941 w 3057227"/>
              <a:gd name="connsiteY322" fmla="*/ 10440485 h 10440485"/>
              <a:gd name="connsiteX323" fmla="*/ 1974508 w 3057227"/>
              <a:gd name="connsiteY323" fmla="*/ 10440485 h 10440485"/>
              <a:gd name="connsiteX324" fmla="*/ 1974508 w 3057227"/>
              <a:gd name="connsiteY324" fmla="*/ 9568028 h 10440485"/>
              <a:gd name="connsiteX325" fmla="*/ 1972092 w 3057227"/>
              <a:gd name="connsiteY325" fmla="*/ 9488274 h 10440485"/>
              <a:gd name="connsiteX326" fmla="*/ 1955174 w 3057227"/>
              <a:gd name="connsiteY326" fmla="*/ 9415771 h 10440485"/>
              <a:gd name="connsiteX327" fmla="*/ 1931006 w 3057227"/>
              <a:gd name="connsiteY327" fmla="*/ 9352935 h 10440485"/>
              <a:gd name="connsiteX328" fmla="*/ 1894755 w 3057227"/>
              <a:gd name="connsiteY328" fmla="*/ 9297349 h 10440485"/>
              <a:gd name="connsiteX329" fmla="*/ 1858503 w 3057227"/>
              <a:gd name="connsiteY329" fmla="*/ 9251430 h 10440485"/>
              <a:gd name="connsiteX330" fmla="*/ 1802917 w 3057227"/>
              <a:gd name="connsiteY330" fmla="*/ 9205511 h 10440485"/>
              <a:gd name="connsiteX331" fmla="*/ 1740081 w 3057227"/>
              <a:gd name="connsiteY331" fmla="*/ 9171676 h 10440485"/>
              <a:gd name="connsiteX332" fmla="*/ 1674828 w 3057227"/>
              <a:gd name="connsiteY332" fmla="*/ 9147508 h 10440485"/>
              <a:gd name="connsiteX333" fmla="*/ 1599908 w 3057227"/>
              <a:gd name="connsiteY333" fmla="*/ 9130592 h 10440485"/>
              <a:gd name="connsiteX334" fmla="*/ 1527404 w 3057227"/>
              <a:gd name="connsiteY334" fmla="*/ 9123340 h 10440485"/>
              <a:gd name="connsiteX335" fmla="*/ 795120 w 3057227"/>
              <a:gd name="connsiteY335" fmla="*/ 9123340 h 10440485"/>
              <a:gd name="connsiteX336" fmla="*/ 683948 w 3057227"/>
              <a:gd name="connsiteY336" fmla="*/ 9118508 h 10440485"/>
              <a:gd name="connsiteX337" fmla="*/ 582443 w 3057227"/>
              <a:gd name="connsiteY337" fmla="*/ 9101589 h 10440485"/>
              <a:gd name="connsiteX338" fmla="*/ 488189 w 3057227"/>
              <a:gd name="connsiteY338" fmla="*/ 9072589 h 10440485"/>
              <a:gd name="connsiteX339" fmla="*/ 401185 w 3057227"/>
              <a:gd name="connsiteY339" fmla="*/ 9036337 h 10440485"/>
              <a:gd name="connsiteX340" fmla="*/ 326265 w 3057227"/>
              <a:gd name="connsiteY340" fmla="*/ 8988001 h 10440485"/>
              <a:gd name="connsiteX341" fmla="*/ 256178 w 3057227"/>
              <a:gd name="connsiteY341" fmla="*/ 8932415 h 10440485"/>
              <a:gd name="connsiteX342" fmla="*/ 195759 w 3057227"/>
              <a:gd name="connsiteY342" fmla="*/ 8867162 h 10440485"/>
              <a:gd name="connsiteX343" fmla="*/ 142590 w 3057227"/>
              <a:gd name="connsiteY343" fmla="*/ 8801909 h 10440485"/>
              <a:gd name="connsiteX344" fmla="*/ 99088 w 3057227"/>
              <a:gd name="connsiteY344" fmla="*/ 8724573 h 10440485"/>
              <a:gd name="connsiteX345" fmla="*/ 62836 w 3057227"/>
              <a:gd name="connsiteY345" fmla="*/ 8647236 h 10440485"/>
              <a:gd name="connsiteX346" fmla="*/ 29001 w 3057227"/>
              <a:gd name="connsiteY346" fmla="*/ 8545730 h 10440485"/>
              <a:gd name="connsiteX347" fmla="*/ 9667 w 3057227"/>
              <a:gd name="connsiteY347" fmla="*/ 8436975 h 1044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</a:cxnLst>
            <a:rect l="l" t="t" r="r" b="b"/>
            <a:pathLst>
              <a:path w="3057227" h="10440485">
                <a:moveTo>
                  <a:pt x="392933" y="879872"/>
                </a:moveTo>
                <a:lnTo>
                  <a:pt x="729869" y="298947"/>
                </a:lnTo>
                <a:lnTo>
                  <a:pt x="903257" y="0"/>
                </a:lnTo>
                <a:lnTo>
                  <a:pt x="1082719" y="309416"/>
                </a:lnTo>
                <a:lnTo>
                  <a:pt x="1082719" y="309418"/>
                </a:lnTo>
                <a:lnTo>
                  <a:pt x="1413582" y="879873"/>
                </a:lnTo>
                <a:lnTo>
                  <a:pt x="1082936" y="879873"/>
                </a:lnTo>
                <a:lnTo>
                  <a:pt x="1085135" y="954628"/>
                </a:lnTo>
                <a:lnTo>
                  <a:pt x="1102052" y="1024715"/>
                </a:lnTo>
                <a:lnTo>
                  <a:pt x="1126220" y="1087551"/>
                </a:lnTo>
                <a:lnTo>
                  <a:pt x="1157638" y="1145554"/>
                </a:lnTo>
                <a:lnTo>
                  <a:pt x="1198723" y="1189056"/>
                </a:lnTo>
                <a:lnTo>
                  <a:pt x="1251893" y="1237391"/>
                </a:lnTo>
                <a:lnTo>
                  <a:pt x="1317146" y="1271226"/>
                </a:lnTo>
                <a:lnTo>
                  <a:pt x="1382399" y="1297811"/>
                </a:lnTo>
                <a:lnTo>
                  <a:pt x="1454902" y="1309895"/>
                </a:lnTo>
                <a:lnTo>
                  <a:pt x="1527406" y="1317145"/>
                </a:lnTo>
                <a:lnTo>
                  <a:pt x="2262107" y="1317145"/>
                </a:lnTo>
                <a:lnTo>
                  <a:pt x="2373278" y="1321978"/>
                </a:lnTo>
                <a:lnTo>
                  <a:pt x="2474783" y="1341313"/>
                </a:lnTo>
                <a:lnTo>
                  <a:pt x="2569038" y="1370314"/>
                </a:lnTo>
                <a:lnTo>
                  <a:pt x="2653625" y="1408983"/>
                </a:lnTo>
                <a:lnTo>
                  <a:pt x="2730962" y="1454901"/>
                </a:lnTo>
                <a:lnTo>
                  <a:pt x="2801049" y="1508070"/>
                </a:lnTo>
                <a:lnTo>
                  <a:pt x="2859051" y="1573324"/>
                </a:lnTo>
                <a:lnTo>
                  <a:pt x="2914637" y="1640993"/>
                </a:lnTo>
                <a:lnTo>
                  <a:pt x="2958139" y="1715914"/>
                </a:lnTo>
                <a:lnTo>
                  <a:pt x="2991974" y="1793250"/>
                </a:lnTo>
                <a:lnTo>
                  <a:pt x="3028226" y="1897172"/>
                </a:lnTo>
                <a:lnTo>
                  <a:pt x="3047560" y="2003510"/>
                </a:lnTo>
                <a:lnTo>
                  <a:pt x="3057227" y="2112266"/>
                </a:lnTo>
                <a:lnTo>
                  <a:pt x="3047560" y="2221021"/>
                </a:lnTo>
                <a:lnTo>
                  <a:pt x="3028226" y="2327359"/>
                </a:lnTo>
                <a:lnTo>
                  <a:pt x="2991974" y="2433697"/>
                </a:lnTo>
                <a:lnTo>
                  <a:pt x="2958139" y="2508617"/>
                </a:lnTo>
                <a:lnTo>
                  <a:pt x="2914637" y="2585954"/>
                </a:lnTo>
                <a:lnTo>
                  <a:pt x="2859051" y="2651207"/>
                </a:lnTo>
                <a:lnTo>
                  <a:pt x="2801049" y="2714044"/>
                </a:lnTo>
                <a:lnTo>
                  <a:pt x="2730962" y="2772046"/>
                </a:lnTo>
                <a:lnTo>
                  <a:pt x="2653625" y="2817965"/>
                </a:lnTo>
                <a:lnTo>
                  <a:pt x="2569038" y="2856634"/>
                </a:lnTo>
                <a:lnTo>
                  <a:pt x="2474783" y="2885635"/>
                </a:lnTo>
                <a:lnTo>
                  <a:pt x="2373278" y="2900136"/>
                </a:lnTo>
                <a:lnTo>
                  <a:pt x="2262107" y="2907386"/>
                </a:lnTo>
                <a:lnTo>
                  <a:pt x="1527406" y="2907386"/>
                </a:lnTo>
                <a:lnTo>
                  <a:pt x="1527406" y="2559370"/>
                </a:lnTo>
                <a:lnTo>
                  <a:pt x="2262107" y="2559370"/>
                </a:lnTo>
                <a:lnTo>
                  <a:pt x="2351527" y="2552119"/>
                </a:lnTo>
                <a:lnTo>
                  <a:pt x="2426448" y="2535202"/>
                </a:lnTo>
                <a:lnTo>
                  <a:pt x="2496534" y="2501367"/>
                </a:lnTo>
                <a:lnTo>
                  <a:pt x="2554537" y="2465115"/>
                </a:lnTo>
                <a:lnTo>
                  <a:pt x="2600456" y="2416780"/>
                </a:lnTo>
                <a:lnTo>
                  <a:pt x="2641541" y="2361194"/>
                </a:lnTo>
                <a:lnTo>
                  <a:pt x="2670542" y="2303191"/>
                </a:lnTo>
                <a:lnTo>
                  <a:pt x="2689877" y="2240355"/>
                </a:lnTo>
                <a:lnTo>
                  <a:pt x="2701961" y="2177518"/>
                </a:lnTo>
                <a:lnTo>
                  <a:pt x="2704377" y="2112266"/>
                </a:lnTo>
                <a:lnTo>
                  <a:pt x="2701961" y="2047012"/>
                </a:lnTo>
                <a:lnTo>
                  <a:pt x="2689877" y="1984176"/>
                </a:lnTo>
                <a:lnTo>
                  <a:pt x="2670542" y="1923757"/>
                </a:lnTo>
                <a:lnTo>
                  <a:pt x="2641541" y="1863337"/>
                </a:lnTo>
                <a:lnTo>
                  <a:pt x="2600456" y="1810168"/>
                </a:lnTo>
                <a:lnTo>
                  <a:pt x="2554537" y="1761832"/>
                </a:lnTo>
                <a:lnTo>
                  <a:pt x="2496534" y="1720747"/>
                </a:lnTo>
                <a:lnTo>
                  <a:pt x="2426448" y="1691746"/>
                </a:lnTo>
                <a:lnTo>
                  <a:pt x="2351527" y="1669995"/>
                </a:lnTo>
                <a:lnTo>
                  <a:pt x="2262107" y="1665161"/>
                </a:lnTo>
                <a:lnTo>
                  <a:pt x="1527406" y="1665161"/>
                </a:lnTo>
                <a:lnTo>
                  <a:pt x="1423484" y="1657911"/>
                </a:lnTo>
                <a:lnTo>
                  <a:pt x="1319562" y="1638577"/>
                </a:lnTo>
                <a:lnTo>
                  <a:pt x="1220474" y="1607158"/>
                </a:lnTo>
                <a:lnTo>
                  <a:pt x="1123803" y="1563656"/>
                </a:lnTo>
                <a:lnTo>
                  <a:pt x="1034382" y="1505654"/>
                </a:lnTo>
                <a:lnTo>
                  <a:pt x="952212" y="1435567"/>
                </a:lnTo>
                <a:lnTo>
                  <a:pt x="891792" y="1367897"/>
                </a:lnTo>
                <a:lnTo>
                  <a:pt x="836206" y="1283310"/>
                </a:lnTo>
                <a:lnTo>
                  <a:pt x="790288" y="1196306"/>
                </a:lnTo>
                <a:lnTo>
                  <a:pt x="758869" y="1097218"/>
                </a:lnTo>
                <a:lnTo>
                  <a:pt x="739535" y="990880"/>
                </a:lnTo>
                <a:lnTo>
                  <a:pt x="730473" y="879872"/>
                </a:lnTo>
                <a:close/>
                <a:moveTo>
                  <a:pt x="0" y="8330636"/>
                </a:moveTo>
                <a:lnTo>
                  <a:pt x="9667" y="8219466"/>
                </a:lnTo>
                <a:lnTo>
                  <a:pt x="29001" y="8115544"/>
                </a:lnTo>
                <a:lnTo>
                  <a:pt x="62836" y="8011622"/>
                </a:lnTo>
                <a:lnTo>
                  <a:pt x="99088" y="7931868"/>
                </a:lnTo>
                <a:lnTo>
                  <a:pt x="142590" y="7859364"/>
                </a:lnTo>
                <a:lnTo>
                  <a:pt x="195759" y="7789279"/>
                </a:lnTo>
                <a:lnTo>
                  <a:pt x="256178" y="7726442"/>
                </a:lnTo>
                <a:lnTo>
                  <a:pt x="326265" y="7673273"/>
                </a:lnTo>
                <a:lnTo>
                  <a:pt x="401185" y="7624937"/>
                </a:lnTo>
                <a:lnTo>
                  <a:pt x="488189" y="7586269"/>
                </a:lnTo>
                <a:lnTo>
                  <a:pt x="582443" y="7557267"/>
                </a:lnTo>
                <a:lnTo>
                  <a:pt x="683950" y="7540350"/>
                </a:lnTo>
                <a:lnTo>
                  <a:pt x="795122" y="7533099"/>
                </a:lnTo>
                <a:lnTo>
                  <a:pt x="2262105" y="7533099"/>
                </a:lnTo>
                <a:lnTo>
                  <a:pt x="2351526" y="7525849"/>
                </a:lnTo>
                <a:lnTo>
                  <a:pt x="2426447" y="7506514"/>
                </a:lnTo>
                <a:lnTo>
                  <a:pt x="2496533" y="7475096"/>
                </a:lnTo>
                <a:lnTo>
                  <a:pt x="2554536" y="7438844"/>
                </a:lnTo>
                <a:lnTo>
                  <a:pt x="2600455" y="7390509"/>
                </a:lnTo>
                <a:lnTo>
                  <a:pt x="2641540" y="7332506"/>
                </a:lnTo>
                <a:lnTo>
                  <a:pt x="2670541" y="7276921"/>
                </a:lnTo>
                <a:lnTo>
                  <a:pt x="2689876" y="7214085"/>
                </a:lnTo>
                <a:lnTo>
                  <a:pt x="2701959" y="7151250"/>
                </a:lnTo>
                <a:lnTo>
                  <a:pt x="2704376" y="7085997"/>
                </a:lnTo>
                <a:lnTo>
                  <a:pt x="2701959" y="7020744"/>
                </a:lnTo>
                <a:lnTo>
                  <a:pt x="2689876" y="6957907"/>
                </a:lnTo>
                <a:lnTo>
                  <a:pt x="2670541" y="6897488"/>
                </a:lnTo>
                <a:lnTo>
                  <a:pt x="2641540" y="6837068"/>
                </a:lnTo>
                <a:lnTo>
                  <a:pt x="2600455" y="6783899"/>
                </a:lnTo>
                <a:lnTo>
                  <a:pt x="2554536" y="6735563"/>
                </a:lnTo>
                <a:lnTo>
                  <a:pt x="2496533" y="6694478"/>
                </a:lnTo>
                <a:lnTo>
                  <a:pt x="2426447" y="6663060"/>
                </a:lnTo>
                <a:lnTo>
                  <a:pt x="2351526" y="6643726"/>
                </a:lnTo>
                <a:lnTo>
                  <a:pt x="2262105" y="6636476"/>
                </a:lnTo>
                <a:cubicBezTo>
                  <a:pt x="1773112" y="6636476"/>
                  <a:pt x="1284117" y="6636477"/>
                  <a:pt x="795122" y="6636477"/>
                </a:cubicBezTo>
                <a:lnTo>
                  <a:pt x="683950" y="6631644"/>
                </a:lnTo>
                <a:lnTo>
                  <a:pt x="582445" y="6614726"/>
                </a:lnTo>
                <a:lnTo>
                  <a:pt x="488191" y="6588142"/>
                </a:lnTo>
                <a:lnTo>
                  <a:pt x="401187" y="6549473"/>
                </a:lnTo>
                <a:lnTo>
                  <a:pt x="326265" y="6501138"/>
                </a:lnTo>
                <a:lnTo>
                  <a:pt x="256178" y="6445552"/>
                </a:lnTo>
                <a:lnTo>
                  <a:pt x="195759" y="6380299"/>
                </a:lnTo>
                <a:lnTo>
                  <a:pt x="142590" y="6315046"/>
                </a:lnTo>
                <a:lnTo>
                  <a:pt x="99088" y="6240126"/>
                </a:lnTo>
                <a:lnTo>
                  <a:pt x="62836" y="6162789"/>
                </a:lnTo>
                <a:lnTo>
                  <a:pt x="29001" y="6058867"/>
                </a:lnTo>
                <a:lnTo>
                  <a:pt x="9667" y="5950112"/>
                </a:lnTo>
                <a:lnTo>
                  <a:pt x="0" y="5843774"/>
                </a:lnTo>
                <a:lnTo>
                  <a:pt x="9667" y="5732602"/>
                </a:lnTo>
                <a:lnTo>
                  <a:pt x="29001" y="5628681"/>
                </a:lnTo>
                <a:lnTo>
                  <a:pt x="62836" y="5524759"/>
                </a:lnTo>
                <a:lnTo>
                  <a:pt x="99088" y="5445006"/>
                </a:lnTo>
                <a:lnTo>
                  <a:pt x="142590" y="5372502"/>
                </a:lnTo>
                <a:lnTo>
                  <a:pt x="195759" y="5302416"/>
                </a:lnTo>
                <a:lnTo>
                  <a:pt x="256178" y="5239579"/>
                </a:lnTo>
                <a:lnTo>
                  <a:pt x="326265" y="5186410"/>
                </a:lnTo>
                <a:lnTo>
                  <a:pt x="401187" y="5138075"/>
                </a:lnTo>
                <a:lnTo>
                  <a:pt x="488191" y="5099406"/>
                </a:lnTo>
                <a:lnTo>
                  <a:pt x="582445" y="5070405"/>
                </a:lnTo>
                <a:lnTo>
                  <a:pt x="683950" y="5053488"/>
                </a:lnTo>
                <a:lnTo>
                  <a:pt x="795122" y="5046237"/>
                </a:lnTo>
                <a:lnTo>
                  <a:pt x="2262105" y="5046237"/>
                </a:lnTo>
                <a:lnTo>
                  <a:pt x="2351526" y="5038987"/>
                </a:lnTo>
                <a:lnTo>
                  <a:pt x="2426447" y="5022069"/>
                </a:lnTo>
                <a:lnTo>
                  <a:pt x="2496533" y="4988235"/>
                </a:lnTo>
                <a:lnTo>
                  <a:pt x="2554536" y="4951983"/>
                </a:lnTo>
                <a:lnTo>
                  <a:pt x="2600455" y="4903647"/>
                </a:lnTo>
                <a:lnTo>
                  <a:pt x="2641540" y="4848061"/>
                </a:lnTo>
                <a:lnTo>
                  <a:pt x="2670541" y="4790059"/>
                </a:lnTo>
                <a:lnTo>
                  <a:pt x="2689876" y="4727222"/>
                </a:lnTo>
                <a:lnTo>
                  <a:pt x="2701959" y="4664386"/>
                </a:lnTo>
                <a:lnTo>
                  <a:pt x="2704376" y="4599133"/>
                </a:lnTo>
                <a:lnTo>
                  <a:pt x="2701959" y="4533880"/>
                </a:lnTo>
                <a:lnTo>
                  <a:pt x="2689876" y="4471044"/>
                </a:lnTo>
                <a:lnTo>
                  <a:pt x="2670541" y="4410625"/>
                </a:lnTo>
                <a:lnTo>
                  <a:pt x="2641540" y="4350205"/>
                </a:lnTo>
                <a:lnTo>
                  <a:pt x="2600455" y="4297036"/>
                </a:lnTo>
                <a:lnTo>
                  <a:pt x="2554536" y="4248700"/>
                </a:lnTo>
                <a:lnTo>
                  <a:pt x="2496533" y="4207615"/>
                </a:lnTo>
                <a:lnTo>
                  <a:pt x="2426447" y="4176197"/>
                </a:lnTo>
                <a:lnTo>
                  <a:pt x="2351526" y="4156863"/>
                </a:lnTo>
                <a:lnTo>
                  <a:pt x="2262105" y="4152029"/>
                </a:lnTo>
                <a:lnTo>
                  <a:pt x="795122" y="4152029"/>
                </a:lnTo>
                <a:lnTo>
                  <a:pt x="683950" y="4144779"/>
                </a:lnTo>
                <a:lnTo>
                  <a:pt x="582445" y="4127861"/>
                </a:lnTo>
                <a:lnTo>
                  <a:pt x="488191" y="4101277"/>
                </a:lnTo>
                <a:lnTo>
                  <a:pt x="401187" y="4062608"/>
                </a:lnTo>
                <a:lnTo>
                  <a:pt x="326265" y="4014273"/>
                </a:lnTo>
                <a:lnTo>
                  <a:pt x="256178" y="3958687"/>
                </a:lnTo>
                <a:lnTo>
                  <a:pt x="195759" y="3893434"/>
                </a:lnTo>
                <a:lnTo>
                  <a:pt x="142590" y="3828181"/>
                </a:lnTo>
                <a:lnTo>
                  <a:pt x="99088" y="3753261"/>
                </a:lnTo>
                <a:lnTo>
                  <a:pt x="62836" y="3675924"/>
                </a:lnTo>
                <a:lnTo>
                  <a:pt x="29001" y="3572002"/>
                </a:lnTo>
                <a:lnTo>
                  <a:pt x="9667" y="3463247"/>
                </a:lnTo>
                <a:lnTo>
                  <a:pt x="0" y="3356909"/>
                </a:lnTo>
                <a:lnTo>
                  <a:pt x="9667" y="3245737"/>
                </a:lnTo>
                <a:lnTo>
                  <a:pt x="29001" y="3141815"/>
                </a:lnTo>
                <a:lnTo>
                  <a:pt x="62836" y="3037894"/>
                </a:lnTo>
                <a:lnTo>
                  <a:pt x="99088" y="2958140"/>
                </a:lnTo>
                <a:lnTo>
                  <a:pt x="142590" y="2885636"/>
                </a:lnTo>
                <a:lnTo>
                  <a:pt x="195759" y="2815550"/>
                </a:lnTo>
                <a:lnTo>
                  <a:pt x="256178" y="2752712"/>
                </a:lnTo>
                <a:lnTo>
                  <a:pt x="326265" y="2699544"/>
                </a:lnTo>
                <a:lnTo>
                  <a:pt x="401187" y="2651208"/>
                </a:lnTo>
                <a:lnTo>
                  <a:pt x="488191" y="2612540"/>
                </a:lnTo>
                <a:lnTo>
                  <a:pt x="582445" y="2585956"/>
                </a:lnTo>
                <a:lnTo>
                  <a:pt x="683950" y="2566620"/>
                </a:lnTo>
                <a:lnTo>
                  <a:pt x="795122" y="2559370"/>
                </a:lnTo>
                <a:lnTo>
                  <a:pt x="1527406" y="2559370"/>
                </a:lnTo>
                <a:lnTo>
                  <a:pt x="1527406" y="2907386"/>
                </a:lnTo>
                <a:lnTo>
                  <a:pt x="795122" y="2907386"/>
                </a:lnTo>
                <a:lnTo>
                  <a:pt x="705701" y="2914638"/>
                </a:lnTo>
                <a:lnTo>
                  <a:pt x="630781" y="2933972"/>
                </a:lnTo>
                <a:lnTo>
                  <a:pt x="560694" y="2965390"/>
                </a:lnTo>
                <a:lnTo>
                  <a:pt x="502692" y="3006475"/>
                </a:lnTo>
                <a:lnTo>
                  <a:pt x="456773" y="3052394"/>
                </a:lnTo>
                <a:lnTo>
                  <a:pt x="415688" y="3107980"/>
                </a:lnTo>
                <a:lnTo>
                  <a:pt x="386684" y="3165983"/>
                </a:lnTo>
                <a:lnTo>
                  <a:pt x="367350" y="3226402"/>
                </a:lnTo>
                <a:lnTo>
                  <a:pt x="355266" y="3289239"/>
                </a:lnTo>
                <a:lnTo>
                  <a:pt x="350433" y="3356909"/>
                </a:lnTo>
                <a:lnTo>
                  <a:pt x="355266" y="3419745"/>
                </a:lnTo>
                <a:lnTo>
                  <a:pt x="367350" y="3482581"/>
                </a:lnTo>
                <a:lnTo>
                  <a:pt x="386684" y="3545417"/>
                </a:lnTo>
                <a:lnTo>
                  <a:pt x="415688" y="3603420"/>
                </a:lnTo>
                <a:lnTo>
                  <a:pt x="456773" y="3661423"/>
                </a:lnTo>
                <a:lnTo>
                  <a:pt x="502692" y="3707342"/>
                </a:lnTo>
                <a:lnTo>
                  <a:pt x="560694" y="3746010"/>
                </a:lnTo>
                <a:lnTo>
                  <a:pt x="630781" y="3777428"/>
                </a:lnTo>
                <a:lnTo>
                  <a:pt x="705701" y="3796763"/>
                </a:lnTo>
                <a:lnTo>
                  <a:pt x="795122" y="3804013"/>
                </a:lnTo>
                <a:lnTo>
                  <a:pt x="2262105" y="3804013"/>
                </a:lnTo>
                <a:lnTo>
                  <a:pt x="2373277" y="3808847"/>
                </a:lnTo>
                <a:lnTo>
                  <a:pt x="2474782" y="3828181"/>
                </a:lnTo>
                <a:lnTo>
                  <a:pt x="2569037" y="3857182"/>
                </a:lnTo>
                <a:lnTo>
                  <a:pt x="2653624" y="3893434"/>
                </a:lnTo>
                <a:lnTo>
                  <a:pt x="2730961" y="3941770"/>
                </a:lnTo>
                <a:lnTo>
                  <a:pt x="2801047" y="3994939"/>
                </a:lnTo>
                <a:lnTo>
                  <a:pt x="2859050" y="4060192"/>
                </a:lnTo>
                <a:lnTo>
                  <a:pt x="2914636" y="4127861"/>
                </a:lnTo>
                <a:lnTo>
                  <a:pt x="2958138" y="4200365"/>
                </a:lnTo>
                <a:lnTo>
                  <a:pt x="2991973" y="4280118"/>
                </a:lnTo>
                <a:lnTo>
                  <a:pt x="3028225" y="4384040"/>
                </a:lnTo>
                <a:lnTo>
                  <a:pt x="3047559" y="4490378"/>
                </a:lnTo>
                <a:lnTo>
                  <a:pt x="3057226" y="4599133"/>
                </a:lnTo>
                <a:lnTo>
                  <a:pt x="3047559" y="4707888"/>
                </a:lnTo>
                <a:lnTo>
                  <a:pt x="3028225" y="4814226"/>
                </a:lnTo>
                <a:lnTo>
                  <a:pt x="2991973" y="4920565"/>
                </a:lnTo>
                <a:lnTo>
                  <a:pt x="2958138" y="4995485"/>
                </a:lnTo>
                <a:lnTo>
                  <a:pt x="2914636" y="5070405"/>
                </a:lnTo>
                <a:lnTo>
                  <a:pt x="2859050" y="5138075"/>
                </a:lnTo>
                <a:lnTo>
                  <a:pt x="2801047" y="5200911"/>
                </a:lnTo>
                <a:lnTo>
                  <a:pt x="2730961" y="5258914"/>
                </a:lnTo>
                <a:lnTo>
                  <a:pt x="2653624" y="5304832"/>
                </a:lnTo>
                <a:lnTo>
                  <a:pt x="2569037" y="5343501"/>
                </a:lnTo>
                <a:lnTo>
                  <a:pt x="2474782" y="5372502"/>
                </a:lnTo>
                <a:lnTo>
                  <a:pt x="2373277" y="5387003"/>
                </a:lnTo>
                <a:lnTo>
                  <a:pt x="2262105" y="5394253"/>
                </a:lnTo>
                <a:lnTo>
                  <a:pt x="795122" y="5394253"/>
                </a:lnTo>
                <a:lnTo>
                  <a:pt x="705701" y="5401504"/>
                </a:lnTo>
                <a:lnTo>
                  <a:pt x="630781" y="5418421"/>
                </a:lnTo>
                <a:lnTo>
                  <a:pt x="560694" y="5452256"/>
                </a:lnTo>
                <a:lnTo>
                  <a:pt x="502692" y="5493341"/>
                </a:lnTo>
                <a:lnTo>
                  <a:pt x="456773" y="5539260"/>
                </a:lnTo>
                <a:lnTo>
                  <a:pt x="415688" y="5592429"/>
                </a:lnTo>
                <a:lnTo>
                  <a:pt x="386684" y="5652849"/>
                </a:lnTo>
                <a:lnTo>
                  <a:pt x="367350" y="5713268"/>
                </a:lnTo>
                <a:lnTo>
                  <a:pt x="355266" y="5776104"/>
                </a:lnTo>
                <a:lnTo>
                  <a:pt x="350433" y="5843774"/>
                </a:lnTo>
                <a:lnTo>
                  <a:pt x="355266" y="5906610"/>
                </a:lnTo>
                <a:lnTo>
                  <a:pt x="367350" y="5969446"/>
                </a:lnTo>
                <a:lnTo>
                  <a:pt x="386684" y="6032283"/>
                </a:lnTo>
                <a:lnTo>
                  <a:pt x="415688" y="6090285"/>
                </a:lnTo>
                <a:lnTo>
                  <a:pt x="456773" y="6148288"/>
                </a:lnTo>
                <a:lnTo>
                  <a:pt x="502692" y="6194207"/>
                </a:lnTo>
                <a:lnTo>
                  <a:pt x="560694" y="6232875"/>
                </a:lnTo>
                <a:lnTo>
                  <a:pt x="630781" y="6264293"/>
                </a:lnTo>
                <a:lnTo>
                  <a:pt x="705701" y="6283628"/>
                </a:lnTo>
                <a:lnTo>
                  <a:pt x="795122" y="6288461"/>
                </a:lnTo>
                <a:cubicBezTo>
                  <a:pt x="1284117" y="6288460"/>
                  <a:pt x="1773112" y="6288460"/>
                  <a:pt x="2262105" y="6288459"/>
                </a:cubicBezTo>
                <a:lnTo>
                  <a:pt x="2373277" y="6295710"/>
                </a:lnTo>
                <a:lnTo>
                  <a:pt x="2474782" y="6315044"/>
                </a:lnTo>
                <a:lnTo>
                  <a:pt x="2569037" y="6344045"/>
                </a:lnTo>
                <a:lnTo>
                  <a:pt x="2653624" y="6380297"/>
                </a:lnTo>
                <a:lnTo>
                  <a:pt x="2730961" y="6428632"/>
                </a:lnTo>
                <a:lnTo>
                  <a:pt x="2801047" y="6481802"/>
                </a:lnTo>
                <a:lnTo>
                  <a:pt x="2859050" y="6547055"/>
                </a:lnTo>
                <a:lnTo>
                  <a:pt x="2914636" y="6614724"/>
                </a:lnTo>
                <a:lnTo>
                  <a:pt x="2958138" y="6687228"/>
                </a:lnTo>
                <a:lnTo>
                  <a:pt x="2991973" y="6766982"/>
                </a:lnTo>
                <a:lnTo>
                  <a:pt x="3028225" y="6870903"/>
                </a:lnTo>
                <a:lnTo>
                  <a:pt x="3047559" y="6977242"/>
                </a:lnTo>
                <a:lnTo>
                  <a:pt x="3057226" y="7085997"/>
                </a:lnTo>
                <a:lnTo>
                  <a:pt x="3047559" y="7194750"/>
                </a:lnTo>
                <a:lnTo>
                  <a:pt x="3028225" y="7301088"/>
                </a:lnTo>
                <a:lnTo>
                  <a:pt x="2991973" y="7407426"/>
                </a:lnTo>
                <a:lnTo>
                  <a:pt x="2958138" y="7482347"/>
                </a:lnTo>
                <a:lnTo>
                  <a:pt x="2914636" y="7557267"/>
                </a:lnTo>
                <a:lnTo>
                  <a:pt x="2859050" y="7624937"/>
                </a:lnTo>
                <a:lnTo>
                  <a:pt x="2801047" y="7687774"/>
                </a:lnTo>
                <a:lnTo>
                  <a:pt x="2730961" y="7745777"/>
                </a:lnTo>
                <a:lnTo>
                  <a:pt x="2653624" y="7791696"/>
                </a:lnTo>
                <a:lnTo>
                  <a:pt x="2569037" y="7830363"/>
                </a:lnTo>
                <a:lnTo>
                  <a:pt x="2474782" y="7859364"/>
                </a:lnTo>
                <a:lnTo>
                  <a:pt x="2373277" y="7873865"/>
                </a:lnTo>
                <a:lnTo>
                  <a:pt x="2262105" y="7881115"/>
                </a:lnTo>
                <a:lnTo>
                  <a:pt x="795120" y="7881115"/>
                </a:lnTo>
                <a:lnTo>
                  <a:pt x="705699" y="7888365"/>
                </a:lnTo>
                <a:lnTo>
                  <a:pt x="630779" y="7905283"/>
                </a:lnTo>
                <a:lnTo>
                  <a:pt x="560692" y="7939118"/>
                </a:lnTo>
                <a:lnTo>
                  <a:pt x="502690" y="7980203"/>
                </a:lnTo>
                <a:lnTo>
                  <a:pt x="456771" y="8026122"/>
                </a:lnTo>
                <a:lnTo>
                  <a:pt x="415686" y="8079292"/>
                </a:lnTo>
                <a:lnTo>
                  <a:pt x="386684" y="8139712"/>
                </a:lnTo>
                <a:lnTo>
                  <a:pt x="367350" y="8200131"/>
                </a:lnTo>
                <a:lnTo>
                  <a:pt x="355266" y="8262968"/>
                </a:lnTo>
                <a:lnTo>
                  <a:pt x="350433" y="8330636"/>
                </a:lnTo>
                <a:lnTo>
                  <a:pt x="355266" y="8393473"/>
                </a:lnTo>
                <a:lnTo>
                  <a:pt x="367350" y="8456309"/>
                </a:lnTo>
                <a:lnTo>
                  <a:pt x="386684" y="8519146"/>
                </a:lnTo>
                <a:lnTo>
                  <a:pt x="415686" y="8577149"/>
                </a:lnTo>
                <a:lnTo>
                  <a:pt x="456771" y="8635152"/>
                </a:lnTo>
                <a:lnTo>
                  <a:pt x="502690" y="8681071"/>
                </a:lnTo>
                <a:lnTo>
                  <a:pt x="560692" y="8719738"/>
                </a:lnTo>
                <a:lnTo>
                  <a:pt x="630779" y="8751156"/>
                </a:lnTo>
                <a:lnTo>
                  <a:pt x="705699" y="8770490"/>
                </a:lnTo>
                <a:lnTo>
                  <a:pt x="795120" y="8775324"/>
                </a:lnTo>
                <a:lnTo>
                  <a:pt x="1527404" y="8775324"/>
                </a:lnTo>
                <a:lnTo>
                  <a:pt x="1633743" y="8782574"/>
                </a:lnTo>
                <a:lnTo>
                  <a:pt x="1737664" y="8801909"/>
                </a:lnTo>
                <a:lnTo>
                  <a:pt x="1834335" y="8833327"/>
                </a:lnTo>
                <a:lnTo>
                  <a:pt x="1933423" y="8876829"/>
                </a:lnTo>
                <a:lnTo>
                  <a:pt x="2022844" y="8934832"/>
                </a:lnTo>
                <a:lnTo>
                  <a:pt x="2100181" y="9004919"/>
                </a:lnTo>
                <a:lnTo>
                  <a:pt x="2163017" y="9077422"/>
                </a:lnTo>
                <a:lnTo>
                  <a:pt x="2221020" y="9157175"/>
                </a:lnTo>
                <a:lnTo>
                  <a:pt x="2262105" y="9244179"/>
                </a:lnTo>
                <a:lnTo>
                  <a:pt x="2295940" y="9343267"/>
                </a:lnTo>
                <a:lnTo>
                  <a:pt x="2315274" y="9449605"/>
                </a:lnTo>
                <a:lnTo>
                  <a:pt x="2324941" y="9568028"/>
                </a:lnTo>
                <a:lnTo>
                  <a:pt x="2324941" y="10440485"/>
                </a:lnTo>
                <a:lnTo>
                  <a:pt x="1974508" y="10440485"/>
                </a:lnTo>
                <a:lnTo>
                  <a:pt x="1974508" y="9568028"/>
                </a:lnTo>
                <a:lnTo>
                  <a:pt x="1972092" y="9488274"/>
                </a:lnTo>
                <a:lnTo>
                  <a:pt x="1955174" y="9415771"/>
                </a:lnTo>
                <a:lnTo>
                  <a:pt x="1931006" y="9352935"/>
                </a:lnTo>
                <a:lnTo>
                  <a:pt x="1894755" y="9297349"/>
                </a:lnTo>
                <a:lnTo>
                  <a:pt x="1858503" y="9251430"/>
                </a:lnTo>
                <a:lnTo>
                  <a:pt x="1802917" y="9205511"/>
                </a:lnTo>
                <a:lnTo>
                  <a:pt x="1740081" y="9171676"/>
                </a:lnTo>
                <a:lnTo>
                  <a:pt x="1674828" y="9147508"/>
                </a:lnTo>
                <a:lnTo>
                  <a:pt x="1599908" y="9130592"/>
                </a:lnTo>
                <a:lnTo>
                  <a:pt x="1527404" y="9123340"/>
                </a:lnTo>
                <a:lnTo>
                  <a:pt x="795120" y="9123340"/>
                </a:lnTo>
                <a:lnTo>
                  <a:pt x="683948" y="9118508"/>
                </a:lnTo>
                <a:lnTo>
                  <a:pt x="582443" y="9101589"/>
                </a:lnTo>
                <a:lnTo>
                  <a:pt x="488189" y="9072589"/>
                </a:lnTo>
                <a:lnTo>
                  <a:pt x="401185" y="9036337"/>
                </a:lnTo>
                <a:lnTo>
                  <a:pt x="326265" y="8988001"/>
                </a:lnTo>
                <a:lnTo>
                  <a:pt x="256178" y="8932415"/>
                </a:lnTo>
                <a:lnTo>
                  <a:pt x="195759" y="8867162"/>
                </a:lnTo>
                <a:lnTo>
                  <a:pt x="142590" y="8801909"/>
                </a:lnTo>
                <a:lnTo>
                  <a:pt x="99088" y="8724573"/>
                </a:lnTo>
                <a:lnTo>
                  <a:pt x="62836" y="8647236"/>
                </a:lnTo>
                <a:lnTo>
                  <a:pt x="29001" y="8545730"/>
                </a:lnTo>
                <a:lnTo>
                  <a:pt x="9667" y="84369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7067" dirty="0">
              <a:latin typeface="+mj-l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433A85-907A-E949-062D-608B93F3BD8C}"/>
              </a:ext>
            </a:extLst>
          </p:cNvPr>
          <p:cNvGrpSpPr/>
          <p:nvPr/>
        </p:nvGrpSpPr>
        <p:grpSpPr>
          <a:xfrm>
            <a:off x="3032460" y="4337857"/>
            <a:ext cx="3576003" cy="3575997"/>
            <a:chOff x="497257" y="2248047"/>
            <a:chExt cx="2511214" cy="2511210"/>
          </a:xfrm>
        </p:grpSpPr>
        <p:sp>
          <p:nvSpPr>
            <p:cNvPr id="9" name="AutoShape 10">
              <a:extLst>
                <a:ext uri="{FF2B5EF4-FFF2-40B4-BE49-F238E27FC236}">
                  <a16:creationId xmlns:a16="http://schemas.microsoft.com/office/drawing/2014/main" id="{215D88BC-34F0-816E-0130-AEDC8C4CC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57" y="2248047"/>
              <a:ext cx="2511214" cy="25112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9763" y="0"/>
                    <a:pt x="8922" y="842"/>
                    <a:pt x="8922" y="1879"/>
                  </a:cubicBezTo>
                  <a:lnTo>
                    <a:pt x="8922" y="2999"/>
                  </a:lnTo>
                  <a:cubicBezTo>
                    <a:pt x="8117" y="3192"/>
                    <a:pt x="7338" y="3511"/>
                    <a:pt x="6613" y="3956"/>
                  </a:cubicBezTo>
                  <a:lnTo>
                    <a:pt x="5820" y="3163"/>
                  </a:lnTo>
                  <a:cubicBezTo>
                    <a:pt x="5453" y="2796"/>
                    <a:pt x="4973" y="2613"/>
                    <a:pt x="4492" y="2613"/>
                  </a:cubicBezTo>
                  <a:cubicBezTo>
                    <a:pt x="4011" y="2613"/>
                    <a:pt x="3530" y="2796"/>
                    <a:pt x="3163" y="3163"/>
                  </a:cubicBezTo>
                  <a:cubicBezTo>
                    <a:pt x="2430" y="3897"/>
                    <a:pt x="2430" y="5087"/>
                    <a:pt x="3163" y="5820"/>
                  </a:cubicBezTo>
                  <a:lnTo>
                    <a:pt x="3956" y="6613"/>
                  </a:lnTo>
                  <a:cubicBezTo>
                    <a:pt x="3512" y="7338"/>
                    <a:pt x="3192" y="8117"/>
                    <a:pt x="2999" y="8922"/>
                  </a:cubicBezTo>
                  <a:lnTo>
                    <a:pt x="1879" y="8922"/>
                  </a:lnTo>
                  <a:cubicBezTo>
                    <a:pt x="842" y="8922"/>
                    <a:pt x="0" y="9763"/>
                    <a:pt x="0" y="10800"/>
                  </a:cubicBezTo>
                  <a:cubicBezTo>
                    <a:pt x="0" y="11837"/>
                    <a:pt x="842" y="12678"/>
                    <a:pt x="1879" y="12678"/>
                  </a:cubicBezTo>
                  <a:lnTo>
                    <a:pt x="2999" y="12678"/>
                  </a:lnTo>
                  <a:cubicBezTo>
                    <a:pt x="3192" y="13483"/>
                    <a:pt x="3512" y="14262"/>
                    <a:pt x="3956" y="14987"/>
                  </a:cubicBezTo>
                  <a:lnTo>
                    <a:pt x="3163" y="15780"/>
                  </a:lnTo>
                  <a:cubicBezTo>
                    <a:pt x="2430" y="16513"/>
                    <a:pt x="2430" y="17703"/>
                    <a:pt x="3163" y="18437"/>
                  </a:cubicBezTo>
                  <a:cubicBezTo>
                    <a:pt x="3897" y="19170"/>
                    <a:pt x="5087" y="19170"/>
                    <a:pt x="5820" y="18437"/>
                  </a:cubicBezTo>
                  <a:lnTo>
                    <a:pt x="6613" y="17644"/>
                  </a:lnTo>
                  <a:cubicBezTo>
                    <a:pt x="7338" y="18088"/>
                    <a:pt x="8117" y="18408"/>
                    <a:pt x="8922" y="18601"/>
                  </a:cubicBezTo>
                  <a:lnTo>
                    <a:pt x="8922" y="19721"/>
                  </a:lnTo>
                  <a:cubicBezTo>
                    <a:pt x="8922" y="20758"/>
                    <a:pt x="9763" y="21600"/>
                    <a:pt x="10800" y="21600"/>
                  </a:cubicBezTo>
                  <a:cubicBezTo>
                    <a:pt x="11837" y="21600"/>
                    <a:pt x="12678" y="20758"/>
                    <a:pt x="12678" y="19721"/>
                  </a:cubicBezTo>
                  <a:lnTo>
                    <a:pt x="12678" y="18601"/>
                  </a:lnTo>
                  <a:cubicBezTo>
                    <a:pt x="13483" y="18408"/>
                    <a:pt x="14262" y="18088"/>
                    <a:pt x="14987" y="17644"/>
                  </a:cubicBezTo>
                  <a:lnTo>
                    <a:pt x="15780" y="18437"/>
                  </a:lnTo>
                  <a:cubicBezTo>
                    <a:pt x="16513" y="19170"/>
                    <a:pt x="17703" y="19170"/>
                    <a:pt x="18437" y="18437"/>
                  </a:cubicBezTo>
                  <a:cubicBezTo>
                    <a:pt x="19170" y="17703"/>
                    <a:pt x="19170" y="16513"/>
                    <a:pt x="18437" y="15780"/>
                  </a:cubicBezTo>
                  <a:lnTo>
                    <a:pt x="17644" y="14987"/>
                  </a:lnTo>
                  <a:cubicBezTo>
                    <a:pt x="18088" y="14262"/>
                    <a:pt x="18408" y="13483"/>
                    <a:pt x="18601" y="12678"/>
                  </a:cubicBezTo>
                  <a:lnTo>
                    <a:pt x="19721" y="12678"/>
                  </a:lnTo>
                  <a:cubicBezTo>
                    <a:pt x="20758" y="12678"/>
                    <a:pt x="21600" y="11837"/>
                    <a:pt x="21600" y="10800"/>
                  </a:cubicBezTo>
                  <a:cubicBezTo>
                    <a:pt x="21600" y="9763"/>
                    <a:pt x="20758" y="8922"/>
                    <a:pt x="19721" y="8922"/>
                  </a:cubicBezTo>
                  <a:lnTo>
                    <a:pt x="18601" y="8922"/>
                  </a:lnTo>
                  <a:cubicBezTo>
                    <a:pt x="18408" y="8117"/>
                    <a:pt x="18088" y="7338"/>
                    <a:pt x="17644" y="6613"/>
                  </a:cubicBezTo>
                  <a:lnTo>
                    <a:pt x="18437" y="5820"/>
                  </a:lnTo>
                  <a:cubicBezTo>
                    <a:pt x="19170" y="5087"/>
                    <a:pt x="19170" y="3897"/>
                    <a:pt x="18437" y="3163"/>
                  </a:cubicBezTo>
                  <a:cubicBezTo>
                    <a:pt x="18070" y="2796"/>
                    <a:pt x="17590" y="2613"/>
                    <a:pt x="17109" y="2613"/>
                  </a:cubicBezTo>
                  <a:cubicBezTo>
                    <a:pt x="16628" y="2613"/>
                    <a:pt x="16147" y="2796"/>
                    <a:pt x="15780" y="3163"/>
                  </a:cubicBezTo>
                  <a:lnTo>
                    <a:pt x="14987" y="3956"/>
                  </a:lnTo>
                  <a:cubicBezTo>
                    <a:pt x="14262" y="3511"/>
                    <a:pt x="13483" y="3192"/>
                    <a:pt x="12678" y="2999"/>
                  </a:cubicBezTo>
                  <a:lnTo>
                    <a:pt x="12678" y="1879"/>
                  </a:lnTo>
                  <a:cubicBezTo>
                    <a:pt x="12678" y="842"/>
                    <a:pt x="11837" y="0"/>
                    <a:pt x="10800" y="0"/>
                  </a:cubicBezTo>
                  <a:close/>
                  <a:moveTo>
                    <a:pt x="10800" y="5398"/>
                  </a:moveTo>
                  <a:cubicBezTo>
                    <a:pt x="12183" y="5398"/>
                    <a:pt x="13565" y="5925"/>
                    <a:pt x="14620" y="6980"/>
                  </a:cubicBezTo>
                  <a:cubicBezTo>
                    <a:pt x="16729" y="9090"/>
                    <a:pt x="16729" y="12510"/>
                    <a:pt x="14620" y="14620"/>
                  </a:cubicBezTo>
                  <a:cubicBezTo>
                    <a:pt x="12510" y="16729"/>
                    <a:pt x="9090" y="16729"/>
                    <a:pt x="6980" y="14620"/>
                  </a:cubicBezTo>
                  <a:cubicBezTo>
                    <a:pt x="4871" y="12510"/>
                    <a:pt x="4871" y="9090"/>
                    <a:pt x="6980" y="6980"/>
                  </a:cubicBezTo>
                  <a:cubicBezTo>
                    <a:pt x="8035" y="5925"/>
                    <a:pt x="9417" y="5398"/>
                    <a:pt x="10800" y="5398"/>
                  </a:cubicBezTo>
                  <a:close/>
                </a:path>
              </a:pathLst>
            </a:custGeom>
            <a:solidFill>
              <a:schemeClr val="accent1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" name="Freeform 436">
              <a:extLst>
                <a:ext uri="{FF2B5EF4-FFF2-40B4-BE49-F238E27FC236}">
                  <a16:creationId xmlns:a16="http://schemas.microsoft.com/office/drawing/2014/main" id="{EB49E32C-087A-C549-9A6D-3ADAB4BB99A7}"/>
                </a:ext>
              </a:extLst>
            </p:cNvPr>
            <p:cNvSpPr/>
            <p:nvPr/>
          </p:nvSpPr>
          <p:spPr>
            <a:xfrm>
              <a:off x="1607914" y="439653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1" name="Freeform 437">
              <a:extLst>
                <a:ext uri="{FF2B5EF4-FFF2-40B4-BE49-F238E27FC236}">
                  <a16:creationId xmlns:a16="http://schemas.microsoft.com/office/drawing/2014/main" id="{255551AD-5A3A-D2C1-A0F4-E60EAFEB3C59}"/>
                </a:ext>
              </a:extLst>
            </p:cNvPr>
            <p:cNvSpPr/>
            <p:nvPr/>
          </p:nvSpPr>
          <p:spPr>
            <a:xfrm>
              <a:off x="2345213" y="408645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2" name="Freeform 438">
              <a:extLst>
                <a:ext uri="{FF2B5EF4-FFF2-40B4-BE49-F238E27FC236}">
                  <a16:creationId xmlns:a16="http://schemas.microsoft.com/office/drawing/2014/main" id="{1DA5528E-708D-9A8B-43FA-49B47A02AAAC}"/>
                </a:ext>
              </a:extLst>
            </p:cNvPr>
            <p:cNvSpPr/>
            <p:nvPr/>
          </p:nvSpPr>
          <p:spPr>
            <a:xfrm>
              <a:off x="264875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3" name="Freeform 439">
              <a:extLst>
                <a:ext uri="{FF2B5EF4-FFF2-40B4-BE49-F238E27FC236}">
                  <a16:creationId xmlns:a16="http://schemas.microsoft.com/office/drawing/2014/main" id="{9CFBA990-0651-7CAB-29EE-82D09423443C}"/>
                </a:ext>
              </a:extLst>
            </p:cNvPr>
            <p:cNvSpPr/>
            <p:nvPr/>
          </p:nvSpPr>
          <p:spPr>
            <a:xfrm>
              <a:off x="57007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4" name="Freeform 440">
              <a:extLst>
                <a:ext uri="{FF2B5EF4-FFF2-40B4-BE49-F238E27FC236}">
                  <a16:creationId xmlns:a16="http://schemas.microsoft.com/office/drawing/2014/main" id="{9061BEF0-7266-FF29-8956-1CFAD75D7946}"/>
                </a:ext>
              </a:extLst>
            </p:cNvPr>
            <p:cNvSpPr/>
            <p:nvPr/>
          </p:nvSpPr>
          <p:spPr>
            <a:xfrm>
              <a:off x="1607914" y="2321523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5" name="Freeform 441">
              <a:extLst>
                <a:ext uri="{FF2B5EF4-FFF2-40B4-BE49-F238E27FC236}">
                  <a16:creationId xmlns:a16="http://schemas.microsoft.com/office/drawing/2014/main" id="{5C7C78F5-1CD9-0380-AB0D-09F67B72FDDE}"/>
                </a:ext>
              </a:extLst>
            </p:cNvPr>
            <p:cNvSpPr/>
            <p:nvPr/>
          </p:nvSpPr>
          <p:spPr>
            <a:xfrm>
              <a:off x="2336394" y="261947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6" name="Oval 20">
              <a:extLst>
                <a:ext uri="{FF2B5EF4-FFF2-40B4-BE49-F238E27FC236}">
                  <a16:creationId xmlns:a16="http://schemas.microsoft.com/office/drawing/2014/main" id="{452F7E47-70E0-EDF4-1B4D-8F9A511D4008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6" y="236570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7" name="Oval 21">
              <a:extLst>
                <a:ext uri="{FF2B5EF4-FFF2-40B4-BE49-F238E27FC236}">
                  <a16:creationId xmlns:a16="http://schemas.microsoft.com/office/drawing/2014/main" id="{EE38941C-DCA7-BC3A-010F-F024DB0B8B35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0480" y="2662320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8" name="Oval 22">
              <a:extLst>
                <a:ext uri="{FF2B5EF4-FFF2-40B4-BE49-F238E27FC236}">
                  <a16:creationId xmlns:a16="http://schemas.microsoft.com/office/drawing/2014/main" id="{93DA1489-79C5-A783-0581-1D374993B7D1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691603" y="340021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9" name="Oval 23">
              <a:extLst>
                <a:ext uri="{FF2B5EF4-FFF2-40B4-BE49-F238E27FC236}">
                  <a16:creationId xmlns:a16="http://schemas.microsoft.com/office/drawing/2014/main" id="{6DA75FF9-CAFE-3C0F-E7FC-668500F3C65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7939" y="4129301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0" name="Oval 24">
              <a:extLst>
                <a:ext uri="{FF2B5EF4-FFF2-40B4-BE49-F238E27FC236}">
                  <a16:creationId xmlns:a16="http://schemas.microsoft.com/office/drawing/2014/main" id="{E5E6C9F4-3ABC-DE85-0517-265530817D5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611590" y="3400214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1" name="Freeform 447">
              <a:extLst>
                <a:ext uri="{FF2B5EF4-FFF2-40B4-BE49-F238E27FC236}">
                  <a16:creationId xmlns:a16="http://schemas.microsoft.com/office/drawing/2014/main" id="{C03B1898-4575-B2D1-8A5F-F739115FE8E8}"/>
                </a:ext>
              </a:extLst>
            </p:cNvPr>
            <p:cNvSpPr/>
            <p:nvPr/>
          </p:nvSpPr>
          <p:spPr>
            <a:xfrm>
              <a:off x="874052" y="409256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CA929071-598E-2765-5220-7F1FCC40AF20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5" y="413407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640064DE-D094-BB0F-0113-431933926AFA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7" y="4438047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24" name="Freeform 450">
              <a:extLst>
                <a:ext uri="{FF2B5EF4-FFF2-40B4-BE49-F238E27FC236}">
                  <a16:creationId xmlns:a16="http://schemas.microsoft.com/office/drawing/2014/main" id="{99F14799-FF16-0739-553F-E0722D57CED7}"/>
                </a:ext>
              </a:extLst>
            </p:cNvPr>
            <p:cNvSpPr/>
            <p:nvPr/>
          </p:nvSpPr>
          <p:spPr>
            <a:xfrm>
              <a:off x="874052" y="261409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25" name="Oval 19">
              <a:extLst>
                <a:ext uri="{FF2B5EF4-FFF2-40B4-BE49-F238E27FC236}">
                  <a16:creationId xmlns:a16="http://schemas.microsoft.com/office/drawing/2014/main" id="{78FD4ED2-7F0F-A10D-882C-43FC3F3CE55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4" y="265560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</p:grpSp>
      <p:sp>
        <p:nvSpPr>
          <p:cNvPr id="7" name="Freeform 112">
            <a:extLst>
              <a:ext uri="{FF2B5EF4-FFF2-40B4-BE49-F238E27FC236}">
                <a16:creationId xmlns:a16="http://schemas.microsoft.com/office/drawing/2014/main" id="{0A347050-BD1B-5A8A-5A01-DD55A5BB15BE}"/>
              </a:ext>
            </a:extLst>
          </p:cNvPr>
          <p:cNvSpPr/>
          <p:nvPr/>
        </p:nvSpPr>
        <p:spPr>
          <a:xfrm>
            <a:off x="4018906" y="5320257"/>
            <a:ext cx="1607395" cy="1607395"/>
          </a:xfrm>
          <a:custGeom>
            <a:avLst/>
            <a:gdLst>
              <a:gd name="connsiteX0" fmla="*/ 574297 w 1148594"/>
              <a:gd name="connsiteY0" fmla="*/ 0 h 1148594"/>
              <a:gd name="connsiteX1" fmla="*/ 1148594 w 1148594"/>
              <a:gd name="connsiteY1" fmla="*/ 574297 h 1148594"/>
              <a:gd name="connsiteX2" fmla="*/ 574297 w 1148594"/>
              <a:gd name="connsiteY2" fmla="*/ 1148594 h 1148594"/>
              <a:gd name="connsiteX3" fmla="*/ 0 w 1148594"/>
              <a:gd name="connsiteY3" fmla="*/ 574297 h 1148594"/>
              <a:gd name="connsiteX4" fmla="*/ 574297 w 1148594"/>
              <a:gd name="connsiteY4" fmla="*/ 0 h 114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594" h="1148594">
                <a:moveTo>
                  <a:pt x="574297" y="0"/>
                </a:moveTo>
                <a:cubicBezTo>
                  <a:pt x="891472" y="0"/>
                  <a:pt x="1148594" y="257122"/>
                  <a:pt x="1148594" y="574297"/>
                </a:cubicBezTo>
                <a:cubicBezTo>
                  <a:pt x="1148594" y="891472"/>
                  <a:pt x="891472" y="1148594"/>
                  <a:pt x="574297" y="1148594"/>
                </a:cubicBezTo>
                <a:cubicBezTo>
                  <a:pt x="257122" y="1148594"/>
                  <a:pt x="0" y="891472"/>
                  <a:pt x="0" y="574297"/>
                </a:cubicBezTo>
                <a:cubicBezTo>
                  <a:pt x="0" y="257122"/>
                  <a:pt x="257122" y="0"/>
                  <a:pt x="57429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8BA5B1-6A15-9714-F251-3C613E921B5E}"/>
              </a:ext>
            </a:extLst>
          </p:cNvPr>
          <p:cNvGrpSpPr/>
          <p:nvPr/>
        </p:nvGrpSpPr>
        <p:grpSpPr>
          <a:xfrm rot="1599710">
            <a:off x="6029518" y="8128210"/>
            <a:ext cx="3576003" cy="3575997"/>
            <a:chOff x="497257" y="2248047"/>
            <a:chExt cx="2511214" cy="2511210"/>
          </a:xfrm>
        </p:grpSpPr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2CE0F56C-9A3F-1819-AB07-B409D1E41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57" y="2248047"/>
              <a:ext cx="2511214" cy="25112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9763" y="0"/>
                    <a:pt x="8922" y="842"/>
                    <a:pt x="8922" y="1879"/>
                  </a:cubicBezTo>
                  <a:lnTo>
                    <a:pt x="8922" y="2999"/>
                  </a:lnTo>
                  <a:cubicBezTo>
                    <a:pt x="8117" y="3192"/>
                    <a:pt x="7338" y="3511"/>
                    <a:pt x="6613" y="3956"/>
                  </a:cubicBezTo>
                  <a:lnTo>
                    <a:pt x="5820" y="3163"/>
                  </a:lnTo>
                  <a:cubicBezTo>
                    <a:pt x="5453" y="2796"/>
                    <a:pt x="4973" y="2613"/>
                    <a:pt x="4492" y="2613"/>
                  </a:cubicBezTo>
                  <a:cubicBezTo>
                    <a:pt x="4011" y="2613"/>
                    <a:pt x="3530" y="2796"/>
                    <a:pt x="3163" y="3163"/>
                  </a:cubicBezTo>
                  <a:cubicBezTo>
                    <a:pt x="2430" y="3897"/>
                    <a:pt x="2430" y="5087"/>
                    <a:pt x="3163" y="5820"/>
                  </a:cubicBezTo>
                  <a:lnTo>
                    <a:pt x="3956" y="6613"/>
                  </a:lnTo>
                  <a:cubicBezTo>
                    <a:pt x="3512" y="7338"/>
                    <a:pt x="3192" y="8117"/>
                    <a:pt x="2999" y="8922"/>
                  </a:cubicBezTo>
                  <a:lnTo>
                    <a:pt x="1879" y="8922"/>
                  </a:lnTo>
                  <a:cubicBezTo>
                    <a:pt x="842" y="8922"/>
                    <a:pt x="0" y="9763"/>
                    <a:pt x="0" y="10800"/>
                  </a:cubicBezTo>
                  <a:cubicBezTo>
                    <a:pt x="0" y="11837"/>
                    <a:pt x="842" y="12678"/>
                    <a:pt x="1879" y="12678"/>
                  </a:cubicBezTo>
                  <a:lnTo>
                    <a:pt x="2999" y="12678"/>
                  </a:lnTo>
                  <a:cubicBezTo>
                    <a:pt x="3192" y="13483"/>
                    <a:pt x="3512" y="14262"/>
                    <a:pt x="3956" y="14987"/>
                  </a:cubicBezTo>
                  <a:lnTo>
                    <a:pt x="3163" y="15780"/>
                  </a:lnTo>
                  <a:cubicBezTo>
                    <a:pt x="2430" y="16513"/>
                    <a:pt x="2430" y="17703"/>
                    <a:pt x="3163" y="18437"/>
                  </a:cubicBezTo>
                  <a:cubicBezTo>
                    <a:pt x="3897" y="19170"/>
                    <a:pt x="5087" y="19170"/>
                    <a:pt x="5820" y="18437"/>
                  </a:cubicBezTo>
                  <a:lnTo>
                    <a:pt x="6613" y="17644"/>
                  </a:lnTo>
                  <a:cubicBezTo>
                    <a:pt x="7338" y="18088"/>
                    <a:pt x="8117" y="18408"/>
                    <a:pt x="8922" y="18601"/>
                  </a:cubicBezTo>
                  <a:lnTo>
                    <a:pt x="8922" y="19721"/>
                  </a:lnTo>
                  <a:cubicBezTo>
                    <a:pt x="8922" y="20758"/>
                    <a:pt x="9763" y="21600"/>
                    <a:pt x="10800" y="21600"/>
                  </a:cubicBezTo>
                  <a:cubicBezTo>
                    <a:pt x="11837" y="21600"/>
                    <a:pt x="12678" y="20758"/>
                    <a:pt x="12678" y="19721"/>
                  </a:cubicBezTo>
                  <a:lnTo>
                    <a:pt x="12678" y="18601"/>
                  </a:lnTo>
                  <a:cubicBezTo>
                    <a:pt x="13483" y="18408"/>
                    <a:pt x="14262" y="18088"/>
                    <a:pt x="14987" y="17644"/>
                  </a:cubicBezTo>
                  <a:lnTo>
                    <a:pt x="15780" y="18437"/>
                  </a:lnTo>
                  <a:cubicBezTo>
                    <a:pt x="16513" y="19170"/>
                    <a:pt x="17703" y="19170"/>
                    <a:pt x="18437" y="18437"/>
                  </a:cubicBezTo>
                  <a:cubicBezTo>
                    <a:pt x="19170" y="17703"/>
                    <a:pt x="19170" y="16513"/>
                    <a:pt x="18437" y="15780"/>
                  </a:cubicBezTo>
                  <a:lnTo>
                    <a:pt x="17644" y="14987"/>
                  </a:lnTo>
                  <a:cubicBezTo>
                    <a:pt x="18088" y="14262"/>
                    <a:pt x="18408" y="13483"/>
                    <a:pt x="18601" y="12678"/>
                  </a:cubicBezTo>
                  <a:lnTo>
                    <a:pt x="19721" y="12678"/>
                  </a:lnTo>
                  <a:cubicBezTo>
                    <a:pt x="20758" y="12678"/>
                    <a:pt x="21600" y="11837"/>
                    <a:pt x="21600" y="10800"/>
                  </a:cubicBezTo>
                  <a:cubicBezTo>
                    <a:pt x="21600" y="9763"/>
                    <a:pt x="20758" y="8922"/>
                    <a:pt x="19721" y="8922"/>
                  </a:cubicBezTo>
                  <a:lnTo>
                    <a:pt x="18601" y="8922"/>
                  </a:lnTo>
                  <a:cubicBezTo>
                    <a:pt x="18408" y="8117"/>
                    <a:pt x="18088" y="7338"/>
                    <a:pt x="17644" y="6613"/>
                  </a:cubicBezTo>
                  <a:lnTo>
                    <a:pt x="18437" y="5820"/>
                  </a:lnTo>
                  <a:cubicBezTo>
                    <a:pt x="19170" y="5087"/>
                    <a:pt x="19170" y="3897"/>
                    <a:pt x="18437" y="3163"/>
                  </a:cubicBezTo>
                  <a:cubicBezTo>
                    <a:pt x="18070" y="2796"/>
                    <a:pt x="17590" y="2613"/>
                    <a:pt x="17109" y="2613"/>
                  </a:cubicBezTo>
                  <a:cubicBezTo>
                    <a:pt x="16628" y="2613"/>
                    <a:pt x="16147" y="2796"/>
                    <a:pt x="15780" y="3163"/>
                  </a:cubicBezTo>
                  <a:lnTo>
                    <a:pt x="14987" y="3956"/>
                  </a:lnTo>
                  <a:cubicBezTo>
                    <a:pt x="14262" y="3511"/>
                    <a:pt x="13483" y="3192"/>
                    <a:pt x="12678" y="2999"/>
                  </a:cubicBezTo>
                  <a:lnTo>
                    <a:pt x="12678" y="1879"/>
                  </a:lnTo>
                  <a:cubicBezTo>
                    <a:pt x="12678" y="842"/>
                    <a:pt x="11837" y="0"/>
                    <a:pt x="10800" y="0"/>
                  </a:cubicBezTo>
                  <a:close/>
                  <a:moveTo>
                    <a:pt x="10800" y="5398"/>
                  </a:moveTo>
                  <a:cubicBezTo>
                    <a:pt x="12183" y="5398"/>
                    <a:pt x="13565" y="5925"/>
                    <a:pt x="14620" y="6980"/>
                  </a:cubicBezTo>
                  <a:cubicBezTo>
                    <a:pt x="16729" y="9090"/>
                    <a:pt x="16729" y="12510"/>
                    <a:pt x="14620" y="14620"/>
                  </a:cubicBezTo>
                  <a:cubicBezTo>
                    <a:pt x="12510" y="16729"/>
                    <a:pt x="9090" y="16729"/>
                    <a:pt x="6980" y="14620"/>
                  </a:cubicBezTo>
                  <a:cubicBezTo>
                    <a:pt x="4871" y="12510"/>
                    <a:pt x="4871" y="9090"/>
                    <a:pt x="6980" y="6980"/>
                  </a:cubicBezTo>
                  <a:cubicBezTo>
                    <a:pt x="8035" y="5925"/>
                    <a:pt x="9417" y="5398"/>
                    <a:pt x="10800" y="53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1" name="Freeform 454">
              <a:extLst>
                <a:ext uri="{FF2B5EF4-FFF2-40B4-BE49-F238E27FC236}">
                  <a16:creationId xmlns:a16="http://schemas.microsoft.com/office/drawing/2014/main" id="{DEF489AD-AACE-BB23-0D7E-59C2AD0E43BF}"/>
                </a:ext>
              </a:extLst>
            </p:cNvPr>
            <p:cNvSpPr/>
            <p:nvPr/>
          </p:nvSpPr>
          <p:spPr>
            <a:xfrm>
              <a:off x="1607914" y="439653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2" name="Freeform 455">
              <a:extLst>
                <a:ext uri="{FF2B5EF4-FFF2-40B4-BE49-F238E27FC236}">
                  <a16:creationId xmlns:a16="http://schemas.microsoft.com/office/drawing/2014/main" id="{B189EE1E-15F2-3D7B-AF4D-7317B8679359}"/>
                </a:ext>
              </a:extLst>
            </p:cNvPr>
            <p:cNvSpPr/>
            <p:nvPr/>
          </p:nvSpPr>
          <p:spPr>
            <a:xfrm>
              <a:off x="2345213" y="408645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3" name="Freeform 456">
              <a:extLst>
                <a:ext uri="{FF2B5EF4-FFF2-40B4-BE49-F238E27FC236}">
                  <a16:creationId xmlns:a16="http://schemas.microsoft.com/office/drawing/2014/main" id="{2C4C3A1A-C5BF-38C2-3D60-306DB617C2B5}"/>
                </a:ext>
              </a:extLst>
            </p:cNvPr>
            <p:cNvSpPr/>
            <p:nvPr/>
          </p:nvSpPr>
          <p:spPr>
            <a:xfrm>
              <a:off x="264875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4" name="Freeform 457">
              <a:extLst>
                <a:ext uri="{FF2B5EF4-FFF2-40B4-BE49-F238E27FC236}">
                  <a16:creationId xmlns:a16="http://schemas.microsoft.com/office/drawing/2014/main" id="{45915D53-85CE-D76C-BC6F-D1DE707A1C66}"/>
                </a:ext>
              </a:extLst>
            </p:cNvPr>
            <p:cNvSpPr/>
            <p:nvPr/>
          </p:nvSpPr>
          <p:spPr>
            <a:xfrm>
              <a:off x="57007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5" name="Freeform 458">
              <a:extLst>
                <a:ext uri="{FF2B5EF4-FFF2-40B4-BE49-F238E27FC236}">
                  <a16:creationId xmlns:a16="http://schemas.microsoft.com/office/drawing/2014/main" id="{A82718F2-2EA7-EB82-8EAE-52CAA95C5A3C}"/>
                </a:ext>
              </a:extLst>
            </p:cNvPr>
            <p:cNvSpPr/>
            <p:nvPr/>
          </p:nvSpPr>
          <p:spPr>
            <a:xfrm>
              <a:off x="1607914" y="2321523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6" name="Freeform 459">
              <a:extLst>
                <a:ext uri="{FF2B5EF4-FFF2-40B4-BE49-F238E27FC236}">
                  <a16:creationId xmlns:a16="http://schemas.microsoft.com/office/drawing/2014/main" id="{EBCD52C1-0660-9F08-8BE0-749D532C3A59}"/>
                </a:ext>
              </a:extLst>
            </p:cNvPr>
            <p:cNvSpPr/>
            <p:nvPr/>
          </p:nvSpPr>
          <p:spPr>
            <a:xfrm>
              <a:off x="2336394" y="261947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37" name="Oval 20">
              <a:extLst>
                <a:ext uri="{FF2B5EF4-FFF2-40B4-BE49-F238E27FC236}">
                  <a16:creationId xmlns:a16="http://schemas.microsoft.com/office/drawing/2014/main" id="{A56A8F90-C437-A4D2-B953-83F82AA78CD4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6" y="236570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8" name="Oval 21">
              <a:extLst>
                <a:ext uri="{FF2B5EF4-FFF2-40B4-BE49-F238E27FC236}">
                  <a16:creationId xmlns:a16="http://schemas.microsoft.com/office/drawing/2014/main" id="{8D01DB80-184F-C59C-8BA7-482489D5E47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0480" y="2662320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39" name="Oval 22">
              <a:extLst>
                <a:ext uri="{FF2B5EF4-FFF2-40B4-BE49-F238E27FC236}">
                  <a16:creationId xmlns:a16="http://schemas.microsoft.com/office/drawing/2014/main" id="{6E54D4D8-C0F4-1C08-2576-3904A36E3F4C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691603" y="340021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0" name="Oval 23">
              <a:extLst>
                <a:ext uri="{FF2B5EF4-FFF2-40B4-BE49-F238E27FC236}">
                  <a16:creationId xmlns:a16="http://schemas.microsoft.com/office/drawing/2014/main" id="{09493993-CA21-6982-D2CE-A564231C88A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7939" y="4129301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1" name="Oval 24">
              <a:extLst>
                <a:ext uri="{FF2B5EF4-FFF2-40B4-BE49-F238E27FC236}">
                  <a16:creationId xmlns:a16="http://schemas.microsoft.com/office/drawing/2014/main" id="{92A25ABF-9AF0-D389-59ED-C0AB6A91A8C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611590" y="3400214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2" name="Freeform 465">
              <a:extLst>
                <a:ext uri="{FF2B5EF4-FFF2-40B4-BE49-F238E27FC236}">
                  <a16:creationId xmlns:a16="http://schemas.microsoft.com/office/drawing/2014/main" id="{2F8F0AC2-2E99-F1AB-E5FB-00E78874539A}"/>
                </a:ext>
              </a:extLst>
            </p:cNvPr>
            <p:cNvSpPr/>
            <p:nvPr/>
          </p:nvSpPr>
          <p:spPr>
            <a:xfrm>
              <a:off x="874052" y="409256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43" name="Oval 25">
              <a:extLst>
                <a:ext uri="{FF2B5EF4-FFF2-40B4-BE49-F238E27FC236}">
                  <a16:creationId xmlns:a16="http://schemas.microsoft.com/office/drawing/2014/main" id="{0224D99C-B6B3-3797-5D90-8DC76226A45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5" y="413407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4" name="Oval 26">
              <a:extLst>
                <a:ext uri="{FF2B5EF4-FFF2-40B4-BE49-F238E27FC236}">
                  <a16:creationId xmlns:a16="http://schemas.microsoft.com/office/drawing/2014/main" id="{6AAC6FA1-52F3-F66A-2241-0BCA8C5E25A2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7" y="4438047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45" name="Freeform 468">
              <a:extLst>
                <a:ext uri="{FF2B5EF4-FFF2-40B4-BE49-F238E27FC236}">
                  <a16:creationId xmlns:a16="http://schemas.microsoft.com/office/drawing/2014/main" id="{19AA4389-6CBD-06C5-C671-61DE1FE4D20F}"/>
                </a:ext>
              </a:extLst>
            </p:cNvPr>
            <p:cNvSpPr/>
            <p:nvPr/>
          </p:nvSpPr>
          <p:spPr>
            <a:xfrm>
              <a:off x="874052" y="261409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46" name="Oval 19">
              <a:extLst>
                <a:ext uri="{FF2B5EF4-FFF2-40B4-BE49-F238E27FC236}">
                  <a16:creationId xmlns:a16="http://schemas.microsoft.com/office/drawing/2014/main" id="{93E95F12-F951-7B2A-D50E-22F986973D87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4" y="265560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</p:grpSp>
      <p:sp>
        <p:nvSpPr>
          <p:cNvPr id="28" name="Freeform 116">
            <a:extLst>
              <a:ext uri="{FF2B5EF4-FFF2-40B4-BE49-F238E27FC236}">
                <a16:creationId xmlns:a16="http://schemas.microsoft.com/office/drawing/2014/main" id="{D5506196-F948-9696-8B1A-2468A295136B}"/>
              </a:ext>
            </a:extLst>
          </p:cNvPr>
          <p:cNvSpPr/>
          <p:nvPr/>
        </p:nvSpPr>
        <p:spPr>
          <a:xfrm>
            <a:off x="7013359" y="9123677"/>
            <a:ext cx="1607395" cy="1607395"/>
          </a:xfrm>
          <a:custGeom>
            <a:avLst/>
            <a:gdLst>
              <a:gd name="connsiteX0" fmla="*/ 574297 w 1148594"/>
              <a:gd name="connsiteY0" fmla="*/ 0 h 1148594"/>
              <a:gd name="connsiteX1" fmla="*/ 1148594 w 1148594"/>
              <a:gd name="connsiteY1" fmla="*/ 574297 h 1148594"/>
              <a:gd name="connsiteX2" fmla="*/ 574297 w 1148594"/>
              <a:gd name="connsiteY2" fmla="*/ 1148594 h 1148594"/>
              <a:gd name="connsiteX3" fmla="*/ 0 w 1148594"/>
              <a:gd name="connsiteY3" fmla="*/ 574297 h 1148594"/>
              <a:gd name="connsiteX4" fmla="*/ 574297 w 1148594"/>
              <a:gd name="connsiteY4" fmla="*/ 0 h 114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594" h="1148594">
                <a:moveTo>
                  <a:pt x="574297" y="0"/>
                </a:moveTo>
                <a:cubicBezTo>
                  <a:pt x="891472" y="0"/>
                  <a:pt x="1148594" y="257122"/>
                  <a:pt x="1148594" y="574297"/>
                </a:cubicBezTo>
                <a:cubicBezTo>
                  <a:pt x="1148594" y="891472"/>
                  <a:pt x="891472" y="1148594"/>
                  <a:pt x="574297" y="1148594"/>
                </a:cubicBezTo>
                <a:cubicBezTo>
                  <a:pt x="257122" y="1148594"/>
                  <a:pt x="0" y="891472"/>
                  <a:pt x="0" y="574297"/>
                </a:cubicBezTo>
                <a:cubicBezTo>
                  <a:pt x="0" y="257122"/>
                  <a:pt x="257122" y="0"/>
                  <a:pt x="57429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75AF93-9486-F1E3-787E-E53E4B718452}"/>
              </a:ext>
            </a:extLst>
          </p:cNvPr>
          <p:cNvGrpSpPr/>
          <p:nvPr/>
        </p:nvGrpSpPr>
        <p:grpSpPr>
          <a:xfrm rot="20298571">
            <a:off x="8832350" y="4335956"/>
            <a:ext cx="3576003" cy="3575997"/>
            <a:chOff x="497257" y="2248047"/>
            <a:chExt cx="2511214" cy="2511210"/>
          </a:xfrm>
        </p:grpSpPr>
        <p:sp>
          <p:nvSpPr>
            <p:cNvPr id="51" name="AutoShape 10">
              <a:extLst>
                <a:ext uri="{FF2B5EF4-FFF2-40B4-BE49-F238E27FC236}">
                  <a16:creationId xmlns:a16="http://schemas.microsoft.com/office/drawing/2014/main" id="{491388DB-3816-0893-2D44-84420A15A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57" y="2248047"/>
              <a:ext cx="2511214" cy="25112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9763" y="0"/>
                    <a:pt x="8922" y="842"/>
                    <a:pt x="8922" y="1879"/>
                  </a:cubicBezTo>
                  <a:lnTo>
                    <a:pt x="8922" y="2999"/>
                  </a:lnTo>
                  <a:cubicBezTo>
                    <a:pt x="8117" y="3192"/>
                    <a:pt x="7338" y="3511"/>
                    <a:pt x="6613" y="3956"/>
                  </a:cubicBezTo>
                  <a:lnTo>
                    <a:pt x="5820" y="3163"/>
                  </a:lnTo>
                  <a:cubicBezTo>
                    <a:pt x="5453" y="2796"/>
                    <a:pt x="4973" y="2613"/>
                    <a:pt x="4492" y="2613"/>
                  </a:cubicBezTo>
                  <a:cubicBezTo>
                    <a:pt x="4011" y="2613"/>
                    <a:pt x="3530" y="2796"/>
                    <a:pt x="3163" y="3163"/>
                  </a:cubicBezTo>
                  <a:cubicBezTo>
                    <a:pt x="2430" y="3897"/>
                    <a:pt x="2430" y="5087"/>
                    <a:pt x="3163" y="5820"/>
                  </a:cubicBezTo>
                  <a:lnTo>
                    <a:pt x="3956" y="6613"/>
                  </a:lnTo>
                  <a:cubicBezTo>
                    <a:pt x="3512" y="7338"/>
                    <a:pt x="3192" y="8117"/>
                    <a:pt x="2999" y="8922"/>
                  </a:cubicBezTo>
                  <a:lnTo>
                    <a:pt x="1879" y="8922"/>
                  </a:lnTo>
                  <a:cubicBezTo>
                    <a:pt x="842" y="8922"/>
                    <a:pt x="0" y="9763"/>
                    <a:pt x="0" y="10800"/>
                  </a:cubicBezTo>
                  <a:cubicBezTo>
                    <a:pt x="0" y="11837"/>
                    <a:pt x="842" y="12678"/>
                    <a:pt x="1879" y="12678"/>
                  </a:cubicBezTo>
                  <a:lnTo>
                    <a:pt x="2999" y="12678"/>
                  </a:lnTo>
                  <a:cubicBezTo>
                    <a:pt x="3192" y="13483"/>
                    <a:pt x="3512" y="14262"/>
                    <a:pt x="3956" y="14987"/>
                  </a:cubicBezTo>
                  <a:lnTo>
                    <a:pt x="3163" y="15780"/>
                  </a:lnTo>
                  <a:cubicBezTo>
                    <a:pt x="2430" y="16513"/>
                    <a:pt x="2430" y="17703"/>
                    <a:pt x="3163" y="18437"/>
                  </a:cubicBezTo>
                  <a:cubicBezTo>
                    <a:pt x="3897" y="19170"/>
                    <a:pt x="5087" y="19170"/>
                    <a:pt x="5820" y="18437"/>
                  </a:cubicBezTo>
                  <a:lnTo>
                    <a:pt x="6613" y="17644"/>
                  </a:lnTo>
                  <a:cubicBezTo>
                    <a:pt x="7338" y="18088"/>
                    <a:pt x="8117" y="18408"/>
                    <a:pt x="8922" y="18601"/>
                  </a:cubicBezTo>
                  <a:lnTo>
                    <a:pt x="8922" y="19721"/>
                  </a:lnTo>
                  <a:cubicBezTo>
                    <a:pt x="8922" y="20758"/>
                    <a:pt x="9763" y="21600"/>
                    <a:pt x="10800" y="21600"/>
                  </a:cubicBezTo>
                  <a:cubicBezTo>
                    <a:pt x="11837" y="21600"/>
                    <a:pt x="12678" y="20758"/>
                    <a:pt x="12678" y="19721"/>
                  </a:cubicBezTo>
                  <a:lnTo>
                    <a:pt x="12678" y="18601"/>
                  </a:lnTo>
                  <a:cubicBezTo>
                    <a:pt x="13483" y="18408"/>
                    <a:pt x="14262" y="18088"/>
                    <a:pt x="14987" y="17644"/>
                  </a:cubicBezTo>
                  <a:lnTo>
                    <a:pt x="15780" y="18437"/>
                  </a:lnTo>
                  <a:cubicBezTo>
                    <a:pt x="16513" y="19170"/>
                    <a:pt x="17703" y="19170"/>
                    <a:pt x="18437" y="18437"/>
                  </a:cubicBezTo>
                  <a:cubicBezTo>
                    <a:pt x="19170" y="17703"/>
                    <a:pt x="19170" y="16513"/>
                    <a:pt x="18437" y="15780"/>
                  </a:cubicBezTo>
                  <a:lnTo>
                    <a:pt x="17644" y="14987"/>
                  </a:lnTo>
                  <a:cubicBezTo>
                    <a:pt x="18088" y="14262"/>
                    <a:pt x="18408" y="13483"/>
                    <a:pt x="18601" y="12678"/>
                  </a:cubicBezTo>
                  <a:lnTo>
                    <a:pt x="19721" y="12678"/>
                  </a:lnTo>
                  <a:cubicBezTo>
                    <a:pt x="20758" y="12678"/>
                    <a:pt x="21600" y="11837"/>
                    <a:pt x="21600" y="10800"/>
                  </a:cubicBezTo>
                  <a:cubicBezTo>
                    <a:pt x="21600" y="9763"/>
                    <a:pt x="20758" y="8922"/>
                    <a:pt x="19721" y="8922"/>
                  </a:cubicBezTo>
                  <a:lnTo>
                    <a:pt x="18601" y="8922"/>
                  </a:lnTo>
                  <a:cubicBezTo>
                    <a:pt x="18408" y="8117"/>
                    <a:pt x="18088" y="7338"/>
                    <a:pt x="17644" y="6613"/>
                  </a:cubicBezTo>
                  <a:lnTo>
                    <a:pt x="18437" y="5820"/>
                  </a:lnTo>
                  <a:cubicBezTo>
                    <a:pt x="19170" y="5087"/>
                    <a:pt x="19170" y="3897"/>
                    <a:pt x="18437" y="3163"/>
                  </a:cubicBezTo>
                  <a:cubicBezTo>
                    <a:pt x="18070" y="2796"/>
                    <a:pt x="17590" y="2613"/>
                    <a:pt x="17109" y="2613"/>
                  </a:cubicBezTo>
                  <a:cubicBezTo>
                    <a:pt x="16628" y="2613"/>
                    <a:pt x="16147" y="2796"/>
                    <a:pt x="15780" y="3163"/>
                  </a:cubicBezTo>
                  <a:lnTo>
                    <a:pt x="14987" y="3956"/>
                  </a:lnTo>
                  <a:cubicBezTo>
                    <a:pt x="14262" y="3511"/>
                    <a:pt x="13483" y="3192"/>
                    <a:pt x="12678" y="2999"/>
                  </a:cubicBezTo>
                  <a:lnTo>
                    <a:pt x="12678" y="1879"/>
                  </a:lnTo>
                  <a:cubicBezTo>
                    <a:pt x="12678" y="842"/>
                    <a:pt x="11837" y="0"/>
                    <a:pt x="10800" y="0"/>
                  </a:cubicBezTo>
                  <a:close/>
                  <a:moveTo>
                    <a:pt x="10800" y="5398"/>
                  </a:moveTo>
                  <a:cubicBezTo>
                    <a:pt x="12183" y="5398"/>
                    <a:pt x="13565" y="5925"/>
                    <a:pt x="14620" y="6980"/>
                  </a:cubicBezTo>
                  <a:cubicBezTo>
                    <a:pt x="16729" y="9090"/>
                    <a:pt x="16729" y="12510"/>
                    <a:pt x="14620" y="14620"/>
                  </a:cubicBezTo>
                  <a:cubicBezTo>
                    <a:pt x="12510" y="16729"/>
                    <a:pt x="9090" y="16729"/>
                    <a:pt x="6980" y="14620"/>
                  </a:cubicBezTo>
                  <a:cubicBezTo>
                    <a:pt x="4871" y="12510"/>
                    <a:pt x="4871" y="9090"/>
                    <a:pt x="6980" y="6980"/>
                  </a:cubicBezTo>
                  <a:cubicBezTo>
                    <a:pt x="8035" y="5925"/>
                    <a:pt x="9417" y="5398"/>
                    <a:pt x="10800" y="5398"/>
                  </a:cubicBezTo>
                  <a:close/>
                </a:path>
              </a:pathLst>
            </a:custGeom>
            <a:solidFill>
              <a:schemeClr val="accent3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52" name="Freeform 508">
              <a:extLst>
                <a:ext uri="{FF2B5EF4-FFF2-40B4-BE49-F238E27FC236}">
                  <a16:creationId xmlns:a16="http://schemas.microsoft.com/office/drawing/2014/main" id="{C35CB8C1-2D30-21E7-AAC2-54060EBEB7ED}"/>
                </a:ext>
              </a:extLst>
            </p:cNvPr>
            <p:cNvSpPr/>
            <p:nvPr/>
          </p:nvSpPr>
          <p:spPr>
            <a:xfrm>
              <a:off x="1607914" y="439653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53" name="Freeform 509">
              <a:extLst>
                <a:ext uri="{FF2B5EF4-FFF2-40B4-BE49-F238E27FC236}">
                  <a16:creationId xmlns:a16="http://schemas.microsoft.com/office/drawing/2014/main" id="{87FAE372-73A0-8EE3-3A84-A4753C3B6544}"/>
                </a:ext>
              </a:extLst>
            </p:cNvPr>
            <p:cNvSpPr/>
            <p:nvPr/>
          </p:nvSpPr>
          <p:spPr>
            <a:xfrm>
              <a:off x="2345213" y="408645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54" name="Freeform 510">
              <a:extLst>
                <a:ext uri="{FF2B5EF4-FFF2-40B4-BE49-F238E27FC236}">
                  <a16:creationId xmlns:a16="http://schemas.microsoft.com/office/drawing/2014/main" id="{5A2310A2-25DF-D11E-FF06-04E192851E86}"/>
                </a:ext>
              </a:extLst>
            </p:cNvPr>
            <p:cNvSpPr/>
            <p:nvPr/>
          </p:nvSpPr>
          <p:spPr>
            <a:xfrm>
              <a:off x="264875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55" name="Freeform 511">
              <a:extLst>
                <a:ext uri="{FF2B5EF4-FFF2-40B4-BE49-F238E27FC236}">
                  <a16:creationId xmlns:a16="http://schemas.microsoft.com/office/drawing/2014/main" id="{D62F8DF4-5C2D-EAD9-25E5-8D7143D292C1}"/>
                </a:ext>
              </a:extLst>
            </p:cNvPr>
            <p:cNvSpPr/>
            <p:nvPr/>
          </p:nvSpPr>
          <p:spPr>
            <a:xfrm>
              <a:off x="57007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56" name="Freeform 512">
              <a:extLst>
                <a:ext uri="{FF2B5EF4-FFF2-40B4-BE49-F238E27FC236}">
                  <a16:creationId xmlns:a16="http://schemas.microsoft.com/office/drawing/2014/main" id="{7FEA9F50-F8E6-4E0A-743B-514201ADD555}"/>
                </a:ext>
              </a:extLst>
            </p:cNvPr>
            <p:cNvSpPr/>
            <p:nvPr/>
          </p:nvSpPr>
          <p:spPr>
            <a:xfrm>
              <a:off x="1607914" y="2321523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57" name="Freeform 513">
              <a:extLst>
                <a:ext uri="{FF2B5EF4-FFF2-40B4-BE49-F238E27FC236}">
                  <a16:creationId xmlns:a16="http://schemas.microsoft.com/office/drawing/2014/main" id="{836D1FF0-909F-475A-EEE8-979C7FEE2E22}"/>
                </a:ext>
              </a:extLst>
            </p:cNvPr>
            <p:cNvSpPr/>
            <p:nvPr/>
          </p:nvSpPr>
          <p:spPr>
            <a:xfrm>
              <a:off x="2336394" y="261947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 dirty="0"/>
            </a:p>
          </p:txBody>
        </p:sp>
        <p:sp>
          <p:nvSpPr>
            <p:cNvPr id="58" name="Oval 20">
              <a:extLst>
                <a:ext uri="{FF2B5EF4-FFF2-40B4-BE49-F238E27FC236}">
                  <a16:creationId xmlns:a16="http://schemas.microsoft.com/office/drawing/2014/main" id="{C6860C82-2ACF-0321-A86D-D497D5A93AB7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6" y="236570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59" name="Oval 21">
              <a:extLst>
                <a:ext uri="{FF2B5EF4-FFF2-40B4-BE49-F238E27FC236}">
                  <a16:creationId xmlns:a16="http://schemas.microsoft.com/office/drawing/2014/main" id="{86BA9BD3-3307-2965-F5E2-F8491322CCCE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0480" y="2662320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60" name="Oval 22">
              <a:extLst>
                <a:ext uri="{FF2B5EF4-FFF2-40B4-BE49-F238E27FC236}">
                  <a16:creationId xmlns:a16="http://schemas.microsoft.com/office/drawing/2014/main" id="{62442506-A5AB-8347-A497-35F0A9A5868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691603" y="340021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61" name="Oval 23">
              <a:extLst>
                <a:ext uri="{FF2B5EF4-FFF2-40B4-BE49-F238E27FC236}">
                  <a16:creationId xmlns:a16="http://schemas.microsoft.com/office/drawing/2014/main" id="{25421543-E007-D735-6DF2-5C4A7469E7D5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7939" y="4129301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62" name="Oval 24">
              <a:extLst>
                <a:ext uri="{FF2B5EF4-FFF2-40B4-BE49-F238E27FC236}">
                  <a16:creationId xmlns:a16="http://schemas.microsoft.com/office/drawing/2014/main" id="{0F881CFB-DDD2-FF66-FB0F-3EFDFDE50434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611590" y="3400214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63" name="Freeform 519">
              <a:extLst>
                <a:ext uri="{FF2B5EF4-FFF2-40B4-BE49-F238E27FC236}">
                  <a16:creationId xmlns:a16="http://schemas.microsoft.com/office/drawing/2014/main" id="{7C0C05BE-B21D-C055-FFAD-3454CF1A73C8}"/>
                </a:ext>
              </a:extLst>
            </p:cNvPr>
            <p:cNvSpPr/>
            <p:nvPr/>
          </p:nvSpPr>
          <p:spPr>
            <a:xfrm>
              <a:off x="874052" y="409256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64" name="Oval 25">
              <a:extLst>
                <a:ext uri="{FF2B5EF4-FFF2-40B4-BE49-F238E27FC236}">
                  <a16:creationId xmlns:a16="http://schemas.microsoft.com/office/drawing/2014/main" id="{B8BFCFCD-B89F-949B-22E6-58295B205C4A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5" y="413407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65" name="Oval 26">
              <a:extLst>
                <a:ext uri="{FF2B5EF4-FFF2-40B4-BE49-F238E27FC236}">
                  <a16:creationId xmlns:a16="http://schemas.microsoft.com/office/drawing/2014/main" id="{E7858A71-17A8-FBD5-F134-7654BBE15C30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7" y="4438047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66" name="Freeform 522">
              <a:extLst>
                <a:ext uri="{FF2B5EF4-FFF2-40B4-BE49-F238E27FC236}">
                  <a16:creationId xmlns:a16="http://schemas.microsoft.com/office/drawing/2014/main" id="{38C6057A-E1DE-6818-6B3E-6E6838859FA2}"/>
                </a:ext>
              </a:extLst>
            </p:cNvPr>
            <p:cNvSpPr/>
            <p:nvPr/>
          </p:nvSpPr>
          <p:spPr>
            <a:xfrm>
              <a:off x="874052" y="261409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67" name="Oval 19">
              <a:extLst>
                <a:ext uri="{FF2B5EF4-FFF2-40B4-BE49-F238E27FC236}">
                  <a16:creationId xmlns:a16="http://schemas.microsoft.com/office/drawing/2014/main" id="{4A4DD662-9DBB-7B59-17E3-9C6DA1B1B6C8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4" y="265560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</p:grpSp>
      <p:sp>
        <p:nvSpPr>
          <p:cNvPr id="49" name="Freeform 119">
            <a:extLst>
              <a:ext uri="{FF2B5EF4-FFF2-40B4-BE49-F238E27FC236}">
                <a16:creationId xmlns:a16="http://schemas.microsoft.com/office/drawing/2014/main" id="{A6160F27-D429-D3A4-49B8-1409153037CB}"/>
              </a:ext>
            </a:extLst>
          </p:cNvPr>
          <p:cNvSpPr/>
          <p:nvPr/>
        </p:nvSpPr>
        <p:spPr>
          <a:xfrm>
            <a:off x="9812657" y="5320229"/>
            <a:ext cx="1607395" cy="1607395"/>
          </a:xfrm>
          <a:custGeom>
            <a:avLst/>
            <a:gdLst>
              <a:gd name="connsiteX0" fmla="*/ 574297 w 1148594"/>
              <a:gd name="connsiteY0" fmla="*/ 0 h 1148594"/>
              <a:gd name="connsiteX1" fmla="*/ 1148594 w 1148594"/>
              <a:gd name="connsiteY1" fmla="*/ 574297 h 1148594"/>
              <a:gd name="connsiteX2" fmla="*/ 574297 w 1148594"/>
              <a:gd name="connsiteY2" fmla="*/ 1148594 h 1148594"/>
              <a:gd name="connsiteX3" fmla="*/ 0 w 1148594"/>
              <a:gd name="connsiteY3" fmla="*/ 574297 h 1148594"/>
              <a:gd name="connsiteX4" fmla="*/ 574297 w 1148594"/>
              <a:gd name="connsiteY4" fmla="*/ 0 h 114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594" h="1148594">
                <a:moveTo>
                  <a:pt x="574297" y="0"/>
                </a:moveTo>
                <a:cubicBezTo>
                  <a:pt x="891472" y="0"/>
                  <a:pt x="1148594" y="257122"/>
                  <a:pt x="1148594" y="574297"/>
                </a:cubicBezTo>
                <a:cubicBezTo>
                  <a:pt x="1148594" y="891472"/>
                  <a:pt x="891472" y="1148594"/>
                  <a:pt x="574297" y="1148594"/>
                </a:cubicBezTo>
                <a:cubicBezTo>
                  <a:pt x="257122" y="1148594"/>
                  <a:pt x="0" y="891472"/>
                  <a:pt x="0" y="574297"/>
                </a:cubicBezTo>
                <a:cubicBezTo>
                  <a:pt x="0" y="257122"/>
                  <a:pt x="257122" y="0"/>
                  <a:pt x="57429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C8CDCE9-ED1A-1CE3-0165-B71619135A01}"/>
              </a:ext>
            </a:extLst>
          </p:cNvPr>
          <p:cNvGrpSpPr/>
          <p:nvPr/>
        </p:nvGrpSpPr>
        <p:grpSpPr>
          <a:xfrm rot="444231">
            <a:off x="11744664" y="8133336"/>
            <a:ext cx="3576003" cy="3575997"/>
            <a:chOff x="497257" y="2248047"/>
            <a:chExt cx="2511214" cy="2511210"/>
          </a:xfrm>
        </p:grpSpPr>
        <p:sp>
          <p:nvSpPr>
            <p:cNvPr id="72" name="AutoShape 10">
              <a:extLst>
                <a:ext uri="{FF2B5EF4-FFF2-40B4-BE49-F238E27FC236}">
                  <a16:creationId xmlns:a16="http://schemas.microsoft.com/office/drawing/2014/main" id="{D8BF34E8-2769-7BE5-F074-E5C7D671F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57" y="2248047"/>
              <a:ext cx="2511214" cy="25112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9763" y="0"/>
                    <a:pt x="8922" y="842"/>
                    <a:pt x="8922" y="1879"/>
                  </a:cubicBezTo>
                  <a:lnTo>
                    <a:pt x="8922" y="2999"/>
                  </a:lnTo>
                  <a:cubicBezTo>
                    <a:pt x="8117" y="3192"/>
                    <a:pt x="7338" y="3511"/>
                    <a:pt x="6613" y="3956"/>
                  </a:cubicBezTo>
                  <a:lnTo>
                    <a:pt x="5820" y="3163"/>
                  </a:lnTo>
                  <a:cubicBezTo>
                    <a:pt x="5453" y="2796"/>
                    <a:pt x="4973" y="2613"/>
                    <a:pt x="4492" y="2613"/>
                  </a:cubicBezTo>
                  <a:cubicBezTo>
                    <a:pt x="4011" y="2613"/>
                    <a:pt x="3530" y="2796"/>
                    <a:pt x="3163" y="3163"/>
                  </a:cubicBezTo>
                  <a:cubicBezTo>
                    <a:pt x="2430" y="3897"/>
                    <a:pt x="2430" y="5087"/>
                    <a:pt x="3163" y="5820"/>
                  </a:cubicBezTo>
                  <a:lnTo>
                    <a:pt x="3956" y="6613"/>
                  </a:lnTo>
                  <a:cubicBezTo>
                    <a:pt x="3512" y="7338"/>
                    <a:pt x="3192" y="8117"/>
                    <a:pt x="2999" y="8922"/>
                  </a:cubicBezTo>
                  <a:lnTo>
                    <a:pt x="1879" y="8922"/>
                  </a:lnTo>
                  <a:cubicBezTo>
                    <a:pt x="842" y="8922"/>
                    <a:pt x="0" y="9763"/>
                    <a:pt x="0" y="10800"/>
                  </a:cubicBezTo>
                  <a:cubicBezTo>
                    <a:pt x="0" y="11837"/>
                    <a:pt x="842" y="12678"/>
                    <a:pt x="1879" y="12678"/>
                  </a:cubicBezTo>
                  <a:lnTo>
                    <a:pt x="2999" y="12678"/>
                  </a:lnTo>
                  <a:cubicBezTo>
                    <a:pt x="3192" y="13483"/>
                    <a:pt x="3512" y="14262"/>
                    <a:pt x="3956" y="14987"/>
                  </a:cubicBezTo>
                  <a:lnTo>
                    <a:pt x="3163" y="15780"/>
                  </a:lnTo>
                  <a:cubicBezTo>
                    <a:pt x="2430" y="16513"/>
                    <a:pt x="2430" y="17703"/>
                    <a:pt x="3163" y="18437"/>
                  </a:cubicBezTo>
                  <a:cubicBezTo>
                    <a:pt x="3897" y="19170"/>
                    <a:pt x="5087" y="19170"/>
                    <a:pt x="5820" y="18437"/>
                  </a:cubicBezTo>
                  <a:lnTo>
                    <a:pt x="6613" y="17644"/>
                  </a:lnTo>
                  <a:cubicBezTo>
                    <a:pt x="7338" y="18088"/>
                    <a:pt x="8117" y="18408"/>
                    <a:pt x="8922" y="18601"/>
                  </a:cubicBezTo>
                  <a:lnTo>
                    <a:pt x="8922" y="19721"/>
                  </a:lnTo>
                  <a:cubicBezTo>
                    <a:pt x="8922" y="20758"/>
                    <a:pt x="9763" y="21600"/>
                    <a:pt x="10800" y="21600"/>
                  </a:cubicBezTo>
                  <a:cubicBezTo>
                    <a:pt x="11837" y="21600"/>
                    <a:pt x="12678" y="20758"/>
                    <a:pt x="12678" y="19721"/>
                  </a:cubicBezTo>
                  <a:lnTo>
                    <a:pt x="12678" y="18601"/>
                  </a:lnTo>
                  <a:cubicBezTo>
                    <a:pt x="13483" y="18408"/>
                    <a:pt x="14262" y="18088"/>
                    <a:pt x="14987" y="17644"/>
                  </a:cubicBezTo>
                  <a:lnTo>
                    <a:pt x="15780" y="18437"/>
                  </a:lnTo>
                  <a:cubicBezTo>
                    <a:pt x="16513" y="19170"/>
                    <a:pt x="17703" y="19170"/>
                    <a:pt x="18437" y="18437"/>
                  </a:cubicBezTo>
                  <a:cubicBezTo>
                    <a:pt x="19170" y="17703"/>
                    <a:pt x="19170" y="16513"/>
                    <a:pt x="18437" y="15780"/>
                  </a:cubicBezTo>
                  <a:lnTo>
                    <a:pt x="17644" y="14987"/>
                  </a:lnTo>
                  <a:cubicBezTo>
                    <a:pt x="18088" y="14262"/>
                    <a:pt x="18408" y="13483"/>
                    <a:pt x="18601" y="12678"/>
                  </a:cubicBezTo>
                  <a:lnTo>
                    <a:pt x="19721" y="12678"/>
                  </a:lnTo>
                  <a:cubicBezTo>
                    <a:pt x="20758" y="12678"/>
                    <a:pt x="21600" y="11837"/>
                    <a:pt x="21600" y="10800"/>
                  </a:cubicBezTo>
                  <a:cubicBezTo>
                    <a:pt x="21600" y="9763"/>
                    <a:pt x="20758" y="8922"/>
                    <a:pt x="19721" y="8922"/>
                  </a:cubicBezTo>
                  <a:lnTo>
                    <a:pt x="18601" y="8922"/>
                  </a:lnTo>
                  <a:cubicBezTo>
                    <a:pt x="18408" y="8117"/>
                    <a:pt x="18088" y="7338"/>
                    <a:pt x="17644" y="6613"/>
                  </a:cubicBezTo>
                  <a:lnTo>
                    <a:pt x="18437" y="5820"/>
                  </a:lnTo>
                  <a:cubicBezTo>
                    <a:pt x="19170" y="5087"/>
                    <a:pt x="19170" y="3897"/>
                    <a:pt x="18437" y="3163"/>
                  </a:cubicBezTo>
                  <a:cubicBezTo>
                    <a:pt x="18070" y="2796"/>
                    <a:pt x="17590" y="2613"/>
                    <a:pt x="17109" y="2613"/>
                  </a:cubicBezTo>
                  <a:cubicBezTo>
                    <a:pt x="16628" y="2613"/>
                    <a:pt x="16147" y="2796"/>
                    <a:pt x="15780" y="3163"/>
                  </a:cubicBezTo>
                  <a:lnTo>
                    <a:pt x="14987" y="3956"/>
                  </a:lnTo>
                  <a:cubicBezTo>
                    <a:pt x="14262" y="3511"/>
                    <a:pt x="13483" y="3192"/>
                    <a:pt x="12678" y="2999"/>
                  </a:cubicBezTo>
                  <a:lnTo>
                    <a:pt x="12678" y="1879"/>
                  </a:lnTo>
                  <a:cubicBezTo>
                    <a:pt x="12678" y="842"/>
                    <a:pt x="11837" y="0"/>
                    <a:pt x="10800" y="0"/>
                  </a:cubicBezTo>
                  <a:close/>
                  <a:moveTo>
                    <a:pt x="10800" y="5398"/>
                  </a:moveTo>
                  <a:cubicBezTo>
                    <a:pt x="12183" y="5398"/>
                    <a:pt x="13565" y="5925"/>
                    <a:pt x="14620" y="6980"/>
                  </a:cubicBezTo>
                  <a:cubicBezTo>
                    <a:pt x="16729" y="9090"/>
                    <a:pt x="16729" y="12510"/>
                    <a:pt x="14620" y="14620"/>
                  </a:cubicBezTo>
                  <a:cubicBezTo>
                    <a:pt x="12510" y="16729"/>
                    <a:pt x="9090" y="16729"/>
                    <a:pt x="6980" y="14620"/>
                  </a:cubicBezTo>
                  <a:cubicBezTo>
                    <a:pt x="4871" y="12510"/>
                    <a:pt x="4871" y="9090"/>
                    <a:pt x="6980" y="6980"/>
                  </a:cubicBezTo>
                  <a:cubicBezTo>
                    <a:pt x="8035" y="5925"/>
                    <a:pt x="9417" y="5398"/>
                    <a:pt x="10800" y="5398"/>
                  </a:cubicBezTo>
                  <a:close/>
                </a:path>
              </a:pathLst>
            </a:custGeom>
            <a:solidFill>
              <a:schemeClr val="accent4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73" name="Freeform 472">
              <a:extLst>
                <a:ext uri="{FF2B5EF4-FFF2-40B4-BE49-F238E27FC236}">
                  <a16:creationId xmlns:a16="http://schemas.microsoft.com/office/drawing/2014/main" id="{C2386F57-305C-ABD4-9A8F-E6BD53F8A13C}"/>
                </a:ext>
              </a:extLst>
            </p:cNvPr>
            <p:cNvSpPr/>
            <p:nvPr/>
          </p:nvSpPr>
          <p:spPr>
            <a:xfrm>
              <a:off x="1607914" y="439653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74" name="Freeform 473">
              <a:extLst>
                <a:ext uri="{FF2B5EF4-FFF2-40B4-BE49-F238E27FC236}">
                  <a16:creationId xmlns:a16="http://schemas.microsoft.com/office/drawing/2014/main" id="{24E1BC64-6360-EC84-02AA-ABC7D6811DB8}"/>
                </a:ext>
              </a:extLst>
            </p:cNvPr>
            <p:cNvSpPr/>
            <p:nvPr/>
          </p:nvSpPr>
          <p:spPr>
            <a:xfrm>
              <a:off x="2345213" y="408645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75" name="Freeform 474">
              <a:extLst>
                <a:ext uri="{FF2B5EF4-FFF2-40B4-BE49-F238E27FC236}">
                  <a16:creationId xmlns:a16="http://schemas.microsoft.com/office/drawing/2014/main" id="{4A909EFF-C900-9D94-5DFD-A69F65AA5970}"/>
                </a:ext>
              </a:extLst>
            </p:cNvPr>
            <p:cNvSpPr/>
            <p:nvPr/>
          </p:nvSpPr>
          <p:spPr>
            <a:xfrm>
              <a:off x="264875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76" name="Freeform 475">
              <a:extLst>
                <a:ext uri="{FF2B5EF4-FFF2-40B4-BE49-F238E27FC236}">
                  <a16:creationId xmlns:a16="http://schemas.microsoft.com/office/drawing/2014/main" id="{A655DFF1-F72F-3620-E257-A3DEB5E11498}"/>
                </a:ext>
              </a:extLst>
            </p:cNvPr>
            <p:cNvSpPr/>
            <p:nvPr/>
          </p:nvSpPr>
          <p:spPr>
            <a:xfrm>
              <a:off x="57007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77" name="Freeform 476">
              <a:extLst>
                <a:ext uri="{FF2B5EF4-FFF2-40B4-BE49-F238E27FC236}">
                  <a16:creationId xmlns:a16="http://schemas.microsoft.com/office/drawing/2014/main" id="{635B6C04-2503-8467-EB1E-1BB6F66208E5}"/>
                </a:ext>
              </a:extLst>
            </p:cNvPr>
            <p:cNvSpPr/>
            <p:nvPr/>
          </p:nvSpPr>
          <p:spPr>
            <a:xfrm>
              <a:off x="1607914" y="2321523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78" name="Freeform 477">
              <a:extLst>
                <a:ext uri="{FF2B5EF4-FFF2-40B4-BE49-F238E27FC236}">
                  <a16:creationId xmlns:a16="http://schemas.microsoft.com/office/drawing/2014/main" id="{EB296562-4899-C84D-AB15-D4687327511E}"/>
                </a:ext>
              </a:extLst>
            </p:cNvPr>
            <p:cNvSpPr/>
            <p:nvPr/>
          </p:nvSpPr>
          <p:spPr>
            <a:xfrm>
              <a:off x="2336394" y="261947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79" name="Oval 20">
              <a:extLst>
                <a:ext uri="{FF2B5EF4-FFF2-40B4-BE49-F238E27FC236}">
                  <a16:creationId xmlns:a16="http://schemas.microsoft.com/office/drawing/2014/main" id="{97446344-46D9-28CD-42F3-611905B26952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6" y="236570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0" name="Oval 21">
              <a:extLst>
                <a:ext uri="{FF2B5EF4-FFF2-40B4-BE49-F238E27FC236}">
                  <a16:creationId xmlns:a16="http://schemas.microsoft.com/office/drawing/2014/main" id="{981D3042-4181-D08A-DC02-81C5ADB2B0C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0480" y="2662320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1" name="Oval 22">
              <a:extLst>
                <a:ext uri="{FF2B5EF4-FFF2-40B4-BE49-F238E27FC236}">
                  <a16:creationId xmlns:a16="http://schemas.microsoft.com/office/drawing/2014/main" id="{6734E179-5DC5-C41D-38BC-612BAA97F220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691603" y="340021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2" name="Oval 23">
              <a:extLst>
                <a:ext uri="{FF2B5EF4-FFF2-40B4-BE49-F238E27FC236}">
                  <a16:creationId xmlns:a16="http://schemas.microsoft.com/office/drawing/2014/main" id="{E1D06639-B6F3-1144-4627-92A45437E62E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7939" y="4129301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3" name="Oval 24">
              <a:extLst>
                <a:ext uri="{FF2B5EF4-FFF2-40B4-BE49-F238E27FC236}">
                  <a16:creationId xmlns:a16="http://schemas.microsoft.com/office/drawing/2014/main" id="{FBD85C3D-AA72-DBC3-953B-17AC0EB5248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611590" y="3400214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4" name="Freeform 483">
              <a:extLst>
                <a:ext uri="{FF2B5EF4-FFF2-40B4-BE49-F238E27FC236}">
                  <a16:creationId xmlns:a16="http://schemas.microsoft.com/office/drawing/2014/main" id="{3942D117-E906-DCA5-939F-504521E7D1AB}"/>
                </a:ext>
              </a:extLst>
            </p:cNvPr>
            <p:cNvSpPr/>
            <p:nvPr/>
          </p:nvSpPr>
          <p:spPr>
            <a:xfrm>
              <a:off x="874052" y="409256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85" name="Oval 25">
              <a:extLst>
                <a:ext uri="{FF2B5EF4-FFF2-40B4-BE49-F238E27FC236}">
                  <a16:creationId xmlns:a16="http://schemas.microsoft.com/office/drawing/2014/main" id="{C5B813A0-568D-9E24-06E1-0428652AC369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5" y="413407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6" name="Oval 26">
              <a:extLst>
                <a:ext uri="{FF2B5EF4-FFF2-40B4-BE49-F238E27FC236}">
                  <a16:creationId xmlns:a16="http://schemas.microsoft.com/office/drawing/2014/main" id="{0FD7210D-02D0-C035-A541-97136ECABEA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7" y="4438047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87" name="Freeform 486">
              <a:extLst>
                <a:ext uri="{FF2B5EF4-FFF2-40B4-BE49-F238E27FC236}">
                  <a16:creationId xmlns:a16="http://schemas.microsoft.com/office/drawing/2014/main" id="{49D05896-BA07-B5A6-0E4C-28E2C7D1F6B8}"/>
                </a:ext>
              </a:extLst>
            </p:cNvPr>
            <p:cNvSpPr/>
            <p:nvPr/>
          </p:nvSpPr>
          <p:spPr>
            <a:xfrm>
              <a:off x="874052" y="261409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88" name="Oval 19">
              <a:extLst>
                <a:ext uri="{FF2B5EF4-FFF2-40B4-BE49-F238E27FC236}">
                  <a16:creationId xmlns:a16="http://schemas.microsoft.com/office/drawing/2014/main" id="{6AA2C4C4-F053-7CA3-DFC6-692A938BED29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4" y="265560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</p:grpSp>
      <p:sp>
        <p:nvSpPr>
          <p:cNvPr id="70" name="Freeform 122">
            <a:extLst>
              <a:ext uri="{FF2B5EF4-FFF2-40B4-BE49-F238E27FC236}">
                <a16:creationId xmlns:a16="http://schemas.microsoft.com/office/drawing/2014/main" id="{86189558-D46F-C402-0456-0C9730480698}"/>
              </a:ext>
            </a:extLst>
          </p:cNvPr>
          <p:cNvSpPr/>
          <p:nvPr/>
        </p:nvSpPr>
        <p:spPr>
          <a:xfrm>
            <a:off x="12728062" y="9110806"/>
            <a:ext cx="1607395" cy="1607395"/>
          </a:xfrm>
          <a:custGeom>
            <a:avLst/>
            <a:gdLst>
              <a:gd name="connsiteX0" fmla="*/ 574297 w 1148594"/>
              <a:gd name="connsiteY0" fmla="*/ 0 h 1148594"/>
              <a:gd name="connsiteX1" fmla="*/ 1148594 w 1148594"/>
              <a:gd name="connsiteY1" fmla="*/ 574297 h 1148594"/>
              <a:gd name="connsiteX2" fmla="*/ 574297 w 1148594"/>
              <a:gd name="connsiteY2" fmla="*/ 1148594 h 1148594"/>
              <a:gd name="connsiteX3" fmla="*/ 0 w 1148594"/>
              <a:gd name="connsiteY3" fmla="*/ 574297 h 1148594"/>
              <a:gd name="connsiteX4" fmla="*/ 574297 w 1148594"/>
              <a:gd name="connsiteY4" fmla="*/ 0 h 114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594" h="1148594">
                <a:moveTo>
                  <a:pt x="574297" y="0"/>
                </a:moveTo>
                <a:cubicBezTo>
                  <a:pt x="891472" y="0"/>
                  <a:pt x="1148594" y="257122"/>
                  <a:pt x="1148594" y="574297"/>
                </a:cubicBezTo>
                <a:cubicBezTo>
                  <a:pt x="1148594" y="891472"/>
                  <a:pt x="891472" y="1148594"/>
                  <a:pt x="574297" y="1148594"/>
                </a:cubicBezTo>
                <a:cubicBezTo>
                  <a:pt x="257122" y="1148594"/>
                  <a:pt x="0" y="891472"/>
                  <a:pt x="0" y="574297"/>
                </a:cubicBezTo>
                <a:cubicBezTo>
                  <a:pt x="0" y="257122"/>
                  <a:pt x="257122" y="0"/>
                  <a:pt x="57429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BB4B474-A51B-B14A-41F5-6A2DCEE55635}"/>
              </a:ext>
            </a:extLst>
          </p:cNvPr>
          <p:cNvGrpSpPr/>
          <p:nvPr/>
        </p:nvGrpSpPr>
        <p:grpSpPr>
          <a:xfrm rot="20298571">
            <a:off x="14671580" y="4337857"/>
            <a:ext cx="3576003" cy="3575997"/>
            <a:chOff x="497257" y="2248047"/>
            <a:chExt cx="2511214" cy="2511210"/>
          </a:xfrm>
        </p:grpSpPr>
        <p:sp>
          <p:nvSpPr>
            <p:cNvPr id="93" name="AutoShape 10">
              <a:extLst>
                <a:ext uri="{FF2B5EF4-FFF2-40B4-BE49-F238E27FC236}">
                  <a16:creationId xmlns:a16="http://schemas.microsoft.com/office/drawing/2014/main" id="{D3565F33-B7E8-5B0F-657D-09D652B16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57" y="2248047"/>
              <a:ext cx="2511214" cy="25112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9763" y="0"/>
                    <a:pt x="8922" y="842"/>
                    <a:pt x="8922" y="1879"/>
                  </a:cubicBezTo>
                  <a:lnTo>
                    <a:pt x="8922" y="2999"/>
                  </a:lnTo>
                  <a:cubicBezTo>
                    <a:pt x="8117" y="3192"/>
                    <a:pt x="7338" y="3511"/>
                    <a:pt x="6613" y="3956"/>
                  </a:cubicBezTo>
                  <a:lnTo>
                    <a:pt x="5820" y="3163"/>
                  </a:lnTo>
                  <a:cubicBezTo>
                    <a:pt x="5453" y="2796"/>
                    <a:pt x="4973" y="2613"/>
                    <a:pt x="4492" y="2613"/>
                  </a:cubicBezTo>
                  <a:cubicBezTo>
                    <a:pt x="4011" y="2613"/>
                    <a:pt x="3530" y="2796"/>
                    <a:pt x="3163" y="3163"/>
                  </a:cubicBezTo>
                  <a:cubicBezTo>
                    <a:pt x="2430" y="3897"/>
                    <a:pt x="2430" y="5087"/>
                    <a:pt x="3163" y="5820"/>
                  </a:cubicBezTo>
                  <a:lnTo>
                    <a:pt x="3956" y="6613"/>
                  </a:lnTo>
                  <a:cubicBezTo>
                    <a:pt x="3512" y="7338"/>
                    <a:pt x="3192" y="8117"/>
                    <a:pt x="2999" y="8922"/>
                  </a:cubicBezTo>
                  <a:lnTo>
                    <a:pt x="1879" y="8922"/>
                  </a:lnTo>
                  <a:cubicBezTo>
                    <a:pt x="842" y="8922"/>
                    <a:pt x="0" y="9763"/>
                    <a:pt x="0" y="10800"/>
                  </a:cubicBezTo>
                  <a:cubicBezTo>
                    <a:pt x="0" y="11837"/>
                    <a:pt x="842" y="12678"/>
                    <a:pt x="1879" y="12678"/>
                  </a:cubicBezTo>
                  <a:lnTo>
                    <a:pt x="2999" y="12678"/>
                  </a:lnTo>
                  <a:cubicBezTo>
                    <a:pt x="3192" y="13483"/>
                    <a:pt x="3512" y="14262"/>
                    <a:pt x="3956" y="14987"/>
                  </a:cubicBezTo>
                  <a:lnTo>
                    <a:pt x="3163" y="15780"/>
                  </a:lnTo>
                  <a:cubicBezTo>
                    <a:pt x="2430" y="16513"/>
                    <a:pt x="2430" y="17703"/>
                    <a:pt x="3163" y="18437"/>
                  </a:cubicBezTo>
                  <a:cubicBezTo>
                    <a:pt x="3897" y="19170"/>
                    <a:pt x="5087" y="19170"/>
                    <a:pt x="5820" y="18437"/>
                  </a:cubicBezTo>
                  <a:lnTo>
                    <a:pt x="6613" y="17644"/>
                  </a:lnTo>
                  <a:cubicBezTo>
                    <a:pt x="7338" y="18088"/>
                    <a:pt x="8117" y="18408"/>
                    <a:pt x="8922" y="18601"/>
                  </a:cubicBezTo>
                  <a:lnTo>
                    <a:pt x="8922" y="19721"/>
                  </a:lnTo>
                  <a:cubicBezTo>
                    <a:pt x="8922" y="20758"/>
                    <a:pt x="9763" y="21600"/>
                    <a:pt x="10800" y="21600"/>
                  </a:cubicBezTo>
                  <a:cubicBezTo>
                    <a:pt x="11837" y="21600"/>
                    <a:pt x="12678" y="20758"/>
                    <a:pt x="12678" y="19721"/>
                  </a:cubicBezTo>
                  <a:lnTo>
                    <a:pt x="12678" y="18601"/>
                  </a:lnTo>
                  <a:cubicBezTo>
                    <a:pt x="13483" y="18408"/>
                    <a:pt x="14262" y="18088"/>
                    <a:pt x="14987" y="17644"/>
                  </a:cubicBezTo>
                  <a:lnTo>
                    <a:pt x="15780" y="18437"/>
                  </a:lnTo>
                  <a:cubicBezTo>
                    <a:pt x="16513" y="19170"/>
                    <a:pt x="17703" y="19170"/>
                    <a:pt x="18437" y="18437"/>
                  </a:cubicBezTo>
                  <a:cubicBezTo>
                    <a:pt x="19170" y="17703"/>
                    <a:pt x="19170" y="16513"/>
                    <a:pt x="18437" y="15780"/>
                  </a:cubicBezTo>
                  <a:lnTo>
                    <a:pt x="17644" y="14987"/>
                  </a:lnTo>
                  <a:cubicBezTo>
                    <a:pt x="18088" y="14262"/>
                    <a:pt x="18408" y="13483"/>
                    <a:pt x="18601" y="12678"/>
                  </a:cubicBezTo>
                  <a:lnTo>
                    <a:pt x="19721" y="12678"/>
                  </a:lnTo>
                  <a:cubicBezTo>
                    <a:pt x="20758" y="12678"/>
                    <a:pt x="21600" y="11837"/>
                    <a:pt x="21600" y="10800"/>
                  </a:cubicBezTo>
                  <a:cubicBezTo>
                    <a:pt x="21600" y="9763"/>
                    <a:pt x="20758" y="8922"/>
                    <a:pt x="19721" y="8922"/>
                  </a:cubicBezTo>
                  <a:lnTo>
                    <a:pt x="18601" y="8922"/>
                  </a:lnTo>
                  <a:cubicBezTo>
                    <a:pt x="18408" y="8117"/>
                    <a:pt x="18088" y="7338"/>
                    <a:pt x="17644" y="6613"/>
                  </a:cubicBezTo>
                  <a:lnTo>
                    <a:pt x="18437" y="5820"/>
                  </a:lnTo>
                  <a:cubicBezTo>
                    <a:pt x="19170" y="5087"/>
                    <a:pt x="19170" y="3897"/>
                    <a:pt x="18437" y="3163"/>
                  </a:cubicBezTo>
                  <a:cubicBezTo>
                    <a:pt x="18070" y="2796"/>
                    <a:pt x="17590" y="2613"/>
                    <a:pt x="17109" y="2613"/>
                  </a:cubicBezTo>
                  <a:cubicBezTo>
                    <a:pt x="16628" y="2613"/>
                    <a:pt x="16147" y="2796"/>
                    <a:pt x="15780" y="3163"/>
                  </a:cubicBezTo>
                  <a:lnTo>
                    <a:pt x="14987" y="3956"/>
                  </a:lnTo>
                  <a:cubicBezTo>
                    <a:pt x="14262" y="3511"/>
                    <a:pt x="13483" y="3192"/>
                    <a:pt x="12678" y="2999"/>
                  </a:cubicBezTo>
                  <a:lnTo>
                    <a:pt x="12678" y="1879"/>
                  </a:lnTo>
                  <a:cubicBezTo>
                    <a:pt x="12678" y="842"/>
                    <a:pt x="11837" y="0"/>
                    <a:pt x="10800" y="0"/>
                  </a:cubicBezTo>
                  <a:close/>
                  <a:moveTo>
                    <a:pt x="10800" y="5398"/>
                  </a:moveTo>
                  <a:cubicBezTo>
                    <a:pt x="12183" y="5398"/>
                    <a:pt x="13565" y="5925"/>
                    <a:pt x="14620" y="6980"/>
                  </a:cubicBezTo>
                  <a:cubicBezTo>
                    <a:pt x="16729" y="9090"/>
                    <a:pt x="16729" y="12510"/>
                    <a:pt x="14620" y="14620"/>
                  </a:cubicBezTo>
                  <a:cubicBezTo>
                    <a:pt x="12510" y="16729"/>
                    <a:pt x="9090" y="16729"/>
                    <a:pt x="6980" y="14620"/>
                  </a:cubicBezTo>
                  <a:cubicBezTo>
                    <a:pt x="4871" y="12510"/>
                    <a:pt x="4871" y="9090"/>
                    <a:pt x="6980" y="6980"/>
                  </a:cubicBezTo>
                  <a:cubicBezTo>
                    <a:pt x="8035" y="5925"/>
                    <a:pt x="9417" y="5398"/>
                    <a:pt x="10800" y="53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94" name="Freeform 526">
              <a:extLst>
                <a:ext uri="{FF2B5EF4-FFF2-40B4-BE49-F238E27FC236}">
                  <a16:creationId xmlns:a16="http://schemas.microsoft.com/office/drawing/2014/main" id="{E9824885-EA81-3AAE-907F-28C7BF85FD39}"/>
                </a:ext>
              </a:extLst>
            </p:cNvPr>
            <p:cNvSpPr/>
            <p:nvPr/>
          </p:nvSpPr>
          <p:spPr>
            <a:xfrm>
              <a:off x="1607914" y="439653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95" name="Freeform 527">
              <a:extLst>
                <a:ext uri="{FF2B5EF4-FFF2-40B4-BE49-F238E27FC236}">
                  <a16:creationId xmlns:a16="http://schemas.microsoft.com/office/drawing/2014/main" id="{9499F4D4-FCBA-300F-66D2-C1C1E70EBD8B}"/>
                </a:ext>
              </a:extLst>
            </p:cNvPr>
            <p:cNvSpPr/>
            <p:nvPr/>
          </p:nvSpPr>
          <p:spPr>
            <a:xfrm>
              <a:off x="2345213" y="408645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96" name="Freeform 528">
              <a:extLst>
                <a:ext uri="{FF2B5EF4-FFF2-40B4-BE49-F238E27FC236}">
                  <a16:creationId xmlns:a16="http://schemas.microsoft.com/office/drawing/2014/main" id="{EB36A479-335A-4023-3AE7-76E52A2FDCF5}"/>
                </a:ext>
              </a:extLst>
            </p:cNvPr>
            <p:cNvSpPr/>
            <p:nvPr/>
          </p:nvSpPr>
          <p:spPr>
            <a:xfrm>
              <a:off x="264875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97" name="Freeform 529">
              <a:extLst>
                <a:ext uri="{FF2B5EF4-FFF2-40B4-BE49-F238E27FC236}">
                  <a16:creationId xmlns:a16="http://schemas.microsoft.com/office/drawing/2014/main" id="{96345002-CFFA-CF54-CA7F-BB1886EC3E2F}"/>
                </a:ext>
              </a:extLst>
            </p:cNvPr>
            <p:cNvSpPr/>
            <p:nvPr/>
          </p:nvSpPr>
          <p:spPr>
            <a:xfrm>
              <a:off x="57007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98" name="Freeform 530">
              <a:extLst>
                <a:ext uri="{FF2B5EF4-FFF2-40B4-BE49-F238E27FC236}">
                  <a16:creationId xmlns:a16="http://schemas.microsoft.com/office/drawing/2014/main" id="{F2762E6F-236A-4B83-C46E-AC13096D50E8}"/>
                </a:ext>
              </a:extLst>
            </p:cNvPr>
            <p:cNvSpPr/>
            <p:nvPr/>
          </p:nvSpPr>
          <p:spPr>
            <a:xfrm>
              <a:off x="1607914" y="2321523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99" name="Freeform 531">
              <a:extLst>
                <a:ext uri="{FF2B5EF4-FFF2-40B4-BE49-F238E27FC236}">
                  <a16:creationId xmlns:a16="http://schemas.microsoft.com/office/drawing/2014/main" id="{31AB74A8-62BA-AC4A-AEFB-7FD17F220838}"/>
                </a:ext>
              </a:extLst>
            </p:cNvPr>
            <p:cNvSpPr/>
            <p:nvPr/>
          </p:nvSpPr>
          <p:spPr>
            <a:xfrm>
              <a:off x="2336394" y="261947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00" name="Oval 20">
              <a:extLst>
                <a:ext uri="{FF2B5EF4-FFF2-40B4-BE49-F238E27FC236}">
                  <a16:creationId xmlns:a16="http://schemas.microsoft.com/office/drawing/2014/main" id="{0F80590D-EAD3-4D2F-C762-85312023509D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6" y="236570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1" name="Oval 21">
              <a:extLst>
                <a:ext uri="{FF2B5EF4-FFF2-40B4-BE49-F238E27FC236}">
                  <a16:creationId xmlns:a16="http://schemas.microsoft.com/office/drawing/2014/main" id="{0672EA79-A907-9FFC-7398-08B6DC0C41E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0480" y="2662320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2" name="Oval 22">
              <a:extLst>
                <a:ext uri="{FF2B5EF4-FFF2-40B4-BE49-F238E27FC236}">
                  <a16:creationId xmlns:a16="http://schemas.microsoft.com/office/drawing/2014/main" id="{ACA1DB68-8C15-865E-C2D9-6C8FB6401280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691603" y="340021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3" name="Oval 23">
              <a:extLst>
                <a:ext uri="{FF2B5EF4-FFF2-40B4-BE49-F238E27FC236}">
                  <a16:creationId xmlns:a16="http://schemas.microsoft.com/office/drawing/2014/main" id="{162AE8CF-EAE9-8C4E-900E-FBACAD966247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7939" y="4129301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4" name="Oval 24">
              <a:extLst>
                <a:ext uri="{FF2B5EF4-FFF2-40B4-BE49-F238E27FC236}">
                  <a16:creationId xmlns:a16="http://schemas.microsoft.com/office/drawing/2014/main" id="{B3F14720-B484-87E1-E3D7-FAA71962E6B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611590" y="3400214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5" name="Freeform 537">
              <a:extLst>
                <a:ext uri="{FF2B5EF4-FFF2-40B4-BE49-F238E27FC236}">
                  <a16:creationId xmlns:a16="http://schemas.microsoft.com/office/drawing/2014/main" id="{751ACDB7-EEBF-F547-C196-8415EF62FBA6}"/>
                </a:ext>
              </a:extLst>
            </p:cNvPr>
            <p:cNvSpPr/>
            <p:nvPr/>
          </p:nvSpPr>
          <p:spPr>
            <a:xfrm>
              <a:off x="874052" y="409256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06" name="Oval 25">
              <a:extLst>
                <a:ext uri="{FF2B5EF4-FFF2-40B4-BE49-F238E27FC236}">
                  <a16:creationId xmlns:a16="http://schemas.microsoft.com/office/drawing/2014/main" id="{E3C77540-9418-F2A5-7365-844801A80137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5" y="413407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7" name="Oval 26">
              <a:extLst>
                <a:ext uri="{FF2B5EF4-FFF2-40B4-BE49-F238E27FC236}">
                  <a16:creationId xmlns:a16="http://schemas.microsoft.com/office/drawing/2014/main" id="{A43C45A2-3351-105C-8045-88EF161C1932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7" y="4438047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08" name="Freeform 540">
              <a:extLst>
                <a:ext uri="{FF2B5EF4-FFF2-40B4-BE49-F238E27FC236}">
                  <a16:creationId xmlns:a16="http://schemas.microsoft.com/office/drawing/2014/main" id="{A325291D-0710-2196-0A6F-7D85FB4E2FB6}"/>
                </a:ext>
              </a:extLst>
            </p:cNvPr>
            <p:cNvSpPr/>
            <p:nvPr/>
          </p:nvSpPr>
          <p:spPr>
            <a:xfrm>
              <a:off x="874052" y="261409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09" name="Oval 19">
              <a:extLst>
                <a:ext uri="{FF2B5EF4-FFF2-40B4-BE49-F238E27FC236}">
                  <a16:creationId xmlns:a16="http://schemas.microsoft.com/office/drawing/2014/main" id="{D763D690-AF82-C6E6-AD76-3DDBF13C402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4" y="265560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</p:grpSp>
      <p:sp>
        <p:nvSpPr>
          <p:cNvPr id="91" name="Freeform 128">
            <a:extLst>
              <a:ext uri="{FF2B5EF4-FFF2-40B4-BE49-F238E27FC236}">
                <a16:creationId xmlns:a16="http://schemas.microsoft.com/office/drawing/2014/main" id="{04897055-B229-8332-07CF-0C2F5ABFF8B0}"/>
              </a:ext>
            </a:extLst>
          </p:cNvPr>
          <p:cNvSpPr/>
          <p:nvPr/>
        </p:nvSpPr>
        <p:spPr>
          <a:xfrm>
            <a:off x="15651660" y="5329347"/>
            <a:ext cx="1607395" cy="1607395"/>
          </a:xfrm>
          <a:custGeom>
            <a:avLst/>
            <a:gdLst>
              <a:gd name="connsiteX0" fmla="*/ 574297 w 1148594"/>
              <a:gd name="connsiteY0" fmla="*/ 0 h 1148594"/>
              <a:gd name="connsiteX1" fmla="*/ 1148594 w 1148594"/>
              <a:gd name="connsiteY1" fmla="*/ 574297 h 1148594"/>
              <a:gd name="connsiteX2" fmla="*/ 574297 w 1148594"/>
              <a:gd name="connsiteY2" fmla="*/ 1148594 h 1148594"/>
              <a:gd name="connsiteX3" fmla="*/ 0 w 1148594"/>
              <a:gd name="connsiteY3" fmla="*/ 574297 h 1148594"/>
              <a:gd name="connsiteX4" fmla="*/ 574297 w 1148594"/>
              <a:gd name="connsiteY4" fmla="*/ 0 h 114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594" h="1148594">
                <a:moveTo>
                  <a:pt x="574297" y="0"/>
                </a:moveTo>
                <a:cubicBezTo>
                  <a:pt x="891472" y="0"/>
                  <a:pt x="1148594" y="257122"/>
                  <a:pt x="1148594" y="574297"/>
                </a:cubicBezTo>
                <a:cubicBezTo>
                  <a:pt x="1148594" y="891472"/>
                  <a:pt x="891472" y="1148594"/>
                  <a:pt x="574297" y="1148594"/>
                </a:cubicBezTo>
                <a:cubicBezTo>
                  <a:pt x="257122" y="1148594"/>
                  <a:pt x="0" y="891472"/>
                  <a:pt x="0" y="574297"/>
                </a:cubicBezTo>
                <a:cubicBezTo>
                  <a:pt x="0" y="257122"/>
                  <a:pt x="257122" y="0"/>
                  <a:pt x="57429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908C327-8A42-F626-DD56-E2D56BB9A09D}"/>
              </a:ext>
            </a:extLst>
          </p:cNvPr>
          <p:cNvGrpSpPr/>
          <p:nvPr/>
        </p:nvGrpSpPr>
        <p:grpSpPr>
          <a:xfrm rot="444231">
            <a:off x="17626932" y="8224998"/>
            <a:ext cx="3576003" cy="3575997"/>
            <a:chOff x="497257" y="2248047"/>
            <a:chExt cx="2511214" cy="2511210"/>
          </a:xfrm>
        </p:grpSpPr>
        <p:sp>
          <p:nvSpPr>
            <p:cNvPr id="114" name="AutoShape 10">
              <a:extLst>
                <a:ext uri="{FF2B5EF4-FFF2-40B4-BE49-F238E27FC236}">
                  <a16:creationId xmlns:a16="http://schemas.microsoft.com/office/drawing/2014/main" id="{F9E4C816-636E-1CF2-8D0C-A24C926EA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57" y="2248047"/>
              <a:ext cx="2511214" cy="25112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9763" y="0"/>
                    <a:pt x="8922" y="842"/>
                    <a:pt x="8922" y="1879"/>
                  </a:cubicBezTo>
                  <a:lnTo>
                    <a:pt x="8922" y="2999"/>
                  </a:lnTo>
                  <a:cubicBezTo>
                    <a:pt x="8117" y="3192"/>
                    <a:pt x="7338" y="3511"/>
                    <a:pt x="6613" y="3956"/>
                  </a:cubicBezTo>
                  <a:lnTo>
                    <a:pt x="5820" y="3163"/>
                  </a:lnTo>
                  <a:cubicBezTo>
                    <a:pt x="5453" y="2796"/>
                    <a:pt x="4973" y="2613"/>
                    <a:pt x="4492" y="2613"/>
                  </a:cubicBezTo>
                  <a:cubicBezTo>
                    <a:pt x="4011" y="2613"/>
                    <a:pt x="3530" y="2796"/>
                    <a:pt x="3163" y="3163"/>
                  </a:cubicBezTo>
                  <a:cubicBezTo>
                    <a:pt x="2430" y="3897"/>
                    <a:pt x="2430" y="5087"/>
                    <a:pt x="3163" y="5820"/>
                  </a:cubicBezTo>
                  <a:lnTo>
                    <a:pt x="3956" y="6613"/>
                  </a:lnTo>
                  <a:cubicBezTo>
                    <a:pt x="3512" y="7338"/>
                    <a:pt x="3192" y="8117"/>
                    <a:pt x="2999" y="8922"/>
                  </a:cubicBezTo>
                  <a:lnTo>
                    <a:pt x="1879" y="8922"/>
                  </a:lnTo>
                  <a:cubicBezTo>
                    <a:pt x="842" y="8922"/>
                    <a:pt x="0" y="9763"/>
                    <a:pt x="0" y="10800"/>
                  </a:cubicBezTo>
                  <a:cubicBezTo>
                    <a:pt x="0" y="11837"/>
                    <a:pt x="842" y="12678"/>
                    <a:pt x="1879" y="12678"/>
                  </a:cubicBezTo>
                  <a:lnTo>
                    <a:pt x="2999" y="12678"/>
                  </a:lnTo>
                  <a:cubicBezTo>
                    <a:pt x="3192" y="13483"/>
                    <a:pt x="3512" y="14262"/>
                    <a:pt x="3956" y="14987"/>
                  </a:cubicBezTo>
                  <a:lnTo>
                    <a:pt x="3163" y="15780"/>
                  </a:lnTo>
                  <a:cubicBezTo>
                    <a:pt x="2430" y="16513"/>
                    <a:pt x="2430" y="17703"/>
                    <a:pt x="3163" y="18437"/>
                  </a:cubicBezTo>
                  <a:cubicBezTo>
                    <a:pt x="3897" y="19170"/>
                    <a:pt x="5087" y="19170"/>
                    <a:pt x="5820" y="18437"/>
                  </a:cubicBezTo>
                  <a:lnTo>
                    <a:pt x="6613" y="17644"/>
                  </a:lnTo>
                  <a:cubicBezTo>
                    <a:pt x="7338" y="18088"/>
                    <a:pt x="8117" y="18408"/>
                    <a:pt x="8922" y="18601"/>
                  </a:cubicBezTo>
                  <a:lnTo>
                    <a:pt x="8922" y="19721"/>
                  </a:lnTo>
                  <a:cubicBezTo>
                    <a:pt x="8922" y="20758"/>
                    <a:pt x="9763" y="21600"/>
                    <a:pt x="10800" y="21600"/>
                  </a:cubicBezTo>
                  <a:cubicBezTo>
                    <a:pt x="11837" y="21600"/>
                    <a:pt x="12678" y="20758"/>
                    <a:pt x="12678" y="19721"/>
                  </a:cubicBezTo>
                  <a:lnTo>
                    <a:pt x="12678" y="18601"/>
                  </a:lnTo>
                  <a:cubicBezTo>
                    <a:pt x="13483" y="18408"/>
                    <a:pt x="14262" y="18088"/>
                    <a:pt x="14987" y="17644"/>
                  </a:cubicBezTo>
                  <a:lnTo>
                    <a:pt x="15780" y="18437"/>
                  </a:lnTo>
                  <a:cubicBezTo>
                    <a:pt x="16513" y="19170"/>
                    <a:pt x="17703" y="19170"/>
                    <a:pt x="18437" y="18437"/>
                  </a:cubicBezTo>
                  <a:cubicBezTo>
                    <a:pt x="19170" y="17703"/>
                    <a:pt x="19170" y="16513"/>
                    <a:pt x="18437" y="15780"/>
                  </a:cubicBezTo>
                  <a:lnTo>
                    <a:pt x="17644" y="14987"/>
                  </a:lnTo>
                  <a:cubicBezTo>
                    <a:pt x="18088" y="14262"/>
                    <a:pt x="18408" y="13483"/>
                    <a:pt x="18601" y="12678"/>
                  </a:cubicBezTo>
                  <a:lnTo>
                    <a:pt x="19721" y="12678"/>
                  </a:lnTo>
                  <a:cubicBezTo>
                    <a:pt x="20758" y="12678"/>
                    <a:pt x="21600" y="11837"/>
                    <a:pt x="21600" y="10800"/>
                  </a:cubicBezTo>
                  <a:cubicBezTo>
                    <a:pt x="21600" y="9763"/>
                    <a:pt x="20758" y="8922"/>
                    <a:pt x="19721" y="8922"/>
                  </a:cubicBezTo>
                  <a:lnTo>
                    <a:pt x="18601" y="8922"/>
                  </a:lnTo>
                  <a:cubicBezTo>
                    <a:pt x="18408" y="8117"/>
                    <a:pt x="18088" y="7338"/>
                    <a:pt x="17644" y="6613"/>
                  </a:cubicBezTo>
                  <a:lnTo>
                    <a:pt x="18437" y="5820"/>
                  </a:lnTo>
                  <a:cubicBezTo>
                    <a:pt x="19170" y="5087"/>
                    <a:pt x="19170" y="3897"/>
                    <a:pt x="18437" y="3163"/>
                  </a:cubicBezTo>
                  <a:cubicBezTo>
                    <a:pt x="18070" y="2796"/>
                    <a:pt x="17590" y="2613"/>
                    <a:pt x="17109" y="2613"/>
                  </a:cubicBezTo>
                  <a:cubicBezTo>
                    <a:pt x="16628" y="2613"/>
                    <a:pt x="16147" y="2796"/>
                    <a:pt x="15780" y="3163"/>
                  </a:cubicBezTo>
                  <a:lnTo>
                    <a:pt x="14987" y="3956"/>
                  </a:lnTo>
                  <a:cubicBezTo>
                    <a:pt x="14262" y="3511"/>
                    <a:pt x="13483" y="3192"/>
                    <a:pt x="12678" y="2999"/>
                  </a:cubicBezTo>
                  <a:lnTo>
                    <a:pt x="12678" y="1879"/>
                  </a:lnTo>
                  <a:cubicBezTo>
                    <a:pt x="12678" y="842"/>
                    <a:pt x="11837" y="0"/>
                    <a:pt x="10800" y="0"/>
                  </a:cubicBezTo>
                  <a:close/>
                  <a:moveTo>
                    <a:pt x="10800" y="5398"/>
                  </a:moveTo>
                  <a:cubicBezTo>
                    <a:pt x="12183" y="5398"/>
                    <a:pt x="13565" y="5925"/>
                    <a:pt x="14620" y="6980"/>
                  </a:cubicBezTo>
                  <a:cubicBezTo>
                    <a:pt x="16729" y="9090"/>
                    <a:pt x="16729" y="12510"/>
                    <a:pt x="14620" y="14620"/>
                  </a:cubicBezTo>
                  <a:cubicBezTo>
                    <a:pt x="12510" y="16729"/>
                    <a:pt x="9090" y="16729"/>
                    <a:pt x="6980" y="14620"/>
                  </a:cubicBezTo>
                  <a:cubicBezTo>
                    <a:pt x="4871" y="12510"/>
                    <a:pt x="4871" y="9090"/>
                    <a:pt x="6980" y="6980"/>
                  </a:cubicBezTo>
                  <a:cubicBezTo>
                    <a:pt x="8035" y="5925"/>
                    <a:pt x="9417" y="5398"/>
                    <a:pt x="10800" y="5398"/>
                  </a:cubicBezTo>
                  <a:close/>
                </a:path>
              </a:pathLst>
            </a:custGeom>
            <a:solidFill>
              <a:schemeClr val="accent6"/>
            </a:solidFill>
            <a:ln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15" name="Freeform 490">
              <a:extLst>
                <a:ext uri="{FF2B5EF4-FFF2-40B4-BE49-F238E27FC236}">
                  <a16:creationId xmlns:a16="http://schemas.microsoft.com/office/drawing/2014/main" id="{B227C179-1561-F006-3556-4FAC4E25BD62}"/>
                </a:ext>
              </a:extLst>
            </p:cNvPr>
            <p:cNvSpPr/>
            <p:nvPr/>
          </p:nvSpPr>
          <p:spPr>
            <a:xfrm>
              <a:off x="1607914" y="439653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16" name="Freeform 491">
              <a:extLst>
                <a:ext uri="{FF2B5EF4-FFF2-40B4-BE49-F238E27FC236}">
                  <a16:creationId xmlns:a16="http://schemas.microsoft.com/office/drawing/2014/main" id="{4873B1D6-23DB-166F-DC2A-919AE81C44A3}"/>
                </a:ext>
              </a:extLst>
            </p:cNvPr>
            <p:cNvSpPr/>
            <p:nvPr/>
          </p:nvSpPr>
          <p:spPr>
            <a:xfrm>
              <a:off x="2345213" y="408645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17" name="Freeform 492">
              <a:extLst>
                <a:ext uri="{FF2B5EF4-FFF2-40B4-BE49-F238E27FC236}">
                  <a16:creationId xmlns:a16="http://schemas.microsoft.com/office/drawing/2014/main" id="{7BF2A625-B826-54E3-ECF1-6C0BA744E5C2}"/>
                </a:ext>
              </a:extLst>
            </p:cNvPr>
            <p:cNvSpPr/>
            <p:nvPr/>
          </p:nvSpPr>
          <p:spPr>
            <a:xfrm>
              <a:off x="264875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18" name="Freeform 493">
              <a:extLst>
                <a:ext uri="{FF2B5EF4-FFF2-40B4-BE49-F238E27FC236}">
                  <a16:creationId xmlns:a16="http://schemas.microsoft.com/office/drawing/2014/main" id="{17A63D0F-2A48-83B8-AEE0-71ED7D39C6B3}"/>
                </a:ext>
              </a:extLst>
            </p:cNvPr>
            <p:cNvSpPr/>
            <p:nvPr/>
          </p:nvSpPr>
          <p:spPr>
            <a:xfrm>
              <a:off x="570078" y="3357367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19" name="Freeform 494">
              <a:extLst>
                <a:ext uri="{FF2B5EF4-FFF2-40B4-BE49-F238E27FC236}">
                  <a16:creationId xmlns:a16="http://schemas.microsoft.com/office/drawing/2014/main" id="{5926DAF7-26E4-D568-2215-3C00AD39DF77}"/>
                </a:ext>
              </a:extLst>
            </p:cNvPr>
            <p:cNvSpPr/>
            <p:nvPr/>
          </p:nvSpPr>
          <p:spPr>
            <a:xfrm>
              <a:off x="1607914" y="2321523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20" name="Freeform 495">
              <a:extLst>
                <a:ext uri="{FF2B5EF4-FFF2-40B4-BE49-F238E27FC236}">
                  <a16:creationId xmlns:a16="http://schemas.microsoft.com/office/drawing/2014/main" id="{7712065E-2A24-03D8-F483-F08BD44EBC36}"/>
                </a:ext>
              </a:extLst>
            </p:cNvPr>
            <p:cNvSpPr/>
            <p:nvPr/>
          </p:nvSpPr>
          <p:spPr>
            <a:xfrm>
              <a:off x="2336394" y="2619475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21" name="Oval 20">
              <a:extLst>
                <a:ext uri="{FF2B5EF4-FFF2-40B4-BE49-F238E27FC236}">
                  <a16:creationId xmlns:a16="http://schemas.microsoft.com/office/drawing/2014/main" id="{EED16658-69F3-50BE-9053-83D13767302F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6" y="236570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2" name="Oval 21">
              <a:extLst>
                <a:ext uri="{FF2B5EF4-FFF2-40B4-BE49-F238E27FC236}">
                  <a16:creationId xmlns:a16="http://schemas.microsoft.com/office/drawing/2014/main" id="{C0870661-BD11-FCEB-7EA5-A5816A662ABA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0480" y="2662320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3" name="Oval 22">
              <a:extLst>
                <a:ext uri="{FF2B5EF4-FFF2-40B4-BE49-F238E27FC236}">
                  <a16:creationId xmlns:a16="http://schemas.microsoft.com/office/drawing/2014/main" id="{745878EB-25DC-0BF9-E437-20E0FB4A76A5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691603" y="340021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4" name="Oval 23">
              <a:extLst>
                <a:ext uri="{FF2B5EF4-FFF2-40B4-BE49-F238E27FC236}">
                  <a16:creationId xmlns:a16="http://schemas.microsoft.com/office/drawing/2014/main" id="{35D76273-C797-C4A7-FA6F-CB32A15C09FB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2387939" y="4129301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5" name="Oval 24">
              <a:extLst>
                <a:ext uri="{FF2B5EF4-FFF2-40B4-BE49-F238E27FC236}">
                  <a16:creationId xmlns:a16="http://schemas.microsoft.com/office/drawing/2014/main" id="{59DB36D3-9A68-35AC-7FF8-8A8CF85855D3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611590" y="3400214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6" name="Freeform 501">
              <a:extLst>
                <a:ext uri="{FF2B5EF4-FFF2-40B4-BE49-F238E27FC236}">
                  <a16:creationId xmlns:a16="http://schemas.microsoft.com/office/drawing/2014/main" id="{F74DA46E-0816-6CBE-D38A-4A5706204D98}"/>
                </a:ext>
              </a:extLst>
            </p:cNvPr>
            <p:cNvSpPr/>
            <p:nvPr/>
          </p:nvSpPr>
          <p:spPr>
            <a:xfrm>
              <a:off x="874052" y="409256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27" name="Oval 25">
              <a:extLst>
                <a:ext uri="{FF2B5EF4-FFF2-40B4-BE49-F238E27FC236}">
                  <a16:creationId xmlns:a16="http://schemas.microsoft.com/office/drawing/2014/main" id="{38617DE8-F6CF-3320-5E65-988B9D0A5678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5" y="4134073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8" name="Oval 26">
              <a:extLst>
                <a:ext uri="{FF2B5EF4-FFF2-40B4-BE49-F238E27FC236}">
                  <a16:creationId xmlns:a16="http://schemas.microsoft.com/office/drawing/2014/main" id="{E8A6AAD4-DE50-8599-266D-B0E196616FF1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1649427" y="4438047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  <p:sp>
          <p:nvSpPr>
            <p:cNvPr id="129" name="Freeform 504">
              <a:extLst>
                <a:ext uri="{FF2B5EF4-FFF2-40B4-BE49-F238E27FC236}">
                  <a16:creationId xmlns:a16="http://schemas.microsoft.com/office/drawing/2014/main" id="{7D30170E-78C5-CC15-549A-AE02088B0F78}"/>
                </a:ext>
              </a:extLst>
            </p:cNvPr>
            <p:cNvSpPr/>
            <p:nvPr/>
          </p:nvSpPr>
          <p:spPr>
            <a:xfrm>
              <a:off x="874052" y="2614091"/>
              <a:ext cx="289900" cy="289901"/>
            </a:xfrm>
            <a:custGeom>
              <a:avLst/>
              <a:gdLst>
                <a:gd name="connsiteX0" fmla="*/ 144950 w 289900"/>
                <a:gd name="connsiteY0" fmla="*/ 0 h 289901"/>
                <a:gd name="connsiteX1" fmla="*/ 247446 w 289900"/>
                <a:gd name="connsiteY1" fmla="*/ 42455 h 289901"/>
                <a:gd name="connsiteX2" fmla="*/ 247445 w 289900"/>
                <a:gd name="connsiteY2" fmla="*/ 247446 h 289901"/>
                <a:gd name="connsiteX3" fmla="*/ 42454 w 289900"/>
                <a:gd name="connsiteY3" fmla="*/ 247447 h 289901"/>
                <a:gd name="connsiteX4" fmla="*/ 42454 w 289900"/>
                <a:gd name="connsiteY4" fmla="*/ 42456 h 289901"/>
                <a:gd name="connsiteX5" fmla="*/ 144950 w 289900"/>
                <a:gd name="connsiteY5" fmla="*/ 0 h 28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900" h="289901">
                  <a:moveTo>
                    <a:pt x="144950" y="0"/>
                  </a:moveTo>
                  <a:cubicBezTo>
                    <a:pt x="182046" y="0"/>
                    <a:pt x="219142" y="14152"/>
                    <a:pt x="247446" y="42455"/>
                  </a:cubicBezTo>
                  <a:cubicBezTo>
                    <a:pt x="304052" y="99062"/>
                    <a:pt x="304052" y="190840"/>
                    <a:pt x="247445" y="247446"/>
                  </a:cubicBezTo>
                  <a:cubicBezTo>
                    <a:pt x="190838" y="304053"/>
                    <a:pt x="99061" y="304054"/>
                    <a:pt x="42454" y="247447"/>
                  </a:cubicBezTo>
                  <a:cubicBezTo>
                    <a:pt x="-14153" y="190840"/>
                    <a:pt x="-14152" y="99062"/>
                    <a:pt x="42454" y="42456"/>
                  </a:cubicBezTo>
                  <a:cubicBezTo>
                    <a:pt x="70758" y="14152"/>
                    <a:pt x="107854" y="0"/>
                    <a:pt x="14495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  <a:effectLst>
              <a:outerShdw blurRad="38100" dist="127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7067"/>
            </a:p>
          </p:txBody>
        </p:sp>
        <p:sp>
          <p:nvSpPr>
            <p:cNvPr id="130" name="Oval 19">
              <a:extLst>
                <a:ext uri="{FF2B5EF4-FFF2-40B4-BE49-F238E27FC236}">
                  <a16:creationId xmlns:a16="http://schemas.microsoft.com/office/drawing/2014/main" id="{7EA46E1B-7BAD-B88A-C7DD-718E92EFD306}"/>
                </a:ext>
              </a:extLst>
            </p:cNvPr>
            <p:cNvSpPr>
              <a:spLocks/>
            </p:cNvSpPr>
            <p:nvPr/>
          </p:nvSpPr>
          <p:spPr bwMode="auto">
            <a:xfrm rot="8100000">
              <a:off x="915564" y="2655602"/>
              <a:ext cx="206876" cy="206876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 cmpd="sng">
              <a:noFill/>
              <a:prstDash val="solid"/>
              <a:miter lim="400000"/>
              <a:headEnd type="none" w="med" len="med"/>
              <a:tailEnd type="none" w="med" len="med"/>
            </a:ln>
            <a:effectLst/>
          </p:spPr>
          <p:txBody>
            <a:bodyPr lIns="50251" tIns="50251" rIns="50251" bIns="50251" anchor="ctr"/>
            <a:lstStyle/>
            <a:p>
              <a:endParaRPr lang="ar-IQ" sz="3165" dirty="0">
                <a:solidFill>
                  <a:srgbClr val="FFFFFF"/>
                </a:solidFill>
                <a:latin typeface="+mj-lt"/>
                <a:ea typeface="Helvetica Light" charset="0"/>
                <a:cs typeface="Helvetica Light" charset="0"/>
                <a:sym typeface="Helvetica Light" charset="0"/>
              </a:endParaRPr>
            </a:p>
          </p:txBody>
        </p:sp>
      </p:grpSp>
      <p:sp>
        <p:nvSpPr>
          <p:cNvPr id="112" name="Freeform 125">
            <a:extLst>
              <a:ext uri="{FF2B5EF4-FFF2-40B4-BE49-F238E27FC236}">
                <a16:creationId xmlns:a16="http://schemas.microsoft.com/office/drawing/2014/main" id="{7993A285-3F19-CE92-5E5E-B33C67ED22CF}"/>
              </a:ext>
            </a:extLst>
          </p:cNvPr>
          <p:cNvSpPr/>
          <p:nvPr/>
        </p:nvSpPr>
        <p:spPr>
          <a:xfrm>
            <a:off x="18602703" y="9214863"/>
            <a:ext cx="1607395" cy="1607395"/>
          </a:xfrm>
          <a:custGeom>
            <a:avLst/>
            <a:gdLst>
              <a:gd name="connsiteX0" fmla="*/ 574297 w 1148594"/>
              <a:gd name="connsiteY0" fmla="*/ 0 h 1148594"/>
              <a:gd name="connsiteX1" fmla="*/ 1148594 w 1148594"/>
              <a:gd name="connsiteY1" fmla="*/ 574297 h 1148594"/>
              <a:gd name="connsiteX2" fmla="*/ 574297 w 1148594"/>
              <a:gd name="connsiteY2" fmla="*/ 1148594 h 1148594"/>
              <a:gd name="connsiteX3" fmla="*/ 0 w 1148594"/>
              <a:gd name="connsiteY3" fmla="*/ 574297 h 1148594"/>
              <a:gd name="connsiteX4" fmla="*/ 574297 w 1148594"/>
              <a:gd name="connsiteY4" fmla="*/ 0 h 114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8594" h="1148594">
                <a:moveTo>
                  <a:pt x="574297" y="0"/>
                </a:moveTo>
                <a:cubicBezTo>
                  <a:pt x="891472" y="0"/>
                  <a:pt x="1148594" y="257122"/>
                  <a:pt x="1148594" y="574297"/>
                </a:cubicBezTo>
                <a:cubicBezTo>
                  <a:pt x="1148594" y="891472"/>
                  <a:pt x="891472" y="1148594"/>
                  <a:pt x="574297" y="1148594"/>
                </a:cubicBezTo>
                <a:cubicBezTo>
                  <a:pt x="257122" y="1148594"/>
                  <a:pt x="0" y="891472"/>
                  <a:pt x="0" y="574297"/>
                </a:cubicBezTo>
                <a:cubicBezTo>
                  <a:pt x="0" y="257122"/>
                  <a:pt x="257122" y="0"/>
                  <a:pt x="57429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38100" dist="127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grpSp>
        <p:nvGrpSpPr>
          <p:cNvPr id="155" name="成组">
            <a:extLst>
              <a:ext uri="{FF2B5EF4-FFF2-40B4-BE49-F238E27FC236}">
                <a16:creationId xmlns:a16="http://schemas.microsoft.com/office/drawing/2014/main" id="{27F34DD0-1B51-1263-3F2D-E2A31D09A9B9}"/>
              </a:ext>
            </a:extLst>
          </p:cNvPr>
          <p:cNvGrpSpPr/>
          <p:nvPr/>
        </p:nvGrpSpPr>
        <p:grpSpPr>
          <a:xfrm>
            <a:off x="10340764" y="5861201"/>
            <a:ext cx="574919" cy="574915"/>
            <a:chOff x="0" y="0"/>
            <a:chExt cx="457200" cy="457200"/>
          </a:xfrm>
        </p:grpSpPr>
        <p:sp>
          <p:nvSpPr>
            <p:cNvPr id="156" name="任意形状 363">
              <a:extLst>
                <a:ext uri="{FF2B5EF4-FFF2-40B4-BE49-F238E27FC236}">
                  <a16:creationId xmlns:a16="http://schemas.microsoft.com/office/drawing/2014/main" id="{61321F83-9F99-C23F-DC67-D0F674931EF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7" name="任意形状 364">
              <a:extLst>
                <a:ext uri="{FF2B5EF4-FFF2-40B4-BE49-F238E27FC236}">
                  <a16:creationId xmlns:a16="http://schemas.microsoft.com/office/drawing/2014/main" id="{875EC7CD-2EA1-2477-10BC-63AF81E487C6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8" name="成组">
            <a:extLst>
              <a:ext uri="{FF2B5EF4-FFF2-40B4-BE49-F238E27FC236}">
                <a16:creationId xmlns:a16="http://schemas.microsoft.com/office/drawing/2014/main" id="{2AFCA72C-92DF-9DFE-0772-C49E3A0B817B}"/>
              </a:ext>
            </a:extLst>
          </p:cNvPr>
          <p:cNvGrpSpPr/>
          <p:nvPr/>
        </p:nvGrpSpPr>
        <p:grpSpPr>
          <a:xfrm>
            <a:off x="16206916" y="5889322"/>
            <a:ext cx="574919" cy="574915"/>
            <a:chOff x="0" y="0"/>
            <a:chExt cx="457200" cy="457200"/>
          </a:xfrm>
        </p:grpSpPr>
        <p:sp>
          <p:nvSpPr>
            <p:cNvPr id="159" name="任意形状 375">
              <a:extLst>
                <a:ext uri="{FF2B5EF4-FFF2-40B4-BE49-F238E27FC236}">
                  <a16:creationId xmlns:a16="http://schemas.microsoft.com/office/drawing/2014/main" id="{E81E26A4-1C41-B87A-B6CE-9CAE79A8BE5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0" name="任意形状 376">
              <a:extLst>
                <a:ext uri="{FF2B5EF4-FFF2-40B4-BE49-F238E27FC236}">
                  <a16:creationId xmlns:a16="http://schemas.microsoft.com/office/drawing/2014/main" id="{1772E7A6-89D0-3639-69B3-EAB65B776FAD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1" name="成组">
            <a:extLst>
              <a:ext uri="{FF2B5EF4-FFF2-40B4-BE49-F238E27FC236}">
                <a16:creationId xmlns:a16="http://schemas.microsoft.com/office/drawing/2014/main" id="{73EECB85-84A4-BC46-6CCE-87407E7C566F}"/>
              </a:ext>
            </a:extLst>
          </p:cNvPr>
          <p:cNvGrpSpPr/>
          <p:nvPr/>
        </p:nvGrpSpPr>
        <p:grpSpPr>
          <a:xfrm>
            <a:off x="4536968" y="5837711"/>
            <a:ext cx="574919" cy="574915"/>
            <a:chOff x="0" y="0"/>
            <a:chExt cx="457200" cy="457200"/>
          </a:xfrm>
        </p:grpSpPr>
        <p:sp>
          <p:nvSpPr>
            <p:cNvPr id="162" name="任意形状 393">
              <a:extLst>
                <a:ext uri="{FF2B5EF4-FFF2-40B4-BE49-F238E27FC236}">
                  <a16:creationId xmlns:a16="http://schemas.microsoft.com/office/drawing/2014/main" id="{37C7D4A0-639F-29AD-0069-8912B480008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3" name="任意形状 394">
              <a:extLst>
                <a:ext uri="{FF2B5EF4-FFF2-40B4-BE49-F238E27FC236}">
                  <a16:creationId xmlns:a16="http://schemas.microsoft.com/office/drawing/2014/main" id="{8678B8DC-B94F-527C-C41E-598AC4751D21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4" name="成组">
            <a:extLst>
              <a:ext uri="{FF2B5EF4-FFF2-40B4-BE49-F238E27FC236}">
                <a16:creationId xmlns:a16="http://schemas.microsoft.com/office/drawing/2014/main" id="{8467D0A2-A1EE-F434-9749-7F36072C0016}"/>
              </a:ext>
            </a:extLst>
          </p:cNvPr>
          <p:cNvGrpSpPr/>
          <p:nvPr/>
        </p:nvGrpSpPr>
        <p:grpSpPr>
          <a:xfrm>
            <a:off x="7557937" y="9653946"/>
            <a:ext cx="574919" cy="574915"/>
            <a:chOff x="0" y="0"/>
            <a:chExt cx="457200" cy="457200"/>
          </a:xfrm>
        </p:grpSpPr>
        <p:sp>
          <p:nvSpPr>
            <p:cNvPr id="165" name="任意形状 399">
              <a:extLst>
                <a:ext uri="{FF2B5EF4-FFF2-40B4-BE49-F238E27FC236}">
                  <a16:creationId xmlns:a16="http://schemas.microsoft.com/office/drawing/2014/main" id="{563C467A-5D20-5FB2-18CA-EAD9117575A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6" name="任意形状 400">
              <a:extLst>
                <a:ext uri="{FF2B5EF4-FFF2-40B4-BE49-F238E27FC236}">
                  <a16:creationId xmlns:a16="http://schemas.microsoft.com/office/drawing/2014/main" id="{AA2820D6-4F03-D03D-8A23-987C81AE0494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7" name="成组">
            <a:extLst>
              <a:ext uri="{FF2B5EF4-FFF2-40B4-BE49-F238E27FC236}">
                <a16:creationId xmlns:a16="http://schemas.microsoft.com/office/drawing/2014/main" id="{41DE1A48-1740-144D-BD25-D044AEFD0989}"/>
              </a:ext>
            </a:extLst>
          </p:cNvPr>
          <p:cNvGrpSpPr/>
          <p:nvPr/>
        </p:nvGrpSpPr>
        <p:grpSpPr>
          <a:xfrm>
            <a:off x="13244300" y="9718045"/>
            <a:ext cx="574919" cy="574915"/>
            <a:chOff x="0" y="0"/>
            <a:chExt cx="457200" cy="457200"/>
          </a:xfrm>
        </p:grpSpPr>
        <p:sp>
          <p:nvSpPr>
            <p:cNvPr id="168" name="任意形状 477">
              <a:extLst>
                <a:ext uri="{FF2B5EF4-FFF2-40B4-BE49-F238E27FC236}">
                  <a16:creationId xmlns:a16="http://schemas.microsoft.com/office/drawing/2014/main" id="{661871B1-9E8C-91B7-D8B2-77EA7050C1B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9" name="任意形状 478">
              <a:extLst>
                <a:ext uri="{FF2B5EF4-FFF2-40B4-BE49-F238E27FC236}">
                  <a16:creationId xmlns:a16="http://schemas.microsoft.com/office/drawing/2014/main" id="{9752C560-FA0A-3A72-30E8-FCA53F4606AF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70" name="成组">
            <a:extLst>
              <a:ext uri="{FF2B5EF4-FFF2-40B4-BE49-F238E27FC236}">
                <a16:creationId xmlns:a16="http://schemas.microsoft.com/office/drawing/2014/main" id="{79124D7F-4597-7FB3-6914-8FBF1A136309}"/>
              </a:ext>
            </a:extLst>
          </p:cNvPr>
          <p:cNvGrpSpPr/>
          <p:nvPr/>
        </p:nvGrpSpPr>
        <p:grpSpPr>
          <a:xfrm>
            <a:off x="19150892" y="9744229"/>
            <a:ext cx="574919" cy="574915"/>
            <a:chOff x="0" y="0"/>
            <a:chExt cx="457200" cy="457200"/>
          </a:xfrm>
        </p:grpSpPr>
        <p:sp>
          <p:nvSpPr>
            <p:cNvPr id="171" name="任意形状 477">
              <a:extLst>
                <a:ext uri="{FF2B5EF4-FFF2-40B4-BE49-F238E27FC236}">
                  <a16:creationId xmlns:a16="http://schemas.microsoft.com/office/drawing/2014/main" id="{53DB4935-5190-98FC-2D0D-484B3F7E888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72" name="任意形状 478">
              <a:extLst>
                <a:ext uri="{FF2B5EF4-FFF2-40B4-BE49-F238E27FC236}">
                  <a16:creationId xmlns:a16="http://schemas.microsoft.com/office/drawing/2014/main" id="{DC284831-0573-BEFC-7D90-E24C67E1CD70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3843218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5050D88-4CCB-5395-AE1C-637CBA13B7F6}"/>
              </a:ext>
            </a:extLst>
          </p:cNvPr>
          <p:cNvSpPr/>
          <p:nvPr/>
        </p:nvSpPr>
        <p:spPr>
          <a:xfrm>
            <a:off x="17717906" y="11853934"/>
            <a:ext cx="2993208" cy="490204"/>
          </a:xfrm>
          <a:custGeom>
            <a:avLst/>
            <a:gdLst>
              <a:gd name="connsiteX0" fmla="*/ 985 w 1512955"/>
              <a:gd name="connsiteY0" fmla="*/ -128 h 247780"/>
              <a:gd name="connsiteX1" fmla="*/ 985 w 1512955"/>
              <a:gd name="connsiteY1" fmla="*/ 6712 h 247780"/>
              <a:gd name="connsiteX2" fmla="*/ 241926 w 1512955"/>
              <a:gd name="connsiteY2" fmla="*/ 247653 h 247780"/>
              <a:gd name="connsiteX3" fmla="*/ 1273155 w 1512955"/>
              <a:gd name="connsiteY3" fmla="*/ 247653 h 247780"/>
              <a:gd name="connsiteX4" fmla="*/ 1513940 w 1512955"/>
              <a:gd name="connsiteY4" fmla="*/ 6712 h 247780"/>
              <a:gd name="connsiteX5" fmla="*/ 1513940 w 1512955"/>
              <a:gd name="connsiteY5" fmla="*/ -128 h 24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2955" h="247780">
                <a:moveTo>
                  <a:pt x="985" y="-128"/>
                </a:moveTo>
                <a:lnTo>
                  <a:pt x="985" y="6712"/>
                </a:lnTo>
                <a:cubicBezTo>
                  <a:pt x="985" y="139774"/>
                  <a:pt x="108864" y="247653"/>
                  <a:pt x="241926" y="247653"/>
                </a:cubicBezTo>
                <a:lnTo>
                  <a:pt x="1273155" y="247653"/>
                </a:lnTo>
                <a:cubicBezTo>
                  <a:pt x="1406169" y="247560"/>
                  <a:pt x="1513940" y="139727"/>
                  <a:pt x="1513940" y="6712"/>
                </a:cubicBezTo>
                <a:lnTo>
                  <a:pt x="1513940" y="-128"/>
                </a:lnTo>
                <a:close/>
              </a:path>
            </a:pathLst>
          </a:custGeom>
          <a:solidFill>
            <a:schemeClr val="accent5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4A9969A-0521-C10B-441C-24F074086A99}"/>
              </a:ext>
            </a:extLst>
          </p:cNvPr>
          <p:cNvSpPr/>
          <p:nvPr/>
        </p:nvSpPr>
        <p:spPr>
          <a:xfrm>
            <a:off x="17319959" y="7697330"/>
            <a:ext cx="3788485" cy="4378026"/>
          </a:xfrm>
          <a:custGeom>
            <a:avLst/>
            <a:gdLst>
              <a:gd name="connsiteX0" fmla="*/ 1915924 w 1914938"/>
              <a:gd name="connsiteY0" fmla="*/ -128 h 2212929"/>
              <a:gd name="connsiteX1" fmla="*/ 1915924 w 1914938"/>
              <a:gd name="connsiteY1" fmla="*/ 1907972 h 2212929"/>
              <a:gd name="connsiteX2" fmla="*/ 1611094 w 1914938"/>
              <a:gd name="connsiteY2" fmla="*/ 2212802 h 2212929"/>
              <a:gd name="connsiteX3" fmla="*/ 1610628 w 1914938"/>
              <a:gd name="connsiteY3" fmla="*/ 2212802 h 2212929"/>
              <a:gd name="connsiteX4" fmla="*/ 305659 w 1914938"/>
              <a:gd name="connsiteY4" fmla="*/ 2212802 h 2212929"/>
              <a:gd name="connsiteX5" fmla="*/ 985 w 1914938"/>
              <a:gd name="connsiteY5" fmla="*/ 1908127 h 2212929"/>
              <a:gd name="connsiteX6" fmla="*/ 985 w 1914938"/>
              <a:gd name="connsiteY6" fmla="*/ 1907972 h 2212929"/>
              <a:gd name="connsiteX7" fmla="*/ 985 w 1914938"/>
              <a:gd name="connsiteY7" fmla="*/ -128 h 221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4938" h="2212929">
                <a:moveTo>
                  <a:pt x="1915924" y="-128"/>
                </a:moveTo>
                <a:lnTo>
                  <a:pt x="1915924" y="1907972"/>
                </a:lnTo>
                <a:cubicBezTo>
                  <a:pt x="1915924" y="2076320"/>
                  <a:pt x="1779442" y="2212802"/>
                  <a:pt x="1611094" y="2212802"/>
                </a:cubicBezTo>
                <a:cubicBezTo>
                  <a:pt x="1610938" y="2212802"/>
                  <a:pt x="1610783" y="2212802"/>
                  <a:pt x="1610628" y="2212802"/>
                </a:cubicBezTo>
                <a:lnTo>
                  <a:pt x="305659" y="2212802"/>
                </a:lnTo>
                <a:cubicBezTo>
                  <a:pt x="137389" y="2212802"/>
                  <a:pt x="985" y="2076398"/>
                  <a:pt x="985" y="1908127"/>
                </a:cubicBezTo>
                <a:cubicBezTo>
                  <a:pt x="985" y="1908081"/>
                  <a:pt x="985" y="1908019"/>
                  <a:pt x="985" y="1907972"/>
                </a:cubicBezTo>
                <a:lnTo>
                  <a:pt x="985" y="-128"/>
                </a:ln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165C7A0-B2A4-0569-B096-F6246A252046}"/>
              </a:ext>
            </a:extLst>
          </p:cNvPr>
          <p:cNvSpPr/>
          <p:nvPr/>
        </p:nvSpPr>
        <p:spPr>
          <a:xfrm>
            <a:off x="3408439" y="11853934"/>
            <a:ext cx="2993515" cy="490204"/>
          </a:xfrm>
          <a:custGeom>
            <a:avLst/>
            <a:gdLst>
              <a:gd name="connsiteX0" fmla="*/ 985 w 1513110"/>
              <a:gd name="connsiteY0" fmla="*/ -128 h 247780"/>
              <a:gd name="connsiteX1" fmla="*/ 985 w 1513110"/>
              <a:gd name="connsiteY1" fmla="*/ 6712 h 247780"/>
              <a:gd name="connsiteX2" fmla="*/ 241926 w 1513110"/>
              <a:gd name="connsiteY2" fmla="*/ 247653 h 247780"/>
              <a:gd name="connsiteX3" fmla="*/ 1273154 w 1513110"/>
              <a:gd name="connsiteY3" fmla="*/ 247653 h 247780"/>
              <a:gd name="connsiteX4" fmla="*/ 1514095 w 1513110"/>
              <a:gd name="connsiteY4" fmla="*/ 6712 h 247780"/>
              <a:gd name="connsiteX5" fmla="*/ 1514095 w 1513110"/>
              <a:gd name="connsiteY5" fmla="*/ -128 h 24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3110" h="247780">
                <a:moveTo>
                  <a:pt x="985" y="-128"/>
                </a:moveTo>
                <a:lnTo>
                  <a:pt x="985" y="6712"/>
                </a:lnTo>
                <a:cubicBezTo>
                  <a:pt x="985" y="139774"/>
                  <a:pt x="108864" y="247653"/>
                  <a:pt x="241926" y="247653"/>
                </a:cubicBezTo>
                <a:lnTo>
                  <a:pt x="1273154" y="247653"/>
                </a:lnTo>
                <a:cubicBezTo>
                  <a:pt x="1406216" y="247653"/>
                  <a:pt x="1514095" y="139774"/>
                  <a:pt x="1514095" y="6712"/>
                </a:cubicBezTo>
                <a:lnTo>
                  <a:pt x="1514095" y="-128"/>
                </a:lnTo>
                <a:close/>
              </a:path>
            </a:pathLst>
          </a:custGeom>
          <a:solidFill>
            <a:schemeClr val="accent1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379A577-124D-76D6-7FC8-02894D407FB5}"/>
              </a:ext>
            </a:extLst>
          </p:cNvPr>
          <p:cNvSpPr/>
          <p:nvPr/>
        </p:nvSpPr>
        <p:spPr>
          <a:xfrm>
            <a:off x="3011416" y="7697330"/>
            <a:ext cx="3787870" cy="4378026"/>
          </a:xfrm>
          <a:custGeom>
            <a:avLst/>
            <a:gdLst>
              <a:gd name="connsiteX0" fmla="*/ 1915613 w 1914627"/>
              <a:gd name="connsiteY0" fmla="*/ -128 h 2212929"/>
              <a:gd name="connsiteX1" fmla="*/ 1915613 w 1914627"/>
              <a:gd name="connsiteY1" fmla="*/ 1907972 h 2212929"/>
              <a:gd name="connsiteX2" fmla="*/ 1610628 w 1914627"/>
              <a:gd name="connsiteY2" fmla="*/ 2212802 h 2212929"/>
              <a:gd name="connsiteX3" fmla="*/ 305814 w 1914627"/>
              <a:gd name="connsiteY3" fmla="*/ 2212802 h 2212929"/>
              <a:gd name="connsiteX4" fmla="*/ 985 w 1914627"/>
              <a:gd name="connsiteY4" fmla="*/ 1907972 h 2212929"/>
              <a:gd name="connsiteX5" fmla="*/ 985 w 1914627"/>
              <a:gd name="connsiteY5" fmla="*/ -128 h 221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14627" h="2212929">
                <a:moveTo>
                  <a:pt x="1915613" y="-128"/>
                </a:moveTo>
                <a:lnTo>
                  <a:pt x="1915613" y="1907972"/>
                </a:lnTo>
                <a:cubicBezTo>
                  <a:pt x="1915520" y="2076351"/>
                  <a:pt x="1779007" y="2212802"/>
                  <a:pt x="1610628" y="2212802"/>
                </a:cubicBezTo>
                <a:lnTo>
                  <a:pt x="305814" y="2212802"/>
                </a:lnTo>
                <a:cubicBezTo>
                  <a:pt x="137467" y="2212802"/>
                  <a:pt x="985" y="2076320"/>
                  <a:pt x="985" y="1907972"/>
                </a:cubicBezTo>
                <a:lnTo>
                  <a:pt x="985" y="-128"/>
                </a:ln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21F750-B426-606A-213F-73E0D64C088D}"/>
              </a:ext>
            </a:extLst>
          </p:cNvPr>
          <p:cNvSpPr/>
          <p:nvPr/>
        </p:nvSpPr>
        <p:spPr>
          <a:xfrm>
            <a:off x="6986267" y="3051134"/>
            <a:ext cx="2993208" cy="490204"/>
          </a:xfrm>
          <a:custGeom>
            <a:avLst/>
            <a:gdLst>
              <a:gd name="connsiteX0" fmla="*/ 1513941 w 1512955"/>
              <a:gd name="connsiteY0" fmla="*/ 247653 h 247780"/>
              <a:gd name="connsiteX1" fmla="*/ 1513941 w 1512955"/>
              <a:gd name="connsiteY1" fmla="*/ 240814 h 247780"/>
              <a:gd name="connsiteX2" fmla="*/ 1273000 w 1512955"/>
              <a:gd name="connsiteY2" fmla="*/ -128 h 247780"/>
              <a:gd name="connsiteX3" fmla="*/ 241771 w 1512955"/>
              <a:gd name="connsiteY3" fmla="*/ -128 h 247780"/>
              <a:gd name="connsiteX4" fmla="*/ 985 w 1512955"/>
              <a:gd name="connsiteY4" fmla="*/ 240658 h 247780"/>
              <a:gd name="connsiteX5" fmla="*/ 985 w 1512955"/>
              <a:gd name="connsiteY5" fmla="*/ 240814 h 247780"/>
              <a:gd name="connsiteX6" fmla="*/ 985 w 1512955"/>
              <a:gd name="connsiteY6" fmla="*/ 247653 h 24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2955" h="247780">
                <a:moveTo>
                  <a:pt x="1513941" y="247653"/>
                </a:moveTo>
                <a:lnTo>
                  <a:pt x="1513941" y="240814"/>
                </a:lnTo>
                <a:cubicBezTo>
                  <a:pt x="1513941" y="107752"/>
                  <a:pt x="1406061" y="-128"/>
                  <a:pt x="1273000" y="-128"/>
                </a:cubicBezTo>
                <a:lnTo>
                  <a:pt x="241771" y="-128"/>
                </a:lnTo>
                <a:cubicBezTo>
                  <a:pt x="108787" y="-128"/>
                  <a:pt x="985" y="107674"/>
                  <a:pt x="985" y="240658"/>
                </a:cubicBezTo>
                <a:cubicBezTo>
                  <a:pt x="985" y="240705"/>
                  <a:pt x="985" y="240767"/>
                  <a:pt x="985" y="240814"/>
                </a:cubicBezTo>
                <a:lnTo>
                  <a:pt x="985" y="247653"/>
                </a:lnTo>
                <a:close/>
              </a:path>
            </a:pathLst>
          </a:custGeom>
          <a:solidFill>
            <a:schemeClr val="accent2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1FCF7A2-347F-B106-070F-2B28F4372FA9}"/>
              </a:ext>
            </a:extLst>
          </p:cNvPr>
          <p:cNvSpPr/>
          <p:nvPr/>
        </p:nvSpPr>
        <p:spPr>
          <a:xfrm>
            <a:off x="6588936" y="3319917"/>
            <a:ext cx="3789101" cy="4379564"/>
          </a:xfrm>
          <a:custGeom>
            <a:avLst/>
            <a:gdLst>
              <a:gd name="connsiteX0" fmla="*/ 985 w 1915249"/>
              <a:gd name="connsiteY0" fmla="*/ 2213579 h 2213706"/>
              <a:gd name="connsiteX1" fmla="*/ 985 w 1915249"/>
              <a:gd name="connsiteY1" fmla="*/ 304546 h 2213706"/>
              <a:gd name="connsiteX2" fmla="*/ 305659 w 1915249"/>
              <a:gd name="connsiteY2" fmla="*/ -128 h 2213706"/>
              <a:gd name="connsiteX3" fmla="*/ 305814 w 1915249"/>
              <a:gd name="connsiteY3" fmla="*/ -128 h 2213706"/>
              <a:gd name="connsiteX4" fmla="*/ 1611560 w 1915249"/>
              <a:gd name="connsiteY4" fmla="*/ -128 h 2213706"/>
              <a:gd name="connsiteX5" fmla="*/ 1916234 w 1915249"/>
              <a:gd name="connsiteY5" fmla="*/ 304235 h 2213706"/>
              <a:gd name="connsiteX6" fmla="*/ 1916234 w 1915249"/>
              <a:gd name="connsiteY6" fmla="*/ 304546 h 2213706"/>
              <a:gd name="connsiteX7" fmla="*/ 1916234 w 1915249"/>
              <a:gd name="connsiteY7" fmla="*/ 2213579 h 221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5249" h="2213706">
                <a:moveTo>
                  <a:pt x="985" y="2213579"/>
                </a:moveTo>
                <a:lnTo>
                  <a:pt x="985" y="304546"/>
                </a:lnTo>
                <a:cubicBezTo>
                  <a:pt x="985" y="136276"/>
                  <a:pt x="137388" y="-128"/>
                  <a:pt x="305659" y="-128"/>
                </a:cubicBezTo>
                <a:cubicBezTo>
                  <a:pt x="305705" y="-128"/>
                  <a:pt x="305768" y="-128"/>
                  <a:pt x="305814" y="-128"/>
                </a:cubicBezTo>
                <a:lnTo>
                  <a:pt x="1611560" y="-128"/>
                </a:lnTo>
                <a:cubicBezTo>
                  <a:pt x="1779738" y="-221"/>
                  <a:pt x="1916141" y="136058"/>
                  <a:pt x="1916234" y="304235"/>
                </a:cubicBezTo>
                <a:cubicBezTo>
                  <a:pt x="1916234" y="304344"/>
                  <a:pt x="1916234" y="304438"/>
                  <a:pt x="1916234" y="304546"/>
                </a:cubicBezTo>
                <a:lnTo>
                  <a:pt x="1916234" y="2213579"/>
                </a:ln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C237E41-4B09-C549-66A2-E1BAAF096DE1}"/>
              </a:ext>
            </a:extLst>
          </p:cNvPr>
          <p:cNvSpPr/>
          <p:nvPr/>
        </p:nvSpPr>
        <p:spPr>
          <a:xfrm>
            <a:off x="10563172" y="11853934"/>
            <a:ext cx="2993517" cy="490204"/>
          </a:xfrm>
          <a:custGeom>
            <a:avLst/>
            <a:gdLst>
              <a:gd name="connsiteX0" fmla="*/ 985 w 1513111"/>
              <a:gd name="connsiteY0" fmla="*/ -128 h 247780"/>
              <a:gd name="connsiteX1" fmla="*/ 985 w 1513111"/>
              <a:gd name="connsiteY1" fmla="*/ 6712 h 247780"/>
              <a:gd name="connsiteX2" fmla="*/ 241926 w 1513111"/>
              <a:gd name="connsiteY2" fmla="*/ 247653 h 247780"/>
              <a:gd name="connsiteX3" fmla="*/ 1273155 w 1513111"/>
              <a:gd name="connsiteY3" fmla="*/ 247653 h 247780"/>
              <a:gd name="connsiteX4" fmla="*/ 1514096 w 1513111"/>
              <a:gd name="connsiteY4" fmla="*/ 6712 h 247780"/>
              <a:gd name="connsiteX5" fmla="*/ 1514096 w 1513111"/>
              <a:gd name="connsiteY5" fmla="*/ -128 h 24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3111" h="247780">
                <a:moveTo>
                  <a:pt x="985" y="-128"/>
                </a:moveTo>
                <a:lnTo>
                  <a:pt x="985" y="6712"/>
                </a:lnTo>
                <a:cubicBezTo>
                  <a:pt x="985" y="139774"/>
                  <a:pt x="108864" y="247653"/>
                  <a:pt x="241926" y="247653"/>
                </a:cubicBezTo>
                <a:lnTo>
                  <a:pt x="1273155" y="247653"/>
                </a:lnTo>
                <a:cubicBezTo>
                  <a:pt x="1406217" y="247653"/>
                  <a:pt x="1514096" y="139774"/>
                  <a:pt x="1514096" y="6712"/>
                </a:cubicBezTo>
                <a:lnTo>
                  <a:pt x="1514096" y="-128"/>
                </a:lnTo>
                <a:close/>
              </a:path>
            </a:pathLst>
          </a:custGeom>
          <a:solidFill>
            <a:schemeClr val="accent3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4AB71B-5A82-2AE1-7FA9-190DEFE0F09B}"/>
              </a:ext>
            </a:extLst>
          </p:cNvPr>
          <p:cNvSpPr/>
          <p:nvPr/>
        </p:nvSpPr>
        <p:spPr>
          <a:xfrm>
            <a:off x="10164916" y="7697330"/>
            <a:ext cx="3789103" cy="4378026"/>
          </a:xfrm>
          <a:custGeom>
            <a:avLst/>
            <a:gdLst>
              <a:gd name="connsiteX0" fmla="*/ 1916235 w 1915250"/>
              <a:gd name="connsiteY0" fmla="*/ -128 h 2212929"/>
              <a:gd name="connsiteX1" fmla="*/ 1916235 w 1915250"/>
              <a:gd name="connsiteY1" fmla="*/ 1907972 h 2212929"/>
              <a:gd name="connsiteX2" fmla="*/ 1611406 w 1915250"/>
              <a:gd name="connsiteY2" fmla="*/ 2212802 h 2212929"/>
              <a:gd name="connsiteX3" fmla="*/ 305660 w 1915250"/>
              <a:gd name="connsiteY3" fmla="*/ 2212802 h 2212929"/>
              <a:gd name="connsiteX4" fmla="*/ 985 w 1915250"/>
              <a:gd name="connsiteY4" fmla="*/ 1908127 h 2212929"/>
              <a:gd name="connsiteX5" fmla="*/ 985 w 1915250"/>
              <a:gd name="connsiteY5" fmla="*/ 1907972 h 2212929"/>
              <a:gd name="connsiteX6" fmla="*/ 985 w 1915250"/>
              <a:gd name="connsiteY6" fmla="*/ -128 h 221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5250" h="2212929">
                <a:moveTo>
                  <a:pt x="1916235" y="-128"/>
                </a:moveTo>
                <a:lnTo>
                  <a:pt x="1916235" y="1907972"/>
                </a:lnTo>
                <a:cubicBezTo>
                  <a:pt x="1916235" y="2076320"/>
                  <a:pt x="1779753" y="2212802"/>
                  <a:pt x="1611406" y="2212802"/>
                </a:cubicBezTo>
                <a:lnTo>
                  <a:pt x="305660" y="2212802"/>
                </a:lnTo>
                <a:cubicBezTo>
                  <a:pt x="137389" y="2212802"/>
                  <a:pt x="985" y="2076398"/>
                  <a:pt x="985" y="1908127"/>
                </a:cubicBezTo>
                <a:cubicBezTo>
                  <a:pt x="985" y="1908081"/>
                  <a:pt x="985" y="1908019"/>
                  <a:pt x="985" y="1907972"/>
                </a:cubicBezTo>
                <a:lnTo>
                  <a:pt x="985" y="-128"/>
                </a:ln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9E02AD0-22DC-17AE-4D58-7D30F85C2665}"/>
              </a:ext>
            </a:extLst>
          </p:cNvPr>
          <p:cNvSpPr/>
          <p:nvPr/>
        </p:nvSpPr>
        <p:spPr>
          <a:xfrm>
            <a:off x="14140691" y="3051134"/>
            <a:ext cx="2993515" cy="490204"/>
          </a:xfrm>
          <a:custGeom>
            <a:avLst/>
            <a:gdLst>
              <a:gd name="connsiteX0" fmla="*/ 1514095 w 1513110"/>
              <a:gd name="connsiteY0" fmla="*/ 247653 h 247780"/>
              <a:gd name="connsiteX1" fmla="*/ 1514095 w 1513110"/>
              <a:gd name="connsiteY1" fmla="*/ 240814 h 247780"/>
              <a:gd name="connsiteX2" fmla="*/ 1273154 w 1513110"/>
              <a:gd name="connsiteY2" fmla="*/ -128 h 247780"/>
              <a:gd name="connsiteX3" fmla="*/ 241926 w 1513110"/>
              <a:gd name="connsiteY3" fmla="*/ -128 h 247780"/>
              <a:gd name="connsiteX4" fmla="*/ 985 w 1513110"/>
              <a:gd name="connsiteY4" fmla="*/ 240814 h 247780"/>
              <a:gd name="connsiteX5" fmla="*/ 985 w 1513110"/>
              <a:gd name="connsiteY5" fmla="*/ 247653 h 24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3110" h="247780">
                <a:moveTo>
                  <a:pt x="1514095" y="247653"/>
                </a:moveTo>
                <a:lnTo>
                  <a:pt x="1514095" y="240814"/>
                </a:lnTo>
                <a:cubicBezTo>
                  <a:pt x="1514095" y="107752"/>
                  <a:pt x="1406216" y="-128"/>
                  <a:pt x="1273154" y="-128"/>
                </a:cubicBezTo>
                <a:lnTo>
                  <a:pt x="241926" y="-128"/>
                </a:lnTo>
                <a:cubicBezTo>
                  <a:pt x="108864" y="-128"/>
                  <a:pt x="985" y="107752"/>
                  <a:pt x="985" y="240814"/>
                </a:cubicBezTo>
                <a:lnTo>
                  <a:pt x="985" y="247653"/>
                </a:lnTo>
                <a:close/>
              </a:path>
            </a:pathLst>
          </a:custGeom>
          <a:solidFill>
            <a:schemeClr val="accent4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8B0E61-8B7F-17AE-D356-801EA78B26B6}"/>
              </a:ext>
            </a:extLst>
          </p:cNvPr>
          <p:cNvSpPr/>
          <p:nvPr/>
        </p:nvSpPr>
        <p:spPr>
          <a:xfrm>
            <a:off x="13743361" y="3319917"/>
            <a:ext cx="3787870" cy="4379564"/>
          </a:xfrm>
          <a:custGeom>
            <a:avLst/>
            <a:gdLst>
              <a:gd name="connsiteX0" fmla="*/ 985 w 1914627"/>
              <a:gd name="connsiteY0" fmla="*/ 2213579 h 2213706"/>
              <a:gd name="connsiteX1" fmla="*/ 985 w 1914627"/>
              <a:gd name="connsiteY1" fmla="*/ 304546 h 2213706"/>
              <a:gd name="connsiteX2" fmla="*/ 305970 w 1914627"/>
              <a:gd name="connsiteY2" fmla="*/ -128 h 2213706"/>
              <a:gd name="connsiteX3" fmla="*/ 1610783 w 1914627"/>
              <a:gd name="connsiteY3" fmla="*/ -128 h 2213706"/>
              <a:gd name="connsiteX4" fmla="*/ 1915613 w 1914627"/>
              <a:gd name="connsiteY4" fmla="*/ 304391 h 2213706"/>
              <a:gd name="connsiteX5" fmla="*/ 1915613 w 1914627"/>
              <a:gd name="connsiteY5" fmla="*/ 304546 h 2213706"/>
              <a:gd name="connsiteX6" fmla="*/ 1915613 w 1914627"/>
              <a:gd name="connsiteY6" fmla="*/ 2213579 h 2213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4627" h="2213706">
                <a:moveTo>
                  <a:pt x="985" y="2213579"/>
                </a:moveTo>
                <a:lnTo>
                  <a:pt x="985" y="304546"/>
                </a:lnTo>
                <a:cubicBezTo>
                  <a:pt x="1078" y="136198"/>
                  <a:pt x="137622" y="-221"/>
                  <a:pt x="305970" y="-128"/>
                </a:cubicBezTo>
                <a:lnTo>
                  <a:pt x="1610783" y="-128"/>
                </a:lnTo>
                <a:cubicBezTo>
                  <a:pt x="1779053" y="-221"/>
                  <a:pt x="1915519" y="136121"/>
                  <a:pt x="1915613" y="304391"/>
                </a:cubicBezTo>
                <a:cubicBezTo>
                  <a:pt x="1915613" y="304438"/>
                  <a:pt x="1915613" y="304500"/>
                  <a:pt x="1915613" y="304546"/>
                </a:cubicBezTo>
                <a:lnTo>
                  <a:pt x="1915613" y="2213579"/>
                </a:ln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D0A5C5F-EBF7-951E-2FBF-2AEAFCB243EF}"/>
              </a:ext>
            </a:extLst>
          </p:cNvPr>
          <p:cNvSpPr/>
          <p:nvPr/>
        </p:nvSpPr>
        <p:spPr>
          <a:xfrm>
            <a:off x="17320881" y="5803240"/>
            <a:ext cx="3787563" cy="1893782"/>
          </a:xfrm>
          <a:custGeom>
            <a:avLst/>
            <a:gdLst>
              <a:gd name="connsiteX0" fmla="*/ 958221 w 1914472"/>
              <a:gd name="connsiteY0" fmla="*/ -128 h 957236"/>
              <a:gd name="connsiteX1" fmla="*/ 985 w 1914472"/>
              <a:gd name="connsiteY1" fmla="*/ 957109 h 957236"/>
              <a:gd name="connsiteX2" fmla="*/ 1915458 w 1914472"/>
              <a:gd name="connsiteY2" fmla="*/ 957109 h 957236"/>
              <a:gd name="connsiteX3" fmla="*/ 958221 w 1914472"/>
              <a:gd name="connsiteY3" fmla="*/ -128 h 95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4472" h="957236">
                <a:moveTo>
                  <a:pt x="958221" y="-128"/>
                </a:moveTo>
                <a:cubicBezTo>
                  <a:pt x="429549" y="-128"/>
                  <a:pt x="985" y="428437"/>
                  <a:pt x="985" y="957109"/>
                </a:cubicBezTo>
                <a:lnTo>
                  <a:pt x="1915458" y="957109"/>
                </a:lnTo>
                <a:cubicBezTo>
                  <a:pt x="1915458" y="428437"/>
                  <a:pt x="1486893" y="-128"/>
                  <a:pt x="958221" y="-128"/>
                </a:cubicBezTo>
                <a:close/>
              </a:path>
            </a:pathLst>
          </a:custGeom>
          <a:solidFill>
            <a:schemeClr val="accent5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8170829-ED06-9CEC-2C58-14531FC51D76}"/>
              </a:ext>
            </a:extLst>
          </p:cNvPr>
          <p:cNvSpPr/>
          <p:nvPr/>
        </p:nvSpPr>
        <p:spPr>
          <a:xfrm>
            <a:off x="10166150" y="5803240"/>
            <a:ext cx="3787870" cy="1893782"/>
          </a:xfrm>
          <a:custGeom>
            <a:avLst/>
            <a:gdLst>
              <a:gd name="connsiteX0" fmla="*/ 958221 w 1914627"/>
              <a:gd name="connsiteY0" fmla="*/ -128 h 957236"/>
              <a:gd name="connsiteX1" fmla="*/ 985 w 1914627"/>
              <a:gd name="connsiteY1" fmla="*/ 957109 h 957236"/>
              <a:gd name="connsiteX2" fmla="*/ 1915613 w 1914627"/>
              <a:gd name="connsiteY2" fmla="*/ 957109 h 957236"/>
              <a:gd name="connsiteX3" fmla="*/ 958376 w 1914627"/>
              <a:gd name="connsiteY3" fmla="*/ -128 h 957236"/>
              <a:gd name="connsiteX4" fmla="*/ 958221 w 1914627"/>
              <a:gd name="connsiteY4" fmla="*/ -128 h 95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627" h="957236">
                <a:moveTo>
                  <a:pt x="958221" y="-128"/>
                </a:moveTo>
                <a:cubicBezTo>
                  <a:pt x="429550" y="-128"/>
                  <a:pt x="985" y="428437"/>
                  <a:pt x="985" y="957109"/>
                </a:cubicBezTo>
                <a:lnTo>
                  <a:pt x="1915613" y="957109"/>
                </a:lnTo>
                <a:cubicBezTo>
                  <a:pt x="1915613" y="428437"/>
                  <a:pt x="1487048" y="-128"/>
                  <a:pt x="958376" y="-128"/>
                </a:cubicBezTo>
                <a:cubicBezTo>
                  <a:pt x="958330" y="-128"/>
                  <a:pt x="958268" y="-128"/>
                  <a:pt x="958221" y="-128"/>
                </a:cubicBezTo>
                <a:close/>
              </a:path>
            </a:pathLst>
          </a:custGeom>
          <a:solidFill>
            <a:schemeClr val="accent3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0F59F29-D717-6102-6888-F3710D7AA8B3}"/>
              </a:ext>
            </a:extLst>
          </p:cNvPr>
          <p:cNvSpPr/>
          <p:nvPr/>
        </p:nvSpPr>
        <p:spPr>
          <a:xfrm>
            <a:off x="13743668" y="7697022"/>
            <a:ext cx="3787565" cy="1893782"/>
          </a:xfrm>
          <a:custGeom>
            <a:avLst/>
            <a:gdLst>
              <a:gd name="connsiteX0" fmla="*/ 958221 w 1914473"/>
              <a:gd name="connsiteY0" fmla="*/ 957108 h 957236"/>
              <a:gd name="connsiteX1" fmla="*/ 1915458 w 1914473"/>
              <a:gd name="connsiteY1" fmla="*/ -128 h 957236"/>
              <a:gd name="connsiteX2" fmla="*/ 985 w 1914473"/>
              <a:gd name="connsiteY2" fmla="*/ -128 h 957236"/>
              <a:gd name="connsiteX3" fmla="*/ 958221 w 1914473"/>
              <a:gd name="connsiteY3" fmla="*/ 957108 h 95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4473" h="957236">
                <a:moveTo>
                  <a:pt x="958221" y="957108"/>
                </a:moveTo>
                <a:cubicBezTo>
                  <a:pt x="1486893" y="957108"/>
                  <a:pt x="1915458" y="528544"/>
                  <a:pt x="1915458" y="-128"/>
                </a:cubicBezTo>
                <a:lnTo>
                  <a:pt x="985" y="-128"/>
                </a:lnTo>
                <a:cubicBezTo>
                  <a:pt x="985" y="528544"/>
                  <a:pt x="429550" y="957108"/>
                  <a:pt x="958221" y="957108"/>
                </a:cubicBezTo>
                <a:close/>
              </a:path>
            </a:pathLst>
          </a:custGeom>
          <a:solidFill>
            <a:schemeClr val="accent4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689430-1CD8-EBF4-2718-B81E6D8977AD}"/>
              </a:ext>
            </a:extLst>
          </p:cNvPr>
          <p:cNvSpPr/>
          <p:nvPr/>
        </p:nvSpPr>
        <p:spPr>
          <a:xfrm>
            <a:off x="6588935" y="7697022"/>
            <a:ext cx="3787563" cy="1893782"/>
          </a:xfrm>
          <a:custGeom>
            <a:avLst/>
            <a:gdLst>
              <a:gd name="connsiteX0" fmla="*/ 958221 w 1914472"/>
              <a:gd name="connsiteY0" fmla="*/ 957108 h 957236"/>
              <a:gd name="connsiteX1" fmla="*/ 1915457 w 1914472"/>
              <a:gd name="connsiteY1" fmla="*/ -128 h 957236"/>
              <a:gd name="connsiteX2" fmla="*/ 985 w 1914472"/>
              <a:gd name="connsiteY2" fmla="*/ -128 h 957236"/>
              <a:gd name="connsiteX3" fmla="*/ 958221 w 1914472"/>
              <a:gd name="connsiteY3" fmla="*/ 957108 h 95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4472" h="957236">
                <a:moveTo>
                  <a:pt x="958221" y="957108"/>
                </a:moveTo>
                <a:cubicBezTo>
                  <a:pt x="1486892" y="957108"/>
                  <a:pt x="1915457" y="528544"/>
                  <a:pt x="1915457" y="-128"/>
                </a:cubicBezTo>
                <a:lnTo>
                  <a:pt x="985" y="-128"/>
                </a:lnTo>
                <a:cubicBezTo>
                  <a:pt x="985" y="528544"/>
                  <a:pt x="429550" y="957108"/>
                  <a:pt x="958221" y="957108"/>
                </a:cubicBezTo>
                <a:close/>
              </a:path>
            </a:pathLst>
          </a:custGeom>
          <a:solidFill>
            <a:schemeClr val="accent2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EC07E17-4C15-873D-03C8-810DC1918B22}"/>
              </a:ext>
            </a:extLst>
          </p:cNvPr>
          <p:cNvSpPr/>
          <p:nvPr/>
        </p:nvSpPr>
        <p:spPr>
          <a:xfrm>
            <a:off x="3011416" y="5803240"/>
            <a:ext cx="3787565" cy="1893782"/>
          </a:xfrm>
          <a:custGeom>
            <a:avLst/>
            <a:gdLst>
              <a:gd name="connsiteX0" fmla="*/ 958221 w 1914473"/>
              <a:gd name="connsiteY0" fmla="*/ -128 h 957236"/>
              <a:gd name="connsiteX1" fmla="*/ 985 w 1914473"/>
              <a:gd name="connsiteY1" fmla="*/ 957109 h 957236"/>
              <a:gd name="connsiteX2" fmla="*/ 1915458 w 1914473"/>
              <a:gd name="connsiteY2" fmla="*/ 957109 h 957236"/>
              <a:gd name="connsiteX3" fmla="*/ 958221 w 1914473"/>
              <a:gd name="connsiteY3" fmla="*/ -128 h 95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4473" h="957236">
                <a:moveTo>
                  <a:pt x="958221" y="-128"/>
                </a:moveTo>
                <a:cubicBezTo>
                  <a:pt x="429550" y="-128"/>
                  <a:pt x="985" y="428437"/>
                  <a:pt x="985" y="957109"/>
                </a:cubicBezTo>
                <a:lnTo>
                  <a:pt x="1915458" y="957109"/>
                </a:lnTo>
                <a:cubicBezTo>
                  <a:pt x="1915458" y="428437"/>
                  <a:pt x="1486893" y="-128"/>
                  <a:pt x="958221" y="-128"/>
                </a:cubicBezTo>
                <a:close/>
              </a:path>
            </a:pathLst>
          </a:custGeom>
          <a:solidFill>
            <a:schemeClr val="accent1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F22F1B-3C9F-5550-9190-A41BBADFA5A0}"/>
              </a:ext>
            </a:extLst>
          </p:cNvPr>
          <p:cNvSpPr/>
          <p:nvPr/>
        </p:nvSpPr>
        <p:spPr>
          <a:xfrm>
            <a:off x="2731254" y="5522770"/>
            <a:ext cx="18657967" cy="4348503"/>
          </a:xfrm>
          <a:custGeom>
            <a:avLst/>
            <a:gdLst>
              <a:gd name="connsiteX0" fmla="*/ 9041877 w 9430906"/>
              <a:gd name="connsiteY0" fmla="*/ 1098876 h 2198006"/>
              <a:gd name="connsiteX1" fmla="*/ 8332733 w 9430906"/>
              <a:gd name="connsiteY1" fmla="*/ 1808020 h 2198006"/>
              <a:gd name="connsiteX2" fmla="*/ 7623589 w 9430906"/>
              <a:gd name="connsiteY2" fmla="*/ 1098876 h 2198006"/>
              <a:gd name="connsiteX3" fmla="*/ 6524586 w 9430906"/>
              <a:gd name="connsiteY3" fmla="*/ -128 h 2198006"/>
              <a:gd name="connsiteX4" fmla="*/ 5425583 w 9430906"/>
              <a:gd name="connsiteY4" fmla="*/ 1098564 h 2198006"/>
              <a:gd name="connsiteX5" fmla="*/ 5425583 w 9430906"/>
              <a:gd name="connsiteY5" fmla="*/ 1098876 h 2198006"/>
              <a:gd name="connsiteX6" fmla="*/ 5425583 w 9430906"/>
              <a:gd name="connsiteY6" fmla="*/ 1098876 h 2198006"/>
              <a:gd name="connsiteX7" fmla="*/ 4716438 w 9430906"/>
              <a:gd name="connsiteY7" fmla="*/ 1808020 h 2198006"/>
              <a:gd name="connsiteX8" fmla="*/ 4007294 w 9430906"/>
              <a:gd name="connsiteY8" fmla="*/ 1098876 h 2198006"/>
              <a:gd name="connsiteX9" fmla="*/ 2908290 w 9430906"/>
              <a:gd name="connsiteY9" fmla="*/ -128 h 2198006"/>
              <a:gd name="connsiteX10" fmla="*/ 1809133 w 9430906"/>
              <a:gd name="connsiteY10" fmla="*/ 1098720 h 2198006"/>
              <a:gd name="connsiteX11" fmla="*/ 1809133 w 9430906"/>
              <a:gd name="connsiteY11" fmla="*/ 1098876 h 2198006"/>
              <a:gd name="connsiteX12" fmla="*/ 1099988 w 9430906"/>
              <a:gd name="connsiteY12" fmla="*/ 1808020 h 2198006"/>
              <a:gd name="connsiteX13" fmla="*/ 390998 w 9430906"/>
              <a:gd name="connsiteY13" fmla="*/ 1098876 h 2198006"/>
              <a:gd name="connsiteX14" fmla="*/ 985 w 9430906"/>
              <a:gd name="connsiteY14" fmla="*/ 1098876 h 2198006"/>
              <a:gd name="connsiteX15" fmla="*/ 1099988 w 9430906"/>
              <a:gd name="connsiteY15" fmla="*/ 2197879 h 2198006"/>
              <a:gd name="connsiteX16" fmla="*/ 2199146 w 9430906"/>
              <a:gd name="connsiteY16" fmla="*/ 1099031 h 2198006"/>
              <a:gd name="connsiteX17" fmla="*/ 2199146 w 9430906"/>
              <a:gd name="connsiteY17" fmla="*/ 1098876 h 2198006"/>
              <a:gd name="connsiteX18" fmla="*/ 2908290 w 9430906"/>
              <a:gd name="connsiteY18" fmla="*/ 389731 h 2198006"/>
              <a:gd name="connsiteX19" fmla="*/ 3617435 w 9430906"/>
              <a:gd name="connsiteY19" fmla="*/ 1098876 h 2198006"/>
              <a:gd name="connsiteX20" fmla="*/ 4716438 w 9430906"/>
              <a:gd name="connsiteY20" fmla="*/ 2197879 h 2198006"/>
              <a:gd name="connsiteX21" fmla="*/ 5815441 w 9430906"/>
              <a:gd name="connsiteY21" fmla="*/ 1098876 h 2198006"/>
              <a:gd name="connsiteX22" fmla="*/ 6524741 w 9430906"/>
              <a:gd name="connsiteY22" fmla="*/ 389731 h 2198006"/>
              <a:gd name="connsiteX23" fmla="*/ 7233730 w 9430906"/>
              <a:gd name="connsiteY23" fmla="*/ 1098720 h 2198006"/>
              <a:gd name="connsiteX24" fmla="*/ 7233730 w 9430906"/>
              <a:gd name="connsiteY24" fmla="*/ 1098876 h 2198006"/>
              <a:gd name="connsiteX25" fmla="*/ 8332733 w 9430906"/>
              <a:gd name="connsiteY25" fmla="*/ 2197879 h 2198006"/>
              <a:gd name="connsiteX26" fmla="*/ 8332889 w 9430906"/>
              <a:gd name="connsiteY26" fmla="*/ 2197879 h 2198006"/>
              <a:gd name="connsiteX27" fmla="*/ 9431891 w 9430906"/>
              <a:gd name="connsiteY27" fmla="*/ 1098876 h 2198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430906" h="2198006">
                <a:moveTo>
                  <a:pt x="9041877" y="1098876"/>
                </a:moveTo>
                <a:cubicBezTo>
                  <a:pt x="9041784" y="1490491"/>
                  <a:pt x="8724348" y="1807927"/>
                  <a:pt x="8332733" y="1808020"/>
                </a:cubicBezTo>
                <a:cubicBezTo>
                  <a:pt x="7941087" y="1808020"/>
                  <a:pt x="7623589" y="1490521"/>
                  <a:pt x="7623589" y="1098876"/>
                </a:cubicBezTo>
                <a:cubicBezTo>
                  <a:pt x="7623589" y="491905"/>
                  <a:pt x="7131555" y="-128"/>
                  <a:pt x="6524586" y="-128"/>
                </a:cubicBezTo>
                <a:cubicBezTo>
                  <a:pt x="5917709" y="-221"/>
                  <a:pt x="5425676" y="491688"/>
                  <a:pt x="5425583" y="1098564"/>
                </a:cubicBezTo>
                <a:cubicBezTo>
                  <a:pt x="5425583" y="1098674"/>
                  <a:pt x="5425583" y="1098766"/>
                  <a:pt x="5425583" y="1098876"/>
                </a:cubicBezTo>
                <a:lnTo>
                  <a:pt x="5425583" y="1098876"/>
                </a:lnTo>
                <a:cubicBezTo>
                  <a:pt x="5425490" y="1490491"/>
                  <a:pt x="5108053" y="1807927"/>
                  <a:pt x="4716438" y="1808020"/>
                </a:cubicBezTo>
                <a:cubicBezTo>
                  <a:pt x="4324823" y="1807927"/>
                  <a:pt x="4007371" y="1490491"/>
                  <a:pt x="4007294" y="1098876"/>
                </a:cubicBezTo>
                <a:cubicBezTo>
                  <a:pt x="4007294" y="491905"/>
                  <a:pt x="3515260" y="-128"/>
                  <a:pt x="2908290" y="-128"/>
                </a:cubicBezTo>
                <a:cubicBezTo>
                  <a:pt x="2301321" y="-221"/>
                  <a:pt x="1809226" y="491750"/>
                  <a:pt x="1809133" y="1098720"/>
                </a:cubicBezTo>
                <a:cubicBezTo>
                  <a:pt x="1809133" y="1098766"/>
                  <a:pt x="1809133" y="1098829"/>
                  <a:pt x="1809133" y="1098876"/>
                </a:cubicBezTo>
                <a:cubicBezTo>
                  <a:pt x="1809133" y="1490521"/>
                  <a:pt x="1491634" y="1808020"/>
                  <a:pt x="1099988" y="1808020"/>
                </a:cubicBezTo>
                <a:cubicBezTo>
                  <a:pt x="708404" y="1807927"/>
                  <a:pt x="390998" y="1490459"/>
                  <a:pt x="390998" y="1098876"/>
                </a:cubicBezTo>
                <a:lnTo>
                  <a:pt x="985" y="1098876"/>
                </a:lnTo>
                <a:cubicBezTo>
                  <a:pt x="985" y="1705846"/>
                  <a:pt x="493018" y="2197879"/>
                  <a:pt x="1099988" y="2197879"/>
                </a:cubicBezTo>
                <a:cubicBezTo>
                  <a:pt x="1706958" y="2197972"/>
                  <a:pt x="2199053" y="1706001"/>
                  <a:pt x="2199146" y="1099031"/>
                </a:cubicBezTo>
                <a:cubicBezTo>
                  <a:pt x="2199146" y="1098984"/>
                  <a:pt x="2199146" y="1098922"/>
                  <a:pt x="2199146" y="1098876"/>
                </a:cubicBezTo>
                <a:cubicBezTo>
                  <a:pt x="2199146" y="707229"/>
                  <a:pt x="2516645" y="389731"/>
                  <a:pt x="2908290" y="389731"/>
                </a:cubicBezTo>
                <a:cubicBezTo>
                  <a:pt x="3299906" y="389824"/>
                  <a:pt x="3617358" y="707260"/>
                  <a:pt x="3617435" y="1098876"/>
                </a:cubicBezTo>
                <a:cubicBezTo>
                  <a:pt x="3617435" y="1705846"/>
                  <a:pt x="4109468" y="2197879"/>
                  <a:pt x="4716438" y="2197879"/>
                </a:cubicBezTo>
                <a:cubicBezTo>
                  <a:pt x="5323408" y="2197879"/>
                  <a:pt x="5815441" y="1705846"/>
                  <a:pt x="5815441" y="1098876"/>
                </a:cubicBezTo>
                <a:cubicBezTo>
                  <a:pt x="5815534" y="707198"/>
                  <a:pt x="6133064" y="389731"/>
                  <a:pt x="6524741" y="389731"/>
                </a:cubicBezTo>
                <a:cubicBezTo>
                  <a:pt x="6916310" y="389731"/>
                  <a:pt x="7233730" y="707151"/>
                  <a:pt x="7233730" y="1098720"/>
                </a:cubicBezTo>
                <a:cubicBezTo>
                  <a:pt x="7233730" y="1098766"/>
                  <a:pt x="7233730" y="1098829"/>
                  <a:pt x="7233730" y="1098876"/>
                </a:cubicBezTo>
                <a:cubicBezTo>
                  <a:pt x="7233730" y="1705846"/>
                  <a:pt x="7725779" y="2197879"/>
                  <a:pt x="8332733" y="2197879"/>
                </a:cubicBezTo>
                <a:cubicBezTo>
                  <a:pt x="8332780" y="2197879"/>
                  <a:pt x="8332842" y="2197879"/>
                  <a:pt x="8332889" y="2197879"/>
                </a:cubicBezTo>
                <a:cubicBezTo>
                  <a:pt x="8939858" y="2197879"/>
                  <a:pt x="9431891" y="1705846"/>
                  <a:pt x="9431891" y="109887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7E981B-4B06-5ACA-7A3D-8877920DD0A8}"/>
              </a:ext>
            </a:extLst>
          </p:cNvPr>
          <p:cNvSpPr/>
          <p:nvPr/>
        </p:nvSpPr>
        <p:spPr>
          <a:xfrm>
            <a:off x="3502236" y="6294063"/>
            <a:ext cx="2805920" cy="2805922"/>
          </a:xfrm>
          <a:custGeom>
            <a:avLst/>
            <a:gdLst>
              <a:gd name="connsiteX0" fmla="*/ 1418289 w 1418288"/>
              <a:gd name="connsiteY0" fmla="*/ 709145 h 1418289"/>
              <a:gd name="connsiteX1" fmla="*/ 709144 w 1418288"/>
              <a:gd name="connsiteY1" fmla="*/ 1418289 h 1418289"/>
              <a:gd name="connsiteX2" fmla="*/ 0 w 1418288"/>
              <a:gd name="connsiteY2" fmla="*/ 709145 h 1418289"/>
              <a:gd name="connsiteX3" fmla="*/ 709144 w 1418288"/>
              <a:gd name="connsiteY3" fmla="*/ 0 h 1418289"/>
              <a:gd name="connsiteX4" fmla="*/ 1418289 w 1418288"/>
              <a:gd name="connsiteY4" fmla="*/ 709145 h 1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288" h="1418289">
                <a:moveTo>
                  <a:pt x="1418289" y="709145"/>
                </a:moveTo>
                <a:cubicBezTo>
                  <a:pt x="1418289" y="1100795"/>
                  <a:pt x="1100794" y="1418289"/>
                  <a:pt x="709144" y="1418289"/>
                </a:cubicBezTo>
                <a:cubicBezTo>
                  <a:pt x="317495" y="1418289"/>
                  <a:pt x="0" y="1100794"/>
                  <a:pt x="0" y="709145"/>
                </a:cubicBezTo>
                <a:cubicBezTo>
                  <a:pt x="0" y="317495"/>
                  <a:pt x="317495" y="0"/>
                  <a:pt x="709144" y="0"/>
                </a:cubicBezTo>
                <a:cubicBezTo>
                  <a:pt x="1100794" y="0"/>
                  <a:pt x="1418289" y="317495"/>
                  <a:pt x="1418289" y="709145"/>
                </a:cubicBezTo>
                <a:close/>
              </a:path>
            </a:pathLst>
          </a:custGeom>
          <a:solidFill>
            <a:srgbClr val="FFFFFF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845708-B080-4535-E7DC-3801C4FA8DC0}"/>
              </a:ext>
            </a:extLst>
          </p:cNvPr>
          <p:cNvSpPr/>
          <p:nvPr/>
        </p:nvSpPr>
        <p:spPr>
          <a:xfrm>
            <a:off x="3899877" y="6691700"/>
            <a:ext cx="2010643" cy="2010643"/>
          </a:xfrm>
          <a:custGeom>
            <a:avLst/>
            <a:gdLst>
              <a:gd name="connsiteX0" fmla="*/ 1016306 w 1016305"/>
              <a:gd name="connsiteY0" fmla="*/ 508153 h 1016305"/>
              <a:gd name="connsiteX1" fmla="*/ 508153 w 1016305"/>
              <a:gd name="connsiteY1" fmla="*/ 1016306 h 1016305"/>
              <a:gd name="connsiteX2" fmla="*/ 0 w 1016305"/>
              <a:gd name="connsiteY2" fmla="*/ 508153 h 1016305"/>
              <a:gd name="connsiteX3" fmla="*/ 508153 w 1016305"/>
              <a:gd name="connsiteY3" fmla="*/ 0 h 1016305"/>
              <a:gd name="connsiteX4" fmla="*/ 1016306 w 1016305"/>
              <a:gd name="connsiteY4" fmla="*/ 508153 h 101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305" h="1016305">
                <a:moveTo>
                  <a:pt x="1016306" y="508153"/>
                </a:moveTo>
                <a:cubicBezTo>
                  <a:pt x="1016306" y="788798"/>
                  <a:pt x="788798" y="1016306"/>
                  <a:pt x="508153" y="1016306"/>
                </a:cubicBezTo>
                <a:cubicBezTo>
                  <a:pt x="227508" y="1016306"/>
                  <a:pt x="0" y="788798"/>
                  <a:pt x="0" y="508153"/>
                </a:cubicBezTo>
                <a:cubicBezTo>
                  <a:pt x="0" y="227508"/>
                  <a:pt x="227508" y="0"/>
                  <a:pt x="508153" y="0"/>
                </a:cubicBezTo>
                <a:cubicBezTo>
                  <a:pt x="788798" y="0"/>
                  <a:pt x="1016306" y="227508"/>
                  <a:pt x="1016306" y="508153"/>
                </a:cubicBezTo>
                <a:close/>
              </a:path>
            </a:pathLst>
          </a:custGeom>
          <a:solidFill>
            <a:schemeClr val="accent1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D69632A-B7D4-1FB4-194E-412798EE65CC}"/>
              </a:ext>
            </a:extLst>
          </p:cNvPr>
          <p:cNvSpPr/>
          <p:nvPr/>
        </p:nvSpPr>
        <p:spPr>
          <a:xfrm>
            <a:off x="7079757" y="6294063"/>
            <a:ext cx="2805920" cy="2805922"/>
          </a:xfrm>
          <a:custGeom>
            <a:avLst/>
            <a:gdLst>
              <a:gd name="connsiteX0" fmla="*/ 1418289 w 1418288"/>
              <a:gd name="connsiteY0" fmla="*/ 709145 h 1418289"/>
              <a:gd name="connsiteX1" fmla="*/ 709144 w 1418288"/>
              <a:gd name="connsiteY1" fmla="*/ 1418289 h 1418289"/>
              <a:gd name="connsiteX2" fmla="*/ 0 w 1418288"/>
              <a:gd name="connsiteY2" fmla="*/ 709145 h 1418289"/>
              <a:gd name="connsiteX3" fmla="*/ 709144 w 1418288"/>
              <a:gd name="connsiteY3" fmla="*/ 0 h 1418289"/>
              <a:gd name="connsiteX4" fmla="*/ 1418289 w 1418288"/>
              <a:gd name="connsiteY4" fmla="*/ 709145 h 1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288" h="1418289">
                <a:moveTo>
                  <a:pt x="1418289" y="709145"/>
                </a:moveTo>
                <a:cubicBezTo>
                  <a:pt x="1418289" y="1100795"/>
                  <a:pt x="1100794" y="1418289"/>
                  <a:pt x="709144" y="1418289"/>
                </a:cubicBezTo>
                <a:cubicBezTo>
                  <a:pt x="317495" y="1418289"/>
                  <a:pt x="0" y="1100794"/>
                  <a:pt x="0" y="709145"/>
                </a:cubicBezTo>
                <a:cubicBezTo>
                  <a:pt x="0" y="317495"/>
                  <a:pt x="317495" y="0"/>
                  <a:pt x="709144" y="0"/>
                </a:cubicBezTo>
                <a:cubicBezTo>
                  <a:pt x="1100794" y="0"/>
                  <a:pt x="1418289" y="317495"/>
                  <a:pt x="1418289" y="709145"/>
                </a:cubicBezTo>
                <a:close/>
              </a:path>
            </a:pathLst>
          </a:custGeom>
          <a:solidFill>
            <a:srgbClr val="FFFFFF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5BBCA5-D909-B463-29A9-9074D10CFC81}"/>
              </a:ext>
            </a:extLst>
          </p:cNvPr>
          <p:cNvSpPr/>
          <p:nvPr/>
        </p:nvSpPr>
        <p:spPr>
          <a:xfrm>
            <a:off x="7477397" y="6691700"/>
            <a:ext cx="2010643" cy="2010643"/>
          </a:xfrm>
          <a:custGeom>
            <a:avLst/>
            <a:gdLst>
              <a:gd name="connsiteX0" fmla="*/ 1016306 w 1016305"/>
              <a:gd name="connsiteY0" fmla="*/ 508153 h 1016305"/>
              <a:gd name="connsiteX1" fmla="*/ 508153 w 1016305"/>
              <a:gd name="connsiteY1" fmla="*/ 1016306 h 1016305"/>
              <a:gd name="connsiteX2" fmla="*/ 0 w 1016305"/>
              <a:gd name="connsiteY2" fmla="*/ 508153 h 1016305"/>
              <a:gd name="connsiteX3" fmla="*/ 508153 w 1016305"/>
              <a:gd name="connsiteY3" fmla="*/ 0 h 1016305"/>
              <a:gd name="connsiteX4" fmla="*/ 1016306 w 1016305"/>
              <a:gd name="connsiteY4" fmla="*/ 508153 h 101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305" h="1016305">
                <a:moveTo>
                  <a:pt x="1016306" y="508153"/>
                </a:moveTo>
                <a:cubicBezTo>
                  <a:pt x="1016306" y="788798"/>
                  <a:pt x="788798" y="1016306"/>
                  <a:pt x="508153" y="1016306"/>
                </a:cubicBezTo>
                <a:cubicBezTo>
                  <a:pt x="227508" y="1016306"/>
                  <a:pt x="0" y="788798"/>
                  <a:pt x="0" y="508153"/>
                </a:cubicBezTo>
                <a:cubicBezTo>
                  <a:pt x="0" y="227508"/>
                  <a:pt x="227508" y="0"/>
                  <a:pt x="508153" y="0"/>
                </a:cubicBezTo>
                <a:cubicBezTo>
                  <a:pt x="788798" y="0"/>
                  <a:pt x="1016306" y="227508"/>
                  <a:pt x="1016306" y="508153"/>
                </a:cubicBezTo>
                <a:close/>
              </a:path>
            </a:pathLst>
          </a:custGeom>
          <a:solidFill>
            <a:schemeClr val="accent2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2CF479E-B604-3776-D393-3094BD5EAEAF}"/>
              </a:ext>
            </a:extLst>
          </p:cNvPr>
          <p:cNvSpPr/>
          <p:nvPr/>
        </p:nvSpPr>
        <p:spPr>
          <a:xfrm>
            <a:off x="10656968" y="6294063"/>
            <a:ext cx="2805920" cy="2805922"/>
          </a:xfrm>
          <a:custGeom>
            <a:avLst/>
            <a:gdLst>
              <a:gd name="connsiteX0" fmla="*/ 1418289 w 1418288"/>
              <a:gd name="connsiteY0" fmla="*/ 709145 h 1418289"/>
              <a:gd name="connsiteX1" fmla="*/ 709145 w 1418288"/>
              <a:gd name="connsiteY1" fmla="*/ 1418289 h 1418289"/>
              <a:gd name="connsiteX2" fmla="*/ 0 w 1418288"/>
              <a:gd name="connsiteY2" fmla="*/ 709145 h 1418289"/>
              <a:gd name="connsiteX3" fmla="*/ 709145 w 1418288"/>
              <a:gd name="connsiteY3" fmla="*/ 0 h 1418289"/>
              <a:gd name="connsiteX4" fmla="*/ 1418289 w 1418288"/>
              <a:gd name="connsiteY4" fmla="*/ 709145 h 1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288" h="1418289">
                <a:moveTo>
                  <a:pt x="1418289" y="709145"/>
                </a:moveTo>
                <a:cubicBezTo>
                  <a:pt x="1418289" y="1100795"/>
                  <a:pt x="1100794" y="1418289"/>
                  <a:pt x="709145" y="1418289"/>
                </a:cubicBezTo>
                <a:cubicBezTo>
                  <a:pt x="317495" y="1418289"/>
                  <a:pt x="0" y="1100794"/>
                  <a:pt x="0" y="709145"/>
                </a:cubicBezTo>
                <a:cubicBezTo>
                  <a:pt x="0" y="317495"/>
                  <a:pt x="317495" y="0"/>
                  <a:pt x="709145" y="0"/>
                </a:cubicBezTo>
                <a:cubicBezTo>
                  <a:pt x="1100794" y="0"/>
                  <a:pt x="1418289" y="317495"/>
                  <a:pt x="1418289" y="709145"/>
                </a:cubicBezTo>
                <a:close/>
              </a:path>
            </a:pathLst>
          </a:custGeom>
          <a:solidFill>
            <a:srgbClr val="FFFFFF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0227933-DD76-F7C8-01B5-E99BCF5E989B}"/>
              </a:ext>
            </a:extLst>
          </p:cNvPr>
          <p:cNvSpPr/>
          <p:nvPr/>
        </p:nvSpPr>
        <p:spPr>
          <a:xfrm>
            <a:off x="11054609" y="6691700"/>
            <a:ext cx="2010643" cy="2010643"/>
          </a:xfrm>
          <a:custGeom>
            <a:avLst/>
            <a:gdLst>
              <a:gd name="connsiteX0" fmla="*/ 1016306 w 1016305"/>
              <a:gd name="connsiteY0" fmla="*/ 508153 h 1016305"/>
              <a:gd name="connsiteX1" fmla="*/ 508153 w 1016305"/>
              <a:gd name="connsiteY1" fmla="*/ 1016306 h 1016305"/>
              <a:gd name="connsiteX2" fmla="*/ 0 w 1016305"/>
              <a:gd name="connsiteY2" fmla="*/ 508153 h 1016305"/>
              <a:gd name="connsiteX3" fmla="*/ 508153 w 1016305"/>
              <a:gd name="connsiteY3" fmla="*/ 0 h 1016305"/>
              <a:gd name="connsiteX4" fmla="*/ 1016306 w 1016305"/>
              <a:gd name="connsiteY4" fmla="*/ 508153 h 101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305" h="1016305">
                <a:moveTo>
                  <a:pt x="1016306" y="508153"/>
                </a:moveTo>
                <a:cubicBezTo>
                  <a:pt x="1016306" y="788798"/>
                  <a:pt x="788798" y="1016306"/>
                  <a:pt x="508153" y="1016306"/>
                </a:cubicBezTo>
                <a:cubicBezTo>
                  <a:pt x="227508" y="1016306"/>
                  <a:pt x="0" y="788798"/>
                  <a:pt x="0" y="508153"/>
                </a:cubicBezTo>
                <a:cubicBezTo>
                  <a:pt x="0" y="227508"/>
                  <a:pt x="227508" y="0"/>
                  <a:pt x="508153" y="0"/>
                </a:cubicBezTo>
                <a:cubicBezTo>
                  <a:pt x="788798" y="0"/>
                  <a:pt x="1016306" y="227508"/>
                  <a:pt x="1016306" y="508153"/>
                </a:cubicBezTo>
                <a:close/>
              </a:path>
            </a:pathLst>
          </a:custGeom>
          <a:solidFill>
            <a:schemeClr val="accent3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D7F987E-0664-75B4-095E-B6286DBE531E}"/>
              </a:ext>
            </a:extLst>
          </p:cNvPr>
          <p:cNvSpPr/>
          <p:nvPr/>
        </p:nvSpPr>
        <p:spPr>
          <a:xfrm>
            <a:off x="17811702" y="6294063"/>
            <a:ext cx="2805920" cy="2805922"/>
          </a:xfrm>
          <a:custGeom>
            <a:avLst/>
            <a:gdLst>
              <a:gd name="connsiteX0" fmla="*/ 1418289 w 1418288"/>
              <a:gd name="connsiteY0" fmla="*/ 709145 h 1418289"/>
              <a:gd name="connsiteX1" fmla="*/ 709145 w 1418288"/>
              <a:gd name="connsiteY1" fmla="*/ 1418289 h 1418289"/>
              <a:gd name="connsiteX2" fmla="*/ 0 w 1418288"/>
              <a:gd name="connsiteY2" fmla="*/ 709145 h 1418289"/>
              <a:gd name="connsiteX3" fmla="*/ 709145 w 1418288"/>
              <a:gd name="connsiteY3" fmla="*/ 0 h 1418289"/>
              <a:gd name="connsiteX4" fmla="*/ 1418289 w 1418288"/>
              <a:gd name="connsiteY4" fmla="*/ 709145 h 1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288" h="1418289">
                <a:moveTo>
                  <a:pt x="1418289" y="709145"/>
                </a:moveTo>
                <a:cubicBezTo>
                  <a:pt x="1418289" y="1100795"/>
                  <a:pt x="1100795" y="1418289"/>
                  <a:pt x="709145" y="1418289"/>
                </a:cubicBezTo>
                <a:cubicBezTo>
                  <a:pt x="317495" y="1418289"/>
                  <a:pt x="0" y="1100794"/>
                  <a:pt x="0" y="709145"/>
                </a:cubicBezTo>
                <a:cubicBezTo>
                  <a:pt x="0" y="317495"/>
                  <a:pt x="317495" y="0"/>
                  <a:pt x="709145" y="0"/>
                </a:cubicBezTo>
                <a:cubicBezTo>
                  <a:pt x="1100795" y="0"/>
                  <a:pt x="1418289" y="317495"/>
                  <a:pt x="1418289" y="709145"/>
                </a:cubicBezTo>
                <a:close/>
              </a:path>
            </a:pathLst>
          </a:custGeom>
          <a:solidFill>
            <a:srgbClr val="FFFFFF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3CCA9EE-E210-6276-0F6C-B053561896E6}"/>
              </a:ext>
            </a:extLst>
          </p:cNvPr>
          <p:cNvSpPr/>
          <p:nvPr/>
        </p:nvSpPr>
        <p:spPr>
          <a:xfrm>
            <a:off x="18209341" y="6691700"/>
            <a:ext cx="2010643" cy="2010643"/>
          </a:xfrm>
          <a:custGeom>
            <a:avLst/>
            <a:gdLst>
              <a:gd name="connsiteX0" fmla="*/ 1016306 w 1016305"/>
              <a:gd name="connsiteY0" fmla="*/ 508153 h 1016305"/>
              <a:gd name="connsiteX1" fmla="*/ 508153 w 1016305"/>
              <a:gd name="connsiteY1" fmla="*/ 1016306 h 1016305"/>
              <a:gd name="connsiteX2" fmla="*/ 0 w 1016305"/>
              <a:gd name="connsiteY2" fmla="*/ 508153 h 1016305"/>
              <a:gd name="connsiteX3" fmla="*/ 508153 w 1016305"/>
              <a:gd name="connsiteY3" fmla="*/ 0 h 1016305"/>
              <a:gd name="connsiteX4" fmla="*/ 1016306 w 1016305"/>
              <a:gd name="connsiteY4" fmla="*/ 508153 h 101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305" h="1016305">
                <a:moveTo>
                  <a:pt x="1016306" y="508153"/>
                </a:moveTo>
                <a:cubicBezTo>
                  <a:pt x="1016306" y="788798"/>
                  <a:pt x="788798" y="1016306"/>
                  <a:pt x="508153" y="1016306"/>
                </a:cubicBezTo>
                <a:cubicBezTo>
                  <a:pt x="227508" y="1016306"/>
                  <a:pt x="0" y="788798"/>
                  <a:pt x="0" y="508153"/>
                </a:cubicBezTo>
                <a:cubicBezTo>
                  <a:pt x="0" y="227508"/>
                  <a:pt x="227508" y="0"/>
                  <a:pt x="508153" y="0"/>
                </a:cubicBezTo>
                <a:cubicBezTo>
                  <a:pt x="788798" y="0"/>
                  <a:pt x="1016306" y="227508"/>
                  <a:pt x="1016306" y="508153"/>
                </a:cubicBezTo>
                <a:close/>
              </a:path>
            </a:pathLst>
          </a:custGeom>
          <a:solidFill>
            <a:schemeClr val="accent5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07CF27A-10FB-3B86-6CF3-8C006E097F2C}"/>
              </a:ext>
            </a:extLst>
          </p:cNvPr>
          <p:cNvSpPr/>
          <p:nvPr/>
        </p:nvSpPr>
        <p:spPr>
          <a:xfrm>
            <a:off x="14234182" y="6294063"/>
            <a:ext cx="2805920" cy="2805922"/>
          </a:xfrm>
          <a:custGeom>
            <a:avLst/>
            <a:gdLst>
              <a:gd name="connsiteX0" fmla="*/ 1418289 w 1418288"/>
              <a:gd name="connsiteY0" fmla="*/ 709145 h 1418289"/>
              <a:gd name="connsiteX1" fmla="*/ 709145 w 1418288"/>
              <a:gd name="connsiteY1" fmla="*/ 1418289 h 1418289"/>
              <a:gd name="connsiteX2" fmla="*/ 0 w 1418288"/>
              <a:gd name="connsiteY2" fmla="*/ 709145 h 1418289"/>
              <a:gd name="connsiteX3" fmla="*/ 709145 w 1418288"/>
              <a:gd name="connsiteY3" fmla="*/ 0 h 1418289"/>
              <a:gd name="connsiteX4" fmla="*/ 1418289 w 1418288"/>
              <a:gd name="connsiteY4" fmla="*/ 709145 h 1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8288" h="1418289">
                <a:moveTo>
                  <a:pt x="1418289" y="709145"/>
                </a:moveTo>
                <a:cubicBezTo>
                  <a:pt x="1418289" y="1100795"/>
                  <a:pt x="1100794" y="1418289"/>
                  <a:pt x="709145" y="1418289"/>
                </a:cubicBezTo>
                <a:cubicBezTo>
                  <a:pt x="317495" y="1418289"/>
                  <a:pt x="0" y="1100794"/>
                  <a:pt x="0" y="709145"/>
                </a:cubicBezTo>
                <a:cubicBezTo>
                  <a:pt x="0" y="317495"/>
                  <a:pt x="317495" y="0"/>
                  <a:pt x="709145" y="0"/>
                </a:cubicBezTo>
                <a:cubicBezTo>
                  <a:pt x="1100794" y="0"/>
                  <a:pt x="1418289" y="317495"/>
                  <a:pt x="1418289" y="709145"/>
                </a:cubicBezTo>
                <a:close/>
              </a:path>
            </a:pathLst>
          </a:custGeom>
          <a:solidFill>
            <a:srgbClr val="FFFFFF"/>
          </a:solidFill>
          <a:ln w="1553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A19E5165-04EA-BD6D-6F56-8109680F4106}"/>
              </a:ext>
            </a:extLst>
          </p:cNvPr>
          <p:cNvSpPr/>
          <p:nvPr/>
        </p:nvSpPr>
        <p:spPr>
          <a:xfrm>
            <a:off x="14631821" y="6691700"/>
            <a:ext cx="2010643" cy="2010643"/>
          </a:xfrm>
          <a:custGeom>
            <a:avLst/>
            <a:gdLst>
              <a:gd name="connsiteX0" fmla="*/ 1016306 w 1016305"/>
              <a:gd name="connsiteY0" fmla="*/ 508153 h 1016305"/>
              <a:gd name="connsiteX1" fmla="*/ 508153 w 1016305"/>
              <a:gd name="connsiteY1" fmla="*/ 1016306 h 1016305"/>
              <a:gd name="connsiteX2" fmla="*/ 0 w 1016305"/>
              <a:gd name="connsiteY2" fmla="*/ 508153 h 1016305"/>
              <a:gd name="connsiteX3" fmla="*/ 508153 w 1016305"/>
              <a:gd name="connsiteY3" fmla="*/ 0 h 1016305"/>
              <a:gd name="connsiteX4" fmla="*/ 1016306 w 1016305"/>
              <a:gd name="connsiteY4" fmla="*/ 508153 h 101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305" h="1016305">
                <a:moveTo>
                  <a:pt x="1016306" y="508153"/>
                </a:moveTo>
                <a:cubicBezTo>
                  <a:pt x="1016306" y="788798"/>
                  <a:pt x="788798" y="1016306"/>
                  <a:pt x="508153" y="1016306"/>
                </a:cubicBezTo>
                <a:cubicBezTo>
                  <a:pt x="227507" y="1016306"/>
                  <a:pt x="0" y="788798"/>
                  <a:pt x="0" y="508153"/>
                </a:cubicBezTo>
                <a:cubicBezTo>
                  <a:pt x="0" y="227508"/>
                  <a:pt x="227507" y="0"/>
                  <a:pt x="508153" y="0"/>
                </a:cubicBezTo>
                <a:cubicBezTo>
                  <a:pt x="788798" y="0"/>
                  <a:pt x="1016306" y="227508"/>
                  <a:pt x="1016306" y="508153"/>
                </a:cubicBezTo>
                <a:close/>
              </a:path>
            </a:pathLst>
          </a:custGeom>
          <a:solidFill>
            <a:schemeClr val="accent4"/>
          </a:solidFill>
          <a:ln w="15535" cap="flat">
            <a:noFill/>
            <a:prstDash val="solid"/>
            <a:miter/>
          </a:ln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C5823C-4105-E9F1-7876-B6AEC23C74A4}"/>
              </a:ext>
            </a:extLst>
          </p:cNvPr>
          <p:cNvSpPr/>
          <p:nvPr/>
        </p:nvSpPr>
        <p:spPr>
          <a:xfrm>
            <a:off x="4253190" y="9207236"/>
            <a:ext cx="130401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3147EE0-CD29-B69A-0CA7-B7CD275AB0DF}"/>
              </a:ext>
            </a:extLst>
          </p:cNvPr>
          <p:cNvSpPr/>
          <p:nvPr/>
        </p:nvSpPr>
        <p:spPr>
          <a:xfrm>
            <a:off x="11407922" y="9207236"/>
            <a:ext cx="130401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C0DDED-F797-88C9-707B-7DCEFAF81729}"/>
              </a:ext>
            </a:extLst>
          </p:cNvPr>
          <p:cNvSpPr/>
          <p:nvPr/>
        </p:nvSpPr>
        <p:spPr>
          <a:xfrm>
            <a:off x="18562654" y="9207236"/>
            <a:ext cx="130401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D9D873-C4B6-58BB-049A-ADC24CAF638C}"/>
              </a:ext>
            </a:extLst>
          </p:cNvPr>
          <p:cNvSpPr/>
          <p:nvPr/>
        </p:nvSpPr>
        <p:spPr>
          <a:xfrm>
            <a:off x="7830710" y="5669887"/>
            <a:ext cx="130401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ACFDAC-6731-257D-8C3F-C6B43D39D476}"/>
              </a:ext>
            </a:extLst>
          </p:cNvPr>
          <p:cNvSpPr/>
          <p:nvPr/>
        </p:nvSpPr>
        <p:spPr>
          <a:xfrm>
            <a:off x="14985134" y="5669887"/>
            <a:ext cx="1304013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</a:p>
        </p:txBody>
      </p:sp>
      <p:sp>
        <p:nvSpPr>
          <p:cNvPr id="35" name="TextBox 47">
            <a:extLst>
              <a:ext uri="{FF2B5EF4-FFF2-40B4-BE49-F238E27FC236}">
                <a16:creationId xmlns:a16="http://schemas.microsoft.com/office/drawing/2014/main" id="{0695981F-F1AC-2CD6-982C-5D7406DB2FB9}"/>
              </a:ext>
            </a:extLst>
          </p:cNvPr>
          <p:cNvSpPr txBox="1">
            <a:spLocks/>
          </p:cNvSpPr>
          <p:nvPr/>
        </p:nvSpPr>
        <p:spPr>
          <a:xfrm>
            <a:off x="3546789" y="10295691"/>
            <a:ext cx="2717124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is simply</a:t>
            </a:r>
          </a:p>
        </p:txBody>
      </p:sp>
      <p:sp>
        <p:nvSpPr>
          <p:cNvPr id="36" name="TextBox 48">
            <a:extLst>
              <a:ext uri="{FF2B5EF4-FFF2-40B4-BE49-F238E27FC236}">
                <a16:creationId xmlns:a16="http://schemas.microsoft.com/office/drawing/2014/main" id="{3B87244E-0A47-AF27-0A8D-12C71AFB8239}"/>
              </a:ext>
            </a:extLst>
          </p:cNvPr>
          <p:cNvSpPr txBox="1">
            <a:spLocks/>
          </p:cNvSpPr>
          <p:nvPr/>
        </p:nvSpPr>
        <p:spPr>
          <a:xfrm>
            <a:off x="10700907" y="10295691"/>
            <a:ext cx="2717124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is simply</a:t>
            </a:r>
          </a:p>
        </p:txBody>
      </p:sp>
      <p:sp>
        <p:nvSpPr>
          <p:cNvPr id="37" name="TextBox 49">
            <a:extLst>
              <a:ext uri="{FF2B5EF4-FFF2-40B4-BE49-F238E27FC236}">
                <a16:creationId xmlns:a16="http://schemas.microsoft.com/office/drawing/2014/main" id="{2ECDD790-6B4A-D7E4-07DC-88DAD84A11FC}"/>
              </a:ext>
            </a:extLst>
          </p:cNvPr>
          <p:cNvSpPr txBox="1">
            <a:spLocks/>
          </p:cNvSpPr>
          <p:nvPr/>
        </p:nvSpPr>
        <p:spPr>
          <a:xfrm>
            <a:off x="17855641" y="10295691"/>
            <a:ext cx="2717124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is simply</a:t>
            </a:r>
          </a:p>
        </p:txBody>
      </p:sp>
      <p:sp>
        <p:nvSpPr>
          <p:cNvPr id="38" name="TextBox 50">
            <a:extLst>
              <a:ext uri="{FF2B5EF4-FFF2-40B4-BE49-F238E27FC236}">
                <a16:creationId xmlns:a16="http://schemas.microsoft.com/office/drawing/2014/main" id="{59BA13C4-38CC-C05E-7841-DA4134C8BBEF}"/>
              </a:ext>
            </a:extLst>
          </p:cNvPr>
          <p:cNvSpPr txBox="1">
            <a:spLocks/>
          </p:cNvSpPr>
          <p:nvPr/>
        </p:nvSpPr>
        <p:spPr>
          <a:xfrm>
            <a:off x="7124924" y="3965142"/>
            <a:ext cx="2717124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is simply</a:t>
            </a:r>
          </a:p>
        </p:txBody>
      </p:sp>
      <p:sp>
        <p:nvSpPr>
          <p:cNvPr id="39" name="TextBox 51">
            <a:extLst>
              <a:ext uri="{FF2B5EF4-FFF2-40B4-BE49-F238E27FC236}">
                <a16:creationId xmlns:a16="http://schemas.microsoft.com/office/drawing/2014/main" id="{F181849E-662B-7D7C-6F05-FAF0C0F15A6F}"/>
              </a:ext>
            </a:extLst>
          </p:cNvPr>
          <p:cNvSpPr txBox="1">
            <a:spLocks/>
          </p:cNvSpPr>
          <p:nvPr/>
        </p:nvSpPr>
        <p:spPr>
          <a:xfrm>
            <a:off x="14278734" y="3965142"/>
            <a:ext cx="2717124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 is simply</a:t>
            </a:r>
          </a:p>
        </p:txBody>
      </p:sp>
      <p:grpSp>
        <p:nvGrpSpPr>
          <p:cNvPr id="87" name="成组">
            <a:extLst>
              <a:ext uri="{FF2B5EF4-FFF2-40B4-BE49-F238E27FC236}">
                <a16:creationId xmlns:a16="http://schemas.microsoft.com/office/drawing/2014/main" id="{6D37D208-9D99-36CF-436E-9F98F690DA22}"/>
              </a:ext>
            </a:extLst>
          </p:cNvPr>
          <p:cNvGrpSpPr/>
          <p:nvPr/>
        </p:nvGrpSpPr>
        <p:grpSpPr>
          <a:xfrm>
            <a:off x="11694062" y="7326176"/>
            <a:ext cx="742005" cy="742001"/>
            <a:chOff x="0" y="0"/>
            <a:chExt cx="457200" cy="457200"/>
          </a:xfrm>
        </p:grpSpPr>
        <p:sp>
          <p:nvSpPr>
            <p:cNvPr id="88" name="任意形状 375">
              <a:extLst>
                <a:ext uri="{FF2B5EF4-FFF2-40B4-BE49-F238E27FC236}">
                  <a16:creationId xmlns:a16="http://schemas.microsoft.com/office/drawing/2014/main" id="{403CB26F-0A91-4397-AC2A-E29E340D02F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89" name="任意形状 376">
              <a:extLst>
                <a:ext uri="{FF2B5EF4-FFF2-40B4-BE49-F238E27FC236}">
                  <a16:creationId xmlns:a16="http://schemas.microsoft.com/office/drawing/2014/main" id="{34F206F5-BF9A-5BA4-F57A-AF189BA4E057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90" name="成组">
            <a:extLst>
              <a:ext uri="{FF2B5EF4-FFF2-40B4-BE49-F238E27FC236}">
                <a16:creationId xmlns:a16="http://schemas.microsoft.com/office/drawing/2014/main" id="{4E9DDC0D-49FF-C978-AA94-A9CEBBF5676C}"/>
              </a:ext>
            </a:extLst>
          </p:cNvPr>
          <p:cNvGrpSpPr/>
          <p:nvPr/>
        </p:nvGrpSpPr>
        <p:grpSpPr>
          <a:xfrm>
            <a:off x="18843660" y="7326176"/>
            <a:ext cx="742005" cy="742001"/>
            <a:chOff x="0" y="0"/>
            <a:chExt cx="457200" cy="457200"/>
          </a:xfrm>
        </p:grpSpPr>
        <p:sp>
          <p:nvSpPr>
            <p:cNvPr id="91" name="任意形状 381">
              <a:extLst>
                <a:ext uri="{FF2B5EF4-FFF2-40B4-BE49-F238E27FC236}">
                  <a16:creationId xmlns:a16="http://schemas.microsoft.com/office/drawing/2014/main" id="{93115597-9F86-BA4D-9259-EBC5467DD4B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92" name="任意形状 382">
              <a:extLst>
                <a:ext uri="{FF2B5EF4-FFF2-40B4-BE49-F238E27FC236}">
                  <a16:creationId xmlns:a16="http://schemas.microsoft.com/office/drawing/2014/main" id="{58AC1734-344C-BF91-C2BE-C25DE1BE610B}"/>
                </a:ext>
              </a:extLst>
            </p:cNvPr>
            <p:cNvSpPr/>
            <p:nvPr/>
          </p:nvSpPr>
          <p:spPr>
            <a:xfrm>
              <a:off x="19050" y="38100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93" name="成组">
            <a:extLst>
              <a:ext uri="{FF2B5EF4-FFF2-40B4-BE49-F238E27FC236}">
                <a16:creationId xmlns:a16="http://schemas.microsoft.com/office/drawing/2014/main" id="{D9202144-78AF-C87F-C6BD-F8C1CAD8D902}"/>
              </a:ext>
            </a:extLst>
          </p:cNvPr>
          <p:cNvGrpSpPr/>
          <p:nvPr/>
        </p:nvGrpSpPr>
        <p:grpSpPr>
          <a:xfrm>
            <a:off x="8150123" y="7326176"/>
            <a:ext cx="742005" cy="742001"/>
            <a:chOff x="0" y="0"/>
            <a:chExt cx="457200" cy="457200"/>
          </a:xfrm>
        </p:grpSpPr>
        <p:sp>
          <p:nvSpPr>
            <p:cNvPr id="94" name="任意形状 387">
              <a:extLst>
                <a:ext uri="{FF2B5EF4-FFF2-40B4-BE49-F238E27FC236}">
                  <a16:creationId xmlns:a16="http://schemas.microsoft.com/office/drawing/2014/main" id="{3E5E6192-28EC-837F-90EE-7BBF424B782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95" name="任意形状 388">
              <a:extLst>
                <a:ext uri="{FF2B5EF4-FFF2-40B4-BE49-F238E27FC236}">
                  <a16:creationId xmlns:a16="http://schemas.microsoft.com/office/drawing/2014/main" id="{84CC3A41-86CE-9737-08A2-F0E438D3B34A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200"/>
                  </a:move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1964" y="19200"/>
                  </a:lnTo>
                  <a:lnTo>
                    <a:pt x="1964" y="1200"/>
                  </a:lnTo>
                  <a:cubicBezTo>
                    <a:pt x="1964" y="537"/>
                    <a:pt x="2403" y="0"/>
                    <a:pt x="2945" y="0"/>
                  </a:cubicBezTo>
                  <a:lnTo>
                    <a:pt x="12764" y="0"/>
                  </a:lnTo>
                  <a:cubicBezTo>
                    <a:pt x="13306" y="0"/>
                    <a:pt x="13745" y="537"/>
                    <a:pt x="13745" y="1200"/>
                  </a:cubicBezTo>
                  <a:lnTo>
                    <a:pt x="13745" y="19200"/>
                  </a:lnTo>
                  <a:lnTo>
                    <a:pt x="17673" y="19200"/>
                  </a:lnTo>
                  <a:lnTo>
                    <a:pt x="17673" y="9600"/>
                  </a:lnTo>
                  <a:lnTo>
                    <a:pt x="15709" y="9600"/>
                  </a:lnTo>
                  <a:lnTo>
                    <a:pt x="15709" y="7200"/>
                  </a:lnTo>
                  <a:lnTo>
                    <a:pt x="18655" y="7200"/>
                  </a:lnTo>
                  <a:cubicBezTo>
                    <a:pt x="19197" y="7200"/>
                    <a:pt x="19636" y="7737"/>
                    <a:pt x="19636" y="8400"/>
                  </a:cubicBezTo>
                  <a:lnTo>
                    <a:pt x="19636" y="19200"/>
                  </a:lnTo>
                  <a:close/>
                  <a:moveTo>
                    <a:pt x="3927" y="2400"/>
                  </a:moveTo>
                  <a:lnTo>
                    <a:pt x="3927" y="19200"/>
                  </a:lnTo>
                  <a:lnTo>
                    <a:pt x="11782" y="19200"/>
                  </a:lnTo>
                  <a:lnTo>
                    <a:pt x="11782" y="2400"/>
                  </a:lnTo>
                  <a:lnTo>
                    <a:pt x="3927" y="2400"/>
                  </a:lnTo>
                  <a:close/>
                  <a:moveTo>
                    <a:pt x="5891" y="9600"/>
                  </a:moveTo>
                  <a:lnTo>
                    <a:pt x="9818" y="9600"/>
                  </a:lnTo>
                  <a:lnTo>
                    <a:pt x="9818" y="12000"/>
                  </a:lnTo>
                  <a:lnTo>
                    <a:pt x="5891" y="12000"/>
                  </a:lnTo>
                  <a:lnTo>
                    <a:pt x="5891" y="9600"/>
                  </a:lnTo>
                  <a:close/>
                  <a:moveTo>
                    <a:pt x="5891" y="4800"/>
                  </a:moveTo>
                  <a:lnTo>
                    <a:pt x="9818" y="4800"/>
                  </a:lnTo>
                  <a:lnTo>
                    <a:pt x="9818" y="7200"/>
                  </a:lnTo>
                  <a:lnTo>
                    <a:pt x="5891" y="7200"/>
                  </a:lnTo>
                  <a:lnTo>
                    <a:pt x="5891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96" name="成组">
            <a:extLst>
              <a:ext uri="{FF2B5EF4-FFF2-40B4-BE49-F238E27FC236}">
                <a16:creationId xmlns:a16="http://schemas.microsoft.com/office/drawing/2014/main" id="{A90D8E57-5352-2E89-7461-32240A150B87}"/>
              </a:ext>
            </a:extLst>
          </p:cNvPr>
          <p:cNvGrpSpPr/>
          <p:nvPr/>
        </p:nvGrpSpPr>
        <p:grpSpPr>
          <a:xfrm>
            <a:off x="4534350" y="7326176"/>
            <a:ext cx="742005" cy="742001"/>
            <a:chOff x="0" y="0"/>
            <a:chExt cx="457200" cy="457200"/>
          </a:xfrm>
        </p:grpSpPr>
        <p:sp>
          <p:nvSpPr>
            <p:cNvPr id="97" name="任意形状 393">
              <a:extLst>
                <a:ext uri="{FF2B5EF4-FFF2-40B4-BE49-F238E27FC236}">
                  <a16:creationId xmlns:a16="http://schemas.microsoft.com/office/drawing/2014/main" id="{2F37D516-E35C-FF31-394F-E74C882464E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98" name="任意形状 394">
              <a:extLst>
                <a:ext uri="{FF2B5EF4-FFF2-40B4-BE49-F238E27FC236}">
                  <a16:creationId xmlns:a16="http://schemas.microsoft.com/office/drawing/2014/main" id="{045687FD-991A-D95C-EE43-ADB266AC9DA7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02" name="成组">
            <a:extLst>
              <a:ext uri="{FF2B5EF4-FFF2-40B4-BE49-F238E27FC236}">
                <a16:creationId xmlns:a16="http://schemas.microsoft.com/office/drawing/2014/main" id="{43C52A55-9801-F14A-6BE4-9F970131D56A}"/>
              </a:ext>
            </a:extLst>
          </p:cNvPr>
          <p:cNvGrpSpPr/>
          <p:nvPr/>
        </p:nvGrpSpPr>
        <p:grpSpPr>
          <a:xfrm>
            <a:off x="15341775" y="7326176"/>
            <a:ext cx="742005" cy="742001"/>
            <a:chOff x="0" y="0"/>
            <a:chExt cx="457200" cy="457200"/>
          </a:xfrm>
        </p:grpSpPr>
        <p:sp>
          <p:nvSpPr>
            <p:cNvPr id="103" name="任意形状 477">
              <a:extLst>
                <a:ext uri="{FF2B5EF4-FFF2-40B4-BE49-F238E27FC236}">
                  <a16:creationId xmlns:a16="http://schemas.microsoft.com/office/drawing/2014/main" id="{919BAB5B-FC85-2B63-8B30-D8078DCA52D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04" name="任意形状 478">
              <a:extLst>
                <a:ext uri="{FF2B5EF4-FFF2-40B4-BE49-F238E27FC236}">
                  <a16:creationId xmlns:a16="http://schemas.microsoft.com/office/drawing/2014/main" id="{75E4CBA7-A720-D751-556A-44870589786E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3888685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65A8C78-0FDC-7DD9-00DF-8A888EC2A5E5}"/>
              </a:ext>
            </a:extLst>
          </p:cNvPr>
          <p:cNvSpPr/>
          <p:nvPr/>
        </p:nvSpPr>
        <p:spPr>
          <a:xfrm>
            <a:off x="19369275" y="9493563"/>
            <a:ext cx="2970696" cy="3198171"/>
          </a:xfrm>
          <a:custGeom>
            <a:avLst/>
            <a:gdLst>
              <a:gd name="connsiteX0" fmla="*/ 1502663 w 1501576"/>
              <a:gd name="connsiteY0" fmla="*/ 1421427 h 1616556"/>
              <a:gd name="connsiteX1" fmla="*/ 1502663 w 1501576"/>
              <a:gd name="connsiteY1" fmla="*/ 532005 h 1616556"/>
              <a:gd name="connsiteX2" fmla="*/ 1398123 w 1501576"/>
              <a:gd name="connsiteY2" fmla="*/ 347933 h 1616556"/>
              <a:gd name="connsiteX3" fmla="*/ 814456 w 1501576"/>
              <a:gd name="connsiteY3" fmla="*/ -102 h 1616556"/>
              <a:gd name="connsiteX4" fmla="*/ 689292 w 1501576"/>
              <a:gd name="connsiteY4" fmla="*/ -102 h 1616556"/>
              <a:gd name="connsiteX5" fmla="*/ 105754 w 1501576"/>
              <a:gd name="connsiteY5" fmla="*/ 347933 h 1616556"/>
              <a:gd name="connsiteX6" fmla="*/ 1086 w 1501576"/>
              <a:gd name="connsiteY6" fmla="*/ 532005 h 1616556"/>
              <a:gd name="connsiteX7" fmla="*/ 1086 w 1501576"/>
              <a:gd name="connsiteY7" fmla="*/ 1421427 h 1616556"/>
              <a:gd name="connsiteX8" fmla="*/ 196115 w 1501576"/>
              <a:gd name="connsiteY8" fmla="*/ 1616455 h 1616556"/>
              <a:gd name="connsiteX9" fmla="*/ 1307634 w 1501576"/>
              <a:gd name="connsiteY9" fmla="*/ 1616455 h 1616556"/>
              <a:gd name="connsiteX10" fmla="*/ 1502663 w 1501576"/>
              <a:gd name="connsiteY10" fmla="*/ 1421427 h 161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1576" h="1616556">
                <a:moveTo>
                  <a:pt x="1502663" y="1421427"/>
                </a:moveTo>
                <a:lnTo>
                  <a:pt x="1502663" y="532005"/>
                </a:lnTo>
                <a:cubicBezTo>
                  <a:pt x="1502675" y="456519"/>
                  <a:pt x="1462961" y="386590"/>
                  <a:pt x="1398123" y="347933"/>
                </a:cubicBezTo>
                <a:lnTo>
                  <a:pt x="814456" y="-102"/>
                </a:lnTo>
                <a:lnTo>
                  <a:pt x="689292" y="-102"/>
                </a:lnTo>
                <a:lnTo>
                  <a:pt x="105754" y="347933"/>
                </a:lnTo>
                <a:cubicBezTo>
                  <a:pt x="40839" y="386539"/>
                  <a:pt x="1073" y="456481"/>
                  <a:pt x="1086" y="532005"/>
                </a:cubicBezTo>
                <a:lnTo>
                  <a:pt x="1086" y="1421427"/>
                </a:lnTo>
                <a:cubicBezTo>
                  <a:pt x="1163" y="1529111"/>
                  <a:pt x="88430" y="1616378"/>
                  <a:pt x="196115" y="1616455"/>
                </a:cubicBezTo>
                <a:lnTo>
                  <a:pt x="1307634" y="1616455"/>
                </a:lnTo>
                <a:cubicBezTo>
                  <a:pt x="1415344" y="1616455"/>
                  <a:pt x="1502663" y="1529137"/>
                  <a:pt x="1502663" y="1421427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81B8F52-AB6D-B04F-B306-AF6BE8C249C0}"/>
              </a:ext>
            </a:extLst>
          </p:cNvPr>
          <p:cNvSpPr/>
          <p:nvPr/>
        </p:nvSpPr>
        <p:spPr>
          <a:xfrm>
            <a:off x="19060192" y="6283151"/>
            <a:ext cx="3608243" cy="4286075"/>
          </a:xfrm>
          <a:custGeom>
            <a:avLst/>
            <a:gdLst>
              <a:gd name="connsiteX0" fmla="*/ 912551 w 1823832"/>
              <a:gd name="connsiteY0" fmla="*/ 2166350 h 2166451"/>
              <a:gd name="connsiteX1" fmla="*/ 667638 w 1823832"/>
              <a:gd name="connsiteY1" fmla="*/ 2036546 h 2166451"/>
              <a:gd name="connsiteX2" fmla="*/ 535385 w 1823832"/>
              <a:gd name="connsiteY2" fmla="*/ 1840873 h 2166451"/>
              <a:gd name="connsiteX3" fmla="*/ 437420 w 1823832"/>
              <a:gd name="connsiteY3" fmla="*/ 1730920 h 2166451"/>
              <a:gd name="connsiteX4" fmla="*/ 393206 w 1823832"/>
              <a:gd name="connsiteY4" fmla="*/ 1691089 h 2166451"/>
              <a:gd name="connsiteX5" fmla="*/ 1087 w 1823832"/>
              <a:gd name="connsiteY5" fmla="*/ 922835 h 2166451"/>
              <a:gd name="connsiteX6" fmla="*/ 263918 w 1823832"/>
              <a:gd name="connsiteY6" fmla="*/ 278326 h 2166451"/>
              <a:gd name="connsiteX7" fmla="*/ 902239 w 1823832"/>
              <a:gd name="connsiteY7" fmla="*/ -102 h 2166451"/>
              <a:gd name="connsiteX8" fmla="*/ 913454 w 1823832"/>
              <a:gd name="connsiteY8" fmla="*/ -102 h 2166451"/>
              <a:gd name="connsiteX9" fmla="*/ 924410 w 1823832"/>
              <a:gd name="connsiteY9" fmla="*/ -102 h 2166451"/>
              <a:gd name="connsiteX10" fmla="*/ 1562087 w 1823832"/>
              <a:gd name="connsiteY10" fmla="*/ 277810 h 2166451"/>
              <a:gd name="connsiteX11" fmla="*/ 1824918 w 1823832"/>
              <a:gd name="connsiteY11" fmla="*/ 922319 h 2166451"/>
              <a:gd name="connsiteX12" fmla="*/ 1433186 w 1823832"/>
              <a:gd name="connsiteY12" fmla="*/ 1690316 h 2166451"/>
              <a:gd name="connsiteX13" fmla="*/ 1388585 w 1823832"/>
              <a:gd name="connsiteY13" fmla="*/ 1730275 h 2166451"/>
              <a:gd name="connsiteX14" fmla="*/ 1290362 w 1823832"/>
              <a:gd name="connsiteY14" fmla="*/ 1840873 h 2166451"/>
              <a:gd name="connsiteX15" fmla="*/ 1157465 w 1823832"/>
              <a:gd name="connsiteY15" fmla="*/ 2036417 h 2166451"/>
              <a:gd name="connsiteX16" fmla="*/ 912551 w 1823832"/>
              <a:gd name="connsiteY16" fmla="*/ 2165319 h 216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3832" h="2166451">
                <a:moveTo>
                  <a:pt x="912551" y="2166350"/>
                </a:moveTo>
                <a:cubicBezTo>
                  <a:pt x="814405" y="2166530"/>
                  <a:pt x="722589" y="2117870"/>
                  <a:pt x="667638" y="2036546"/>
                </a:cubicBezTo>
                <a:lnTo>
                  <a:pt x="535385" y="1840873"/>
                </a:lnTo>
                <a:cubicBezTo>
                  <a:pt x="506202" y="1801261"/>
                  <a:pt x="473409" y="1764460"/>
                  <a:pt x="437420" y="1730920"/>
                </a:cubicBezTo>
                <a:cubicBezTo>
                  <a:pt x="424529" y="1718674"/>
                  <a:pt x="408417" y="1705139"/>
                  <a:pt x="393206" y="1691089"/>
                </a:cubicBezTo>
                <a:cubicBezTo>
                  <a:pt x="255926" y="1569792"/>
                  <a:pt x="1087" y="1344343"/>
                  <a:pt x="1087" y="922835"/>
                </a:cubicBezTo>
                <a:cubicBezTo>
                  <a:pt x="674" y="681827"/>
                  <a:pt x="95083" y="450319"/>
                  <a:pt x="263918" y="278326"/>
                </a:cubicBezTo>
                <a:cubicBezTo>
                  <a:pt x="431864" y="105288"/>
                  <a:pt x="661154" y="5273"/>
                  <a:pt x="902239" y="-102"/>
                </a:cubicBezTo>
                <a:lnTo>
                  <a:pt x="913454" y="-102"/>
                </a:lnTo>
                <a:lnTo>
                  <a:pt x="924410" y="-102"/>
                </a:lnTo>
                <a:cubicBezTo>
                  <a:pt x="1165186" y="5312"/>
                  <a:pt x="1394206" y="105121"/>
                  <a:pt x="1562087" y="277810"/>
                </a:cubicBezTo>
                <a:cubicBezTo>
                  <a:pt x="1730923" y="449804"/>
                  <a:pt x="1825330" y="681311"/>
                  <a:pt x="1824918" y="922319"/>
                </a:cubicBezTo>
                <a:cubicBezTo>
                  <a:pt x="1824918" y="1343699"/>
                  <a:pt x="1570079" y="1569148"/>
                  <a:pt x="1433186" y="1690316"/>
                </a:cubicBezTo>
                <a:cubicBezTo>
                  <a:pt x="1417846" y="1703850"/>
                  <a:pt x="1401992" y="1717900"/>
                  <a:pt x="1388585" y="1730275"/>
                </a:cubicBezTo>
                <a:cubicBezTo>
                  <a:pt x="1352519" y="1764048"/>
                  <a:pt x="1319636" y="1801068"/>
                  <a:pt x="1290362" y="1840873"/>
                </a:cubicBezTo>
                <a:lnTo>
                  <a:pt x="1157465" y="2036417"/>
                </a:lnTo>
                <a:cubicBezTo>
                  <a:pt x="1102320" y="2117419"/>
                  <a:pt x="1010542" y="2165731"/>
                  <a:pt x="912551" y="2165319"/>
                </a:cubicBezTo>
                <a:close/>
              </a:path>
            </a:pathLst>
          </a:custGeom>
          <a:solidFill>
            <a:schemeClr val="accent1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9DB098A-5529-50C3-BF86-62A6518513D0}"/>
              </a:ext>
            </a:extLst>
          </p:cNvPr>
          <p:cNvSpPr>
            <a:spLocks/>
          </p:cNvSpPr>
          <p:nvPr/>
        </p:nvSpPr>
        <p:spPr>
          <a:xfrm>
            <a:off x="20265678" y="9652421"/>
            <a:ext cx="1201642" cy="1201642"/>
          </a:xfrm>
          <a:custGeom>
            <a:avLst/>
            <a:gdLst>
              <a:gd name="connsiteX0" fmla="*/ 608471 w 607385"/>
              <a:gd name="connsiteY0" fmla="*/ 303591 h 607385"/>
              <a:gd name="connsiteX1" fmla="*/ 304779 w 607385"/>
              <a:gd name="connsiteY1" fmla="*/ 607283 h 607385"/>
              <a:gd name="connsiteX2" fmla="*/ 1086 w 607385"/>
              <a:gd name="connsiteY2" fmla="*/ 303591 h 607385"/>
              <a:gd name="connsiteX3" fmla="*/ 304779 w 607385"/>
              <a:gd name="connsiteY3" fmla="*/ -102 h 607385"/>
              <a:gd name="connsiteX4" fmla="*/ 608471 w 607385"/>
              <a:gd name="connsiteY4" fmla="*/ 303591 h 6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5">
                <a:moveTo>
                  <a:pt x="608471" y="303591"/>
                </a:moveTo>
                <a:cubicBezTo>
                  <a:pt x="608471" y="471316"/>
                  <a:pt x="472504" y="607283"/>
                  <a:pt x="304779" y="607283"/>
                </a:cubicBezTo>
                <a:cubicBezTo>
                  <a:pt x="137054" y="607283"/>
                  <a:pt x="1086" y="471316"/>
                  <a:pt x="1086" y="303591"/>
                </a:cubicBezTo>
                <a:cubicBezTo>
                  <a:pt x="1086" y="135866"/>
                  <a:pt x="137054" y="-102"/>
                  <a:pt x="304779" y="-102"/>
                </a:cubicBezTo>
                <a:cubicBezTo>
                  <a:pt x="472504" y="-102"/>
                  <a:pt x="608471" y="135866"/>
                  <a:pt x="608471" y="3035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08EBDF9-49F2-5078-66A9-94BD641C3689}"/>
              </a:ext>
            </a:extLst>
          </p:cNvPr>
          <p:cNvSpPr/>
          <p:nvPr/>
        </p:nvSpPr>
        <p:spPr>
          <a:xfrm>
            <a:off x="19717881" y="7009950"/>
            <a:ext cx="2293374" cy="2832316"/>
          </a:xfrm>
          <a:custGeom>
            <a:avLst/>
            <a:gdLst>
              <a:gd name="connsiteX0" fmla="*/ 992084 w 1159215"/>
              <a:gd name="connsiteY0" fmla="*/ 177009 h 1431630"/>
              <a:gd name="connsiteX1" fmla="*/ 585657 w 1159215"/>
              <a:gd name="connsiteY1" fmla="*/ -102 h 1431630"/>
              <a:gd name="connsiteX2" fmla="*/ 574958 w 1159215"/>
              <a:gd name="connsiteY2" fmla="*/ -102 h 1431630"/>
              <a:gd name="connsiteX3" fmla="*/ 168660 w 1159215"/>
              <a:gd name="connsiteY3" fmla="*/ 177009 h 1431630"/>
              <a:gd name="connsiteX4" fmla="*/ 1088 w 1159215"/>
              <a:gd name="connsiteY4" fmla="*/ 588335 h 1431630"/>
              <a:gd name="connsiteX5" fmla="*/ 263531 w 1159215"/>
              <a:gd name="connsiteY5" fmla="*/ 1089891 h 1431630"/>
              <a:gd name="connsiteX6" fmla="*/ 302202 w 1159215"/>
              <a:gd name="connsiteY6" fmla="*/ 1124308 h 1431630"/>
              <a:gd name="connsiteX7" fmla="*/ 400554 w 1159215"/>
              <a:gd name="connsiteY7" fmla="*/ 1235421 h 1431630"/>
              <a:gd name="connsiteX8" fmla="*/ 506769 w 1159215"/>
              <a:gd name="connsiteY8" fmla="*/ 1392424 h 1431630"/>
              <a:gd name="connsiteX9" fmla="*/ 630476 w 1159215"/>
              <a:gd name="connsiteY9" fmla="*/ 1416180 h 1431630"/>
              <a:gd name="connsiteX10" fmla="*/ 654233 w 1159215"/>
              <a:gd name="connsiteY10" fmla="*/ 1392424 h 1431630"/>
              <a:gd name="connsiteX11" fmla="*/ 760706 w 1159215"/>
              <a:gd name="connsiteY11" fmla="*/ 1235679 h 1431630"/>
              <a:gd name="connsiteX12" fmla="*/ 859316 w 1159215"/>
              <a:gd name="connsiteY12" fmla="*/ 1124179 h 1431630"/>
              <a:gd name="connsiteX13" fmla="*/ 897986 w 1159215"/>
              <a:gd name="connsiteY13" fmla="*/ 1089763 h 1431630"/>
              <a:gd name="connsiteX14" fmla="*/ 1160301 w 1159215"/>
              <a:gd name="connsiteY14" fmla="*/ 588206 h 1431630"/>
              <a:gd name="connsiteX15" fmla="*/ 992084 w 1159215"/>
              <a:gd name="connsiteY15" fmla="*/ 177009 h 143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9215" h="1431630">
                <a:moveTo>
                  <a:pt x="992084" y="177009"/>
                </a:moveTo>
                <a:cubicBezTo>
                  <a:pt x="885044" y="67017"/>
                  <a:pt x="739101" y="3417"/>
                  <a:pt x="585657" y="-102"/>
                </a:cubicBezTo>
                <a:lnTo>
                  <a:pt x="574958" y="-102"/>
                </a:lnTo>
                <a:cubicBezTo>
                  <a:pt x="421552" y="3456"/>
                  <a:pt x="275674" y="67043"/>
                  <a:pt x="168660" y="177009"/>
                </a:cubicBezTo>
                <a:cubicBezTo>
                  <a:pt x="60937" y="286782"/>
                  <a:pt x="740" y="434542"/>
                  <a:pt x="1088" y="588335"/>
                </a:cubicBezTo>
                <a:cubicBezTo>
                  <a:pt x="1088" y="857868"/>
                  <a:pt x="158992" y="997469"/>
                  <a:pt x="263531" y="1089891"/>
                </a:cubicBezTo>
                <a:cubicBezTo>
                  <a:pt x="276422" y="1101364"/>
                  <a:pt x="289312" y="1113222"/>
                  <a:pt x="302202" y="1124308"/>
                </a:cubicBezTo>
                <a:cubicBezTo>
                  <a:pt x="338526" y="1158055"/>
                  <a:pt x="371461" y="1195269"/>
                  <a:pt x="400554" y="1235421"/>
                </a:cubicBezTo>
                <a:lnTo>
                  <a:pt x="506769" y="1392424"/>
                </a:lnTo>
                <a:cubicBezTo>
                  <a:pt x="534367" y="1433144"/>
                  <a:pt x="589756" y="1443778"/>
                  <a:pt x="630476" y="1416180"/>
                </a:cubicBezTo>
                <a:cubicBezTo>
                  <a:pt x="639834" y="1409838"/>
                  <a:pt x="647891" y="1401782"/>
                  <a:pt x="654233" y="1392424"/>
                </a:cubicBezTo>
                <a:lnTo>
                  <a:pt x="760706" y="1235679"/>
                </a:lnTo>
                <a:cubicBezTo>
                  <a:pt x="789889" y="1195410"/>
                  <a:pt x="822913" y="1158067"/>
                  <a:pt x="859316" y="1124179"/>
                </a:cubicBezTo>
                <a:cubicBezTo>
                  <a:pt x="871174" y="1113094"/>
                  <a:pt x="883936" y="1101750"/>
                  <a:pt x="897986" y="1089763"/>
                </a:cubicBezTo>
                <a:cubicBezTo>
                  <a:pt x="1002396" y="997340"/>
                  <a:pt x="1160301" y="857739"/>
                  <a:pt x="1160301" y="588206"/>
                </a:cubicBezTo>
                <a:cubicBezTo>
                  <a:pt x="1160443" y="434362"/>
                  <a:pt x="1100014" y="286640"/>
                  <a:pt x="992084" y="177009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7BEF037-6A91-9E6D-44C9-052FE8AA24DA}"/>
              </a:ext>
            </a:extLst>
          </p:cNvPr>
          <p:cNvSpPr/>
          <p:nvPr/>
        </p:nvSpPr>
        <p:spPr>
          <a:xfrm>
            <a:off x="20006308" y="7271598"/>
            <a:ext cx="1715246" cy="2032595"/>
          </a:xfrm>
          <a:custGeom>
            <a:avLst/>
            <a:gdLst>
              <a:gd name="connsiteX0" fmla="*/ 590554 w 866993"/>
              <a:gd name="connsiteY0" fmla="*/ 896281 h 1027401"/>
              <a:gd name="connsiteX1" fmla="*/ 490913 w 866993"/>
              <a:gd name="connsiteY1" fmla="*/ 1001207 h 1027401"/>
              <a:gd name="connsiteX2" fmla="*/ 386812 w 866993"/>
              <a:gd name="connsiteY2" fmla="*/ 1009766 h 1027401"/>
              <a:gd name="connsiteX3" fmla="*/ 378253 w 866993"/>
              <a:gd name="connsiteY3" fmla="*/ 1001207 h 1027401"/>
              <a:gd name="connsiteX4" fmla="*/ 278611 w 866993"/>
              <a:gd name="connsiteY4" fmla="*/ 896281 h 1027401"/>
              <a:gd name="connsiteX5" fmla="*/ 1086 w 866993"/>
              <a:gd name="connsiteY5" fmla="*/ 444480 h 1027401"/>
              <a:gd name="connsiteX6" fmla="*/ 434583 w 866993"/>
              <a:gd name="connsiteY6" fmla="*/ -102 h 1027401"/>
              <a:gd name="connsiteX7" fmla="*/ 868079 w 866993"/>
              <a:gd name="connsiteY7" fmla="*/ 444352 h 1027401"/>
              <a:gd name="connsiteX8" fmla="*/ 590554 w 866993"/>
              <a:gd name="connsiteY8" fmla="*/ 896281 h 1027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993" h="1027401">
                <a:moveTo>
                  <a:pt x="590554" y="896281"/>
                </a:moveTo>
                <a:cubicBezTo>
                  <a:pt x="555299" y="929267"/>
                  <a:pt x="522030" y="964302"/>
                  <a:pt x="490913" y="1001207"/>
                </a:cubicBezTo>
                <a:cubicBezTo>
                  <a:pt x="464527" y="1032324"/>
                  <a:pt x="417915" y="1036152"/>
                  <a:pt x="386812" y="1009766"/>
                </a:cubicBezTo>
                <a:cubicBezTo>
                  <a:pt x="383731" y="1007149"/>
                  <a:pt x="380870" y="1004288"/>
                  <a:pt x="378253" y="1001207"/>
                </a:cubicBezTo>
                <a:cubicBezTo>
                  <a:pt x="347136" y="964302"/>
                  <a:pt x="313866" y="929267"/>
                  <a:pt x="278611" y="896281"/>
                </a:cubicBezTo>
                <a:cubicBezTo>
                  <a:pt x="155897" y="781945"/>
                  <a:pt x="1086" y="682046"/>
                  <a:pt x="1086" y="444480"/>
                </a:cubicBezTo>
                <a:cubicBezTo>
                  <a:pt x="1009" y="203215"/>
                  <a:pt x="193381" y="5918"/>
                  <a:pt x="434583" y="-102"/>
                </a:cubicBezTo>
                <a:cubicBezTo>
                  <a:pt x="675732" y="5918"/>
                  <a:pt x="868079" y="203125"/>
                  <a:pt x="868079" y="444352"/>
                </a:cubicBezTo>
                <a:cubicBezTo>
                  <a:pt x="868079" y="682046"/>
                  <a:pt x="713268" y="781945"/>
                  <a:pt x="590554" y="896281"/>
                </a:cubicBezTo>
                <a:close/>
              </a:path>
            </a:pathLst>
          </a:custGeom>
          <a:solidFill>
            <a:schemeClr val="accent1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B3227D-7D38-D578-EA17-B15808CD6F20}"/>
              </a:ext>
            </a:extLst>
          </p:cNvPr>
          <p:cNvSpPr/>
          <p:nvPr/>
        </p:nvSpPr>
        <p:spPr>
          <a:xfrm>
            <a:off x="20553431" y="9937605"/>
            <a:ext cx="629892" cy="629892"/>
          </a:xfrm>
          <a:custGeom>
            <a:avLst/>
            <a:gdLst>
              <a:gd name="connsiteX0" fmla="*/ 319473 w 318387"/>
              <a:gd name="connsiteY0" fmla="*/ 159092 h 318387"/>
              <a:gd name="connsiteX1" fmla="*/ 160280 w 318387"/>
              <a:gd name="connsiteY1" fmla="*/ 318285 h 318387"/>
              <a:gd name="connsiteX2" fmla="*/ 1087 w 318387"/>
              <a:gd name="connsiteY2" fmla="*/ 159092 h 318387"/>
              <a:gd name="connsiteX3" fmla="*/ 160280 w 318387"/>
              <a:gd name="connsiteY3" fmla="*/ -102 h 318387"/>
              <a:gd name="connsiteX4" fmla="*/ 319473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3" y="159092"/>
                </a:moveTo>
                <a:cubicBezTo>
                  <a:pt x="319473" y="247012"/>
                  <a:pt x="248200" y="318285"/>
                  <a:pt x="160280" y="318285"/>
                </a:cubicBezTo>
                <a:cubicBezTo>
                  <a:pt x="72360" y="318285"/>
                  <a:pt x="1087" y="247012"/>
                  <a:pt x="1087" y="159092"/>
                </a:cubicBezTo>
                <a:cubicBezTo>
                  <a:pt x="1087" y="71172"/>
                  <a:pt x="72360" y="-102"/>
                  <a:pt x="160280" y="-102"/>
                </a:cubicBezTo>
                <a:cubicBezTo>
                  <a:pt x="248201" y="-102"/>
                  <a:pt x="319473" y="71172"/>
                  <a:pt x="319473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D78EA54-8EE6-EB57-5FB4-2AA6319C6DD5}"/>
              </a:ext>
            </a:extLst>
          </p:cNvPr>
          <p:cNvSpPr/>
          <p:nvPr/>
        </p:nvSpPr>
        <p:spPr>
          <a:xfrm>
            <a:off x="16431220" y="3619752"/>
            <a:ext cx="2970696" cy="3198426"/>
          </a:xfrm>
          <a:custGeom>
            <a:avLst/>
            <a:gdLst>
              <a:gd name="connsiteX0" fmla="*/ 1086 w 1501576"/>
              <a:gd name="connsiteY0" fmla="*/ 194927 h 1616685"/>
              <a:gd name="connsiteX1" fmla="*/ 1086 w 1501576"/>
              <a:gd name="connsiteY1" fmla="*/ 1084348 h 1616685"/>
              <a:gd name="connsiteX2" fmla="*/ 105625 w 1501576"/>
              <a:gd name="connsiteY2" fmla="*/ 1268549 h 1616685"/>
              <a:gd name="connsiteX3" fmla="*/ 689293 w 1501576"/>
              <a:gd name="connsiteY3" fmla="*/ 1616584 h 1616685"/>
              <a:gd name="connsiteX4" fmla="*/ 814456 w 1501576"/>
              <a:gd name="connsiteY4" fmla="*/ 1616584 h 1616685"/>
              <a:gd name="connsiteX5" fmla="*/ 1398123 w 1501576"/>
              <a:gd name="connsiteY5" fmla="*/ 1268549 h 1616685"/>
              <a:gd name="connsiteX6" fmla="*/ 1502663 w 1501576"/>
              <a:gd name="connsiteY6" fmla="*/ 1084348 h 1616685"/>
              <a:gd name="connsiteX7" fmla="*/ 1502663 w 1501576"/>
              <a:gd name="connsiteY7" fmla="*/ 194927 h 1616685"/>
              <a:gd name="connsiteX8" fmla="*/ 1307634 w 1501576"/>
              <a:gd name="connsiteY8" fmla="*/ -102 h 1616685"/>
              <a:gd name="connsiteX9" fmla="*/ 195727 w 1501576"/>
              <a:gd name="connsiteY9" fmla="*/ -102 h 1616685"/>
              <a:gd name="connsiteX10" fmla="*/ 1086 w 1501576"/>
              <a:gd name="connsiteY10" fmla="*/ 194927 h 161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1576" h="1616685">
                <a:moveTo>
                  <a:pt x="1086" y="194927"/>
                </a:moveTo>
                <a:lnTo>
                  <a:pt x="1086" y="1084348"/>
                </a:lnTo>
                <a:cubicBezTo>
                  <a:pt x="1074" y="1159872"/>
                  <a:pt x="40775" y="1229840"/>
                  <a:pt x="105625" y="1268549"/>
                </a:cubicBezTo>
                <a:lnTo>
                  <a:pt x="689293" y="1616584"/>
                </a:lnTo>
                <a:lnTo>
                  <a:pt x="814456" y="1616584"/>
                </a:lnTo>
                <a:lnTo>
                  <a:pt x="1398123" y="1268549"/>
                </a:lnTo>
                <a:cubicBezTo>
                  <a:pt x="1462974" y="1229840"/>
                  <a:pt x="1502676" y="1159872"/>
                  <a:pt x="1502663" y="1084348"/>
                </a:cubicBezTo>
                <a:lnTo>
                  <a:pt x="1502663" y="194927"/>
                </a:lnTo>
                <a:cubicBezTo>
                  <a:pt x="1502663" y="87216"/>
                  <a:pt x="1415345" y="-102"/>
                  <a:pt x="1307634" y="-102"/>
                </a:cubicBezTo>
                <a:lnTo>
                  <a:pt x="195727" y="-102"/>
                </a:lnTo>
                <a:cubicBezTo>
                  <a:pt x="88172" y="117"/>
                  <a:pt x="1086" y="87371"/>
                  <a:pt x="1086" y="194927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5FDD87-A110-47F3-0059-868EE0904636}"/>
              </a:ext>
            </a:extLst>
          </p:cNvPr>
          <p:cNvSpPr/>
          <p:nvPr/>
        </p:nvSpPr>
        <p:spPr>
          <a:xfrm>
            <a:off x="16114228" y="5827181"/>
            <a:ext cx="3606462" cy="4286075"/>
          </a:xfrm>
          <a:custGeom>
            <a:avLst/>
            <a:gdLst>
              <a:gd name="connsiteX0" fmla="*/ 911779 w 1822932"/>
              <a:gd name="connsiteY0" fmla="*/ 414 h 2166451"/>
              <a:gd name="connsiteX1" fmla="*/ 1156692 w 1822932"/>
              <a:gd name="connsiteY1" fmla="*/ 129316 h 2166451"/>
              <a:gd name="connsiteX2" fmla="*/ 1289462 w 1822932"/>
              <a:gd name="connsiteY2" fmla="*/ 324860 h 2166451"/>
              <a:gd name="connsiteX3" fmla="*/ 1387685 w 1822932"/>
              <a:gd name="connsiteY3" fmla="*/ 435457 h 2166451"/>
              <a:gd name="connsiteX4" fmla="*/ 1432284 w 1822932"/>
              <a:gd name="connsiteY4" fmla="*/ 475546 h 2166451"/>
              <a:gd name="connsiteX5" fmla="*/ 1824017 w 1822932"/>
              <a:gd name="connsiteY5" fmla="*/ 1243413 h 2166451"/>
              <a:gd name="connsiteX6" fmla="*/ 1561315 w 1822932"/>
              <a:gd name="connsiteY6" fmla="*/ 1888567 h 2166451"/>
              <a:gd name="connsiteX7" fmla="*/ 923509 w 1822932"/>
              <a:gd name="connsiteY7" fmla="*/ 2166350 h 2166451"/>
              <a:gd name="connsiteX8" fmla="*/ 912681 w 1822932"/>
              <a:gd name="connsiteY8" fmla="*/ 2166350 h 2166451"/>
              <a:gd name="connsiteX9" fmla="*/ 901338 w 1822932"/>
              <a:gd name="connsiteY9" fmla="*/ 2166350 h 2166451"/>
              <a:gd name="connsiteX10" fmla="*/ 263919 w 1822932"/>
              <a:gd name="connsiteY10" fmla="*/ 1888567 h 2166451"/>
              <a:gd name="connsiteX11" fmla="*/ 1089 w 1822932"/>
              <a:gd name="connsiteY11" fmla="*/ 1243413 h 2166451"/>
              <a:gd name="connsiteX12" fmla="*/ 393207 w 1822932"/>
              <a:gd name="connsiteY12" fmla="*/ 475159 h 2166451"/>
              <a:gd name="connsiteX13" fmla="*/ 437550 w 1822932"/>
              <a:gd name="connsiteY13" fmla="*/ 435329 h 2166451"/>
              <a:gd name="connsiteX14" fmla="*/ 535386 w 1822932"/>
              <a:gd name="connsiteY14" fmla="*/ 325375 h 2166451"/>
              <a:gd name="connsiteX15" fmla="*/ 667640 w 1822932"/>
              <a:gd name="connsiteY15" fmla="*/ 129831 h 2166451"/>
              <a:gd name="connsiteX16" fmla="*/ 912553 w 1822932"/>
              <a:gd name="connsiteY16" fmla="*/ -102 h 216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2932" h="2166451">
                <a:moveTo>
                  <a:pt x="911779" y="414"/>
                </a:moveTo>
                <a:cubicBezTo>
                  <a:pt x="1009757" y="53"/>
                  <a:pt x="1101523" y="48353"/>
                  <a:pt x="1156692" y="129316"/>
                </a:cubicBezTo>
                <a:lnTo>
                  <a:pt x="1289462" y="324860"/>
                </a:lnTo>
                <a:cubicBezTo>
                  <a:pt x="1318748" y="364652"/>
                  <a:pt x="1351631" y="401672"/>
                  <a:pt x="1387685" y="435457"/>
                </a:cubicBezTo>
                <a:cubicBezTo>
                  <a:pt x="1400575" y="448348"/>
                  <a:pt x="1416945" y="461882"/>
                  <a:pt x="1432284" y="475546"/>
                </a:cubicBezTo>
                <a:cubicBezTo>
                  <a:pt x="1569178" y="596585"/>
                  <a:pt x="1824017" y="822034"/>
                  <a:pt x="1824017" y="1243413"/>
                </a:cubicBezTo>
                <a:cubicBezTo>
                  <a:pt x="1824533" y="1484614"/>
                  <a:pt x="1730177" y="1716341"/>
                  <a:pt x="1561315" y="1888567"/>
                </a:cubicBezTo>
                <a:cubicBezTo>
                  <a:pt x="1393356" y="2061205"/>
                  <a:pt x="1164310" y="2160962"/>
                  <a:pt x="923509" y="2166350"/>
                </a:cubicBezTo>
                <a:lnTo>
                  <a:pt x="912681" y="2166350"/>
                </a:lnTo>
                <a:lnTo>
                  <a:pt x="901338" y="2166350"/>
                </a:lnTo>
                <a:cubicBezTo>
                  <a:pt x="660666" y="2160897"/>
                  <a:pt x="431762" y="2061141"/>
                  <a:pt x="263919" y="1888567"/>
                </a:cubicBezTo>
                <a:cubicBezTo>
                  <a:pt x="94955" y="1716405"/>
                  <a:pt x="534" y="1484640"/>
                  <a:pt x="1089" y="1243413"/>
                </a:cubicBezTo>
                <a:cubicBezTo>
                  <a:pt x="1089" y="821905"/>
                  <a:pt x="256056" y="596585"/>
                  <a:pt x="393207" y="475159"/>
                </a:cubicBezTo>
                <a:cubicBezTo>
                  <a:pt x="408547" y="461624"/>
                  <a:pt x="424401" y="447703"/>
                  <a:pt x="437550" y="435329"/>
                </a:cubicBezTo>
                <a:cubicBezTo>
                  <a:pt x="473474" y="401762"/>
                  <a:pt x="506229" y="364961"/>
                  <a:pt x="535386" y="325375"/>
                </a:cubicBezTo>
                <a:lnTo>
                  <a:pt x="667640" y="129831"/>
                </a:lnTo>
                <a:cubicBezTo>
                  <a:pt x="722577" y="48469"/>
                  <a:pt x="814381" y="-230"/>
                  <a:pt x="912553" y="-102"/>
                </a:cubicBezTo>
                <a:close/>
              </a:path>
            </a:pathLst>
          </a:custGeom>
          <a:solidFill>
            <a:schemeClr val="accent6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B02F0D-67B5-3867-2F31-69195B07B865}"/>
              </a:ext>
            </a:extLst>
          </p:cNvPr>
          <p:cNvSpPr/>
          <p:nvPr/>
        </p:nvSpPr>
        <p:spPr>
          <a:xfrm>
            <a:off x="17319839" y="5544527"/>
            <a:ext cx="1201642" cy="1201642"/>
          </a:xfrm>
          <a:custGeom>
            <a:avLst/>
            <a:gdLst>
              <a:gd name="connsiteX0" fmla="*/ 608471 w 607385"/>
              <a:gd name="connsiteY0" fmla="*/ 303591 h 607385"/>
              <a:gd name="connsiteX1" fmla="*/ 304779 w 607385"/>
              <a:gd name="connsiteY1" fmla="*/ 607283 h 607385"/>
              <a:gd name="connsiteX2" fmla="*/ 1086 w 607385"/>
              <a:gd name="connsiteY2" fmla="*/ 303591 h 607385"/>
              <a:gd name="connsiteX3" fmla="*/ 304779 w 607385"/>
              <a:gd name="connsiteY3" fmla="*/ -102 h 607385"/>
              <a:gd name="connsiteX4" fmla="*/ 608471 w 607385"/>
              <a:gd name="connsiteY4" fmla="*/ 303591 h 6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5">
                <a:moveTo>
                  <a:pt x="608471" y="303591"/>
                </a:moveTo>
                <a:cubicBezTo>
                  <a:pt x="608471" y="471315"/>
                  <a:pt x="472504" y="607283"/>
                  <a:pt x="304779" y="607283"/>
                </a:cubicBezTo>
                <a:cubicBezTo>
                  <a:pt x="137054" y="607283"/>
                  <a:pt x="1086" y="471315"/>
                  <a:pt x="1086" y="303591"/>
                </a:cubicBezTo>
                <a:cubicBezTo>
                  <a:pt x="1086" y="135866"/>
                  <a:pt x="137054" y="-102"/>
                  <a:pt x="304779" y="-102"/>
                </a:cubicBezTo>
                <a:cubicBezTo>
                  <a:pt x="472504" y="-102"/>
                  <a:pt x="608471" y="135866"/>
                  <a:pt x="608471" y="30359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127E716-C388-4982-9204-C709ADF6DAC4}"/>
              </a:ext>
            </a:extLst>
          </p:cNvPr>
          <p:cNvSpPr/>
          <p:nvPr/>
        </p:nvSpPr>
        <p:spPr>
          <a:xfrm>
            <a:off x="16770899" y="6554905"/>
            <a:ext cx="2291592" cy="2833337"/>
          </a:xfrm>
          <a:custGeom>
            <a:avLst/>
            <a:gdLst>
              <a:gd name="connsiteX0" fmla="*/ 1159399 w 1158314"/>
              <a:gd name="connsiteY0" fmla="*/ 843350 h 1432146"/>
              <a:gd name="connsiteX1" fmla="*/ 896955 w 1158314"/>
              <a:gd name="connsiteY1" fmla="*/ 341664 h 1432146"/>
              <a:gd name="connsiteX2" fmla="*/ 858284 w 1158314"/>
              <a:gd name="connsiteY2" fmla="*/ 307377 h 1432146"/>
              <a:gd name="connsiteX3" fmla="*/ 759674 w 1158314"/>
              <a:gd name="connsiteY3" fmla="*/ 195877 h 1432146"/>
              <a:gd name="connsiteX4" fmla="*/ 654362 w 1158314"/>
              <a:gd name="connsiteY4" fmla="*/ 39003 h 1432146"/>
              <a:gd name="connsiteX5" fmla="*/ 530461 w 1158314"/>
              <a:gd name="connsiteY5" fmla="*/ 15311 h 1432146"/>
              <a:gd name="connsiteX6" fmla="*/ 506769 w 1158314"/>
              <a:gd name="connsiteY6" fmla="*/ 39003 h 1432146"/>
              <a:gd name="connsiteX7" fmla="*/ 400554 w 1158314"/>
              <a:gd name="connsiteY7" fmla="*/ 196134 h 1432146"/>
              <a:gd name="connsiteX8" fmla="*/ 302202 w 1158314"/>
              <a:gd name="connsiteY8" fmla="*/ 307119 h 1432146"/>
              <a:gd name="connsiteX9" fmla="*/ 263532 w 1158314"/>
              <a:gd name="connsiteY9" fmla="*/ 341535 h 1432146"/>
              <a:gd name="connsiteX10" fmla="*/ 1088 w 1158314"/>
              <a:gd name="connsiteY10" fmla="*/ 843221 h 1432146"/>
              <a:gd name="connsiteX11" fmla="*/ 168660 w 1158314"/>
              <a:gd name="connsiteY11" fmla="*/ 1254418 h 1432146"/>
              <a:gd name="connsiteX12" fmla="*/ 574830 w 1158314"/>
              <a:gd name="connsiteY12" fmla="*/ 1432044 h 1432146"/>
              <a:gd name="connsiteX13" fmla="*/ 585528 w 1158314"/>
              <a:gd name="connsiteY13" fmla="*/ 1432044 h 1432146"/>
              <a:gd name="connsiteX14" fmla="*/ 991827 w 1158314"/>
              <a:gd name="connsiteY14" fmla="*/ 1254933 h 1432146"/>
              <a:gd name="connsiteX15" fmla="*/ 1159399 w 1158314"/>
              <a:gd name="connsiteY15" fmla="*/ 843350 h 143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8314" h="1432146">
                <a:moveTo>
                  <a:pt x="1159399" y="843350"/>
                </a:moveTo>
                <a:cubicBezTo>
                  <a:pt x="1159399" y="573817"/>
                  <a:pt x="1001494" y="434087"/>
                  <a:pt x="896955" y="341664"/>
                </a:cubicBezTo>
                <a:cubicBezTo>
                  <a:pt x="883420" y="329676"/>
                  <a:pt x="870530" y="318333"/>
                  <a:pt x="858284" y="307377"/>
                </a:cubicBezTo>
                <a:cubicBezTo>
                  <a:pt x="821960" y="273424"/>
                  <a:pt x="788935" y="236081"/>
                  <a:pt x="759674" y="195877"/>
                </a:cubicBezTo>
                <a:lnTo>
                  <a:pt x="654362" y="39003"/>
                </a:lnTo>
                <a:cubicBezTo>
                  <a:pt x="626687" y="-1756"/>
                  <a:pt x="571220" y="-12364"/>
                  <a:pt x="530461" y="15311"/>
                </a:cubicBezTo>
                <a:cubicBezTo>
                  <a:pt x="521142" y="21640"/>
                  <a:pt x="513099" y="29683"/>
                  <a:pt x="506769" y="39003"/>
                </a:cubicBezTo>
                <a:lnTo>
                  <a:pt x="400554" y="196134"/>
                </a:lnTo>
                <a:cubicBezTo>
                  <a:pt x="371410" y="236197"/>
                  <a:pt x="338475" y="273372"/>
                  <a:pt x="302202" y="307119"/>
                </a:cubicBezTo>
                <a:cubicBezTo>
                  <a:pt x="290343" y="318204"/>
                  <a:pt x="276422" y="330063"/>
                  <a:pt x="263532" y="341535"/>
                </a:cubicBezTo>
                <a:cubicBezTo>
                  <a:pt x="158992" y="433958"/>
                  <a:pt x="1088" y="573559"/>
                  <a:pt x="1088" y="843221"/>
                </a:cubicBezTo>
                <a:cubicBezTo>
                  <a:pt x="714" y="996988"/>
                  <a:pt x="60924" y="1144710"/>
                  <a:pt x="168660" y="1254418"/>
                </a:cubicBezTo>
                <a:cubicBezTo>
                  <a:pt x="275468" y="1364667"/>
                  <a:pt x="421372" y="1428474"/>
                  <a:pt x="574830" y="1432044"/>
                </a:cubicBezTo>
                <a:lnTo>
                  <a:pt x="585528" y="1432044"/>
                </a:lnTo>
                <a:cubicBezTo>
                  <a:pt x="738960" y="1428616"/>
                  <a:pt x="884889" y="1365003"/>
                  <a:pt x="991827" y="1254933"/>
                </a:cubicBezTo>
                <a:cubicBezTo>
                  <a:pt x="1099602" y="1145096"/>
                  <a:pt x="1159798" y="997233"/>
                  <a:pt x="1159399" y="843350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CF606A0-200E-1210-3C26-25F7169F4484}"/>
              </a:ext>
            </a:extLst>
          </p:cNvPr>
          <p:cNvSpPr/>
          <p:nvPr/>
        </p:nvSpPr>
        <p:spPr>
          <a:xfrm>
            <a:off x="17605340" y="5829306"/>
            <a:ext cx="629892" cy="629892"/>
          </a:xfrm>
          <a:custGeom>
            <a:avLst/>
            <a:gdLst>
              <a:gd name="connsiteX0" fmla="*/ 319473 w 318387"/>
              <a:gd name="connsiteY0" fmla="*/ 159092 h 318387"/>
              <a:gd name="connsiteX1" fmla="*/ 160280 w 318387"/>
              <a:gd name="connsiteY1" fmla="*/ 318286 h 318387"/>
              <a:gd name="connsiteX2" fmla="*/ 1087 w 318387"/>
              <a:gd name="connsiteY2" fmla="*/ 159092 h 318387"/>
              <a:gd name="connsiteX3" fmla="*/ 160280 w 318387"/>
              <a:gd name="connsiteY3" fmla="*/ -102 h 318387"/>
              <a:gd name="connsiteX4" fmla="*/ 319473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3" y="159092"/>
                </a:moveTo>
                <a:cubicBezTo>
                  <a:pt x="319473" y="247012"/>
                  <a:pt x="248200" y="318286"/>
                  <a:pt x="160280" y="318286"/>
                </a:cubicBezTo>
                <a:cubicBezTo>
                  <a:pt x="72359" y="318286"/>
                  <a:pt x="1087" y="247012"/>
                  <a:pt x="1087" y="159092"/>
                </a:cubicBezTo>
                <a:cubicBezTo>
                  <a:pt x="1087" y="71172"/>
                  <a:pt x="72360" y="-102"/>
                  <a:pt x="160280" y="-102"/>
                </a:cubicBezTo>
                <a:cubicBezTo>
                  <a:pt x="248200" y="-102"/>
                  <a:pt x="319473" y="71171"/>
                  <a:pt x="319473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E29FB3E-08B5-DFF9-64D0-30580C41347A}"/>
              </a:ext>
            </a:extLst>
          </p:cNvPr>
          <p:cNvSpPr/>
          <p:nvPr/>
        </p:nvSpPr>
        <p:spPr>
          <a:xfrm>
            <a:off x="17059073" y="7094262"/>
            <a:ext cx="1714991" cy="2031566"/>
          </a:xfrm>
          <a:custGeom>
            <a:avLst/>
            <a:gdLst>
              <a:gd name="connsiteX0" fmla="*/ 867950 w 866864"/>
              <a:gd name="connsiteY0" fmla="*/ 582198 h 1026881"/>
              <a:gd name="connsiteX1" fmla="*/ 434454 w 866864"/>
              <a:gd name="connsiteY1" fmla="*/ 1026780 h 1026881"/>
              <a:gd name="connsiteX2" fmla="*/ 1086 w 866864"/>
              <a:gd name="connsiteY2" fmla="*/ 582198 h 1026881"/>
              <a:gd name="connsiteX3" fmla="*/ 278483 w 866864"/>
              <a:gd name="connsiteY3" fmla="*/ 131042 h 1026881"/>
              <a:gd name="connsiteX4" fmla="*/ 378124 w 866864"/>
              <a:gd name="connsiteY4" fmla="*/ 25987 h 1026881"/>
              <a:gd name="connsiteX5" fmla="*/ 482225 w 866864"/>
              <a:gd name="connsiteY5" fmla="*/ 17428 h 1026881"/>
              <a:gd name="connsiteX6" fmla="*/ 490784 w 866864"/>
              <a:gd name="connsiteY6" fmla="*/ 25987 h 1026881"/>
              <a:gd name="connsiteX7" fmla="*/ 590425 w 866864"/>
              <a:gd name="connsiteY7" fmla="*/ 131042 h 1026881"/>
              <a:gd name="connsiteX8" fmla="*/ 867950 w 866864"/>
              <a:gd name="connsiteY8" fmla="*/ 582198 h 102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864" h="1026881">
                <a:moveTo>
                  <a:pt x="867950" y="582198"/>
                </a:moveTo>
                <a:cubicBezTo>
                  <a:pt x="867963" y="823437"/>
                  <a:pt x="675616" y="1020696"/>
                  <a:pt x="434454" y="1026780"/>
                </a:cubicBezTo>
                <a:cubicBezTo>
                  <a:pt x="193304" y="1020696"/>
                  <a:pt x="1009" y="823425"/>
                  <a:pt x="1086" y="582198"/>
                </a:cubicBezTo>
                <a:cubicBezTo>
                  <a:pt x="1086" y="344632"/>
                  <a:pt x="155768" y="244733"/>
                  <a:pt x="278483" y="131042"/>
                </a:cubicBezTo>
                <a:cubicBezTo>
                  <a:pt x="313802" y="98082"/>
                  <a:pt x="347084" y="63007"/>
                  <a:pt x="378124" y="25987"/>
                </a:cubicBezTo>
                <a:cubicBezTo>
                  <a:pt x="404510" y="-5117"/>
                  <a:pt x="451121" y="-8958"/>
                  <a:pt x="482225" y="17428"/>
                </a:cubicBezTo>
                <a:cubicBezTo>
                  <a:pt x="485306" y="20044"/>
                  <a:pt x="488167" y="22906"/>
                  <a:pt x="490784" y="25987"/>
                </a:cubicBezTo>
                <a:cubicBezTo>
                  <a:pt x="521901" y="62943"/>
                  <a:pt x="555170" y="98017"/>
                  <a:pt x="590425" y="131042"/>
                </a:cubicBezTo>
                <a:cubicBezTo>
                  <a:pt x="713139" y="244218"/>
                  <a:pt x="867950" y="344632"/>
                  <a:pt x="867950" y="582198"/>
                </a:cubicBezTo>
                <a:close/>
              </a:path>
            </a:pathLst>
          </a:custGeom>
          <a:solidFill>
            <a:schemeClr val="accent6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B2FB909-1B4B-E054-25B1-BF83F863219D}"/>
              </a:ext>
            </a:extLst>
          </p:cNvPr>
          <p:cNvSpPr/>
          <p:nvPr/>
        </p:nvSpPr>
        <p:spPr>
          <a:xfrm>
            <a:off x="13472286" y="9493563"/>
            <a:ext cx="2970696" cy="3198171"/>
          </a:xfrm>
          <a:custGeom>
            <a:avLst/>
            <a:gdLst>
              <a:gd name="connsiteX0" fmla="*/ 1502663 w 1501576"/>
              <a:gd name="connsiteY0" fmla="*/ 1421427 h 1616556"/>
              <a:gd name="connsiteX1" fmla="*/ 1502663 w 1501576"/>
              <a:gd name="connsiteY1" fmla="*/ 532005 h 1616556"/>
              <a:gd name="connsiteX2" fmla="*/ 1398123 w 1501576"/>
              <a:gd name="connsiteY2" fmla="*/ 347933 h 1616556"/>
              <a:gd name="connsiteX3" fmla="*/ 814456 w 1501576"/>
              <a:gd name="connsiteY3" fmla="*/ -102 h 1616556"/>
              <a:gd name="connsiteX4" fmla="*/ 689292 w 1501576"/>
              <a:gd name="connsiteY4" fmla="*/ -102 h 1616556"/>
              <a:gd name="connsiteX5" fmla="*/ 105754 w 1501576"/>
              <a:gd name="connsiteY5" fmla="*/ 347933 h 1616556"/>
              <a:gd name="connsiteX6" fmla="*/ 1086 w 1501576"/>
              <a:gd name="connsiteY6" fmla="*/ 532005 h 1616556"/>
              <a:gd name="connsiteX7" fmla="*/ 1086 w 1501576"/>
              <a:gd name="connsiteY7" fmla="*/ 1421427 h 1616556"/>
              <a:gd name="connsiteX8" fmla="*/ 196115 w 1501576"/>
              <a:gd name="connsiteY8" fmla="*/ 1616455 h 1616556"/>
              <a:gd name="connsiteX9" fmla="*/ 1307634 w 1501576"/>
              <a:gd name="connsiteY9" fmla="*/ 1616455 h 1616556"/>
              <a:gd name="connsiteX10" fmla="*/ 1502663 w 1501576"/>
              <a:gd name="connsiteY10" fmla="*/ 1421427 h 161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1576" h="1616556">
                <a:moveTo>
                  <a:pt x="1502663" y="1421427"/>
                </a:moveTo>
                <a:lnTo>
                  <a:pt x="1502663" y="532005"/>
                </a:lnTo>
                <a:cubicBezTo>
                  <a:pt x="1502675" y="456519"/>
                  <a:pt x="1462961" y="386590"/>
                  <a:pt x="1398123" y="347933"/>
                </a:cubicBezTo>
                <a:lnTo>
                  <a:pt x="814456" y="-102"/>
                </a:lnTo>
                <a:lnTo>
                  <a:pt x="689292" y="-102"/>
                </a:lnTo>
                <a:lnTo>
                  <a:pt x="105754" y="347933"/>
                </a:lnTo>
                <a:cubicBezTo>
                  <a:pt x="40839" y="386539"/>
                  <a:pt x="1073" y="456481"/>
                  <a:pt x="1086" y="532005"/>
                </a:cubicBezTo>
                <a:lnTo>
                  <a:pt x="1086" y="1421427"/>
                </a:lnTo>
                <a:cubicBezTo>
                  <a:pt x="1163" y="1529111"/>
                  <a:pt x="88430" y="1616378"/>
                  <a:pt x="196115" y="1616455"/>
                </a:cubicBezTo>
                <a:lnTo>
                  <a:pt x="1307634" y="1616455"/>
                </a:lnTo>
                <a:cubicBezTo>
                  <a:pt x="1415344" y="1616455"/>
                  <a:pt x="1502663" y="1529137"/>
                  <a:pt x="1502663" y="1421427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6603E8-13A6-2CFF-6F93-5AF5AB4B7C4D}"/>
              </a:ext>
            </a:extLst>
          </p:cNvPr>
          <p:cNvSpPr/>
          <p:nvPr/>
        </p:nvSpPr>
        <p:spPr>
          <a:xfrm>
            <a:off x="13163203" y="6283151"/>
            <a:ext cx="3608243" cy="4286075"/>
          </a:xfrm>
          <a:custGeom>
            <a:avLst/>
            <a:gdLst>
              <a:gd name="connsiteX0" fmla="*/ 912551 w 1823832"/>
              <a:gd name="connsiteY0" fmla="*/ 2166350 h 2166451"/>
              <a:gd name="connsiteX1" fmla="*/ 667638 w 1823832"/>
              <a:gd name="connsiteY1" fmla="*/ 2036546 h 2166451"/>
              <a:gd name="connsiteX2" fmla="*/ 535385 w 1823832"/>
              <a:gd name="connsiteY2" fmla="*/ 1840873 h 2166451"/>
              <a:gd name="connsiteX3" fmla="*/ 437420 w 1823832"/>
              <a:gd name="connsiteY3" fmla="*/ 1730920 h 2166451"/>
              <a:gd name="connsiteX4" fmla="*/ 393206 w 1823832"/>
              <a:gd name="connsiteY4" fmla="*/ 1691089 h 2166451"/>
              <a:gd name="connsiteX5" fmla="*/ 1087 w 1823832"/>
              <a:gd name="connsiteY5" fmla="*/ 922835 h 2166451"/>
              <a:gd name="connsiteX6" fmla="*/ 263918 w 1823832"/>
              <a:gd name="connsiteY6" fmla="*/ 278326 h 2166451"/>
              <a:gd name="connsiteX7" fmla="*/ 902239 w 1823832"/>
              <a:gd name="connsiteY7" fmla="*/ -102 h 2166451"/>
              <a:gd name="connsiteX8" fmla="*/ 913454 w 1823832"/>
              <a:gd name="connsiteY8" fmla="*/ -102 h 2166451"/>
              <a:gd name="connsiteX9" fmla="*/ 924410 w 1823832"/>
              <a:gd name="connsiteY9" fmla="*/ -102 h 2166451"/>
              <a:gd name="connsiteX10" fmla="*/ 1562087 w 1823832"/>
              <a:gd name="connsiteY10" fmla="*/ 277810 h 2166451"/>
              <a:gd name="connsiteX11" fmla="*/ 1824918 w 1823832"/>
              <a:gd name="connsiteY11" fmla="*/ 922319 h 2166451"/>
              <a:gd name="connsiteX12" fmla="*/ 1433186 w 1823832"/>
              <a:gd name="connsiteY12" fmla="*/ 1690316 h 2166451"/>
              <a:gd name="connsiteX13" fmla="*/ 1388585 w 1823832"/>
              <a:gd name="connsiteY13" fmla="*/ 1730275 h 2166451"/>
              <a:gd name="connsiteX14" fmla="*/ 1290362 w 1823832"/>
              <a:gd name="connsiteY14" fmla="*/ 1840873 h 2166451"/>
              <a:gd name="connsiteX15" fmla="*/ 1157465 w 1823832"/>
              <a:gd name="connsiteY15" fmla="*/ 2036417 h 2166451"/>
              <a:gd name="connsiteX16" fmla="*/ 912551 w 1823832"/>
              <a:gd name="connsiteY16" fmla="*/ 2165319 h 216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3832" h="2166451">
                <a:moveTo>
                  <a:pt x="912551" y="2166350"/>
                </a:moveTo>
                <a:cubicBezTo>
                  <a:pt x="814405" y="2166530"/>
                  <a:pt x="722589" y="2117870"/>
                  <a:pt x="667638" y="2036546"/>
                </a:cubicBezTo>
                <a:lnTo>
                  <a:pt x="535385" y="1840873"/>
                </a:lnTo>
                <a:cubicBezTo>
                  <a:pt x="506202" y="1801261"/>
                  <a:pt x="473409" y="1764460"/>
                  <a:pt x="437420" y="1730920"/>
                </a:cubicBezTo>
                <a:cubicBezTo>
                  <a:pt x="424529" y="1718674"/>
                  <a:pt x="408417" y="1705139"/>
                  <a:pt x="393206" y="1691089"/>
                </a:cubicBezTo>
                <a:cubicBezTo>
                  <a:pt x="255926" y="1569792"/>
                  <a:pt x="1087" y="1344343"/>
                  <a:pt x="1087" y="922835"/>
                </a:cubicBezTo>
                <a:cubicBezTo>
                  <a:pt x="674" y="681827"/>
                  <a:pt x="95083" y="450319"/>
                  <a:pt x="263918" y="278326"/>
                </a:cubicBezTo>
                <a:cubicBezTo>
                  <a:pt x="431864" y="105288"/>
                  <a:pt x="661154" y="5273"/>
                  <a:pt x="902239" y="-102"/>
                </a:cubicBezTo>
                <a:lnTo>
                  <a:pt x="913454" y="-102"/>
                </a:lnTo>
                <a:lnTo>
                  <a:pt x="924410" y="-102"/>
                </a:lnTo>
                <a:cubicBezTo>
                  <a:pt x="1165186" y="5312"/>
                  <a:pt x="1394206" y="105121"/>
                  <a:pt x="1562087" y="277810"/>
                </a:cubicBezTo>
                <a:cubicBezTo>
                  <a:pt x="1730923" y="449804"/>
                  <a:pt x="1825330" y="681311"/>
                  <a:pt x="1824918" y="922319"/>
                </a:cubicBezTo>
                <a:cubicBezTo>
                  <a:pt x="1824918" y="1343699"/>
                  <a:pt x="1570079" y="1569148"/>
                  <a:pt x="1433186" y="1690316"/>
                </a:cubicBezTo>
                <a:cubicBezTo>
                  <a:pt x="1417846" y="1703850"/>
                  <a:pt x="1401992" y="1717900"/>
                  <a:pt x="1388585" y="1730275"/>
                </a:cubicBezTo>
                <a:cubicBezTo>
                  <a:pt x="1352519" y="1764048"/>
                  <a:pt x="1319636" y="1801068"/>
                  <a:pt x="1290362" y="1840873"/>
                </a:cubicBezTo>
                <a:lnTo>
                  <a:pt x="1157465" y="2036417"/>
                </a:lnTo>
                <a:cubicBezTo>
                  <a:pt x="1102320" y="2117419"/>
                  <a:pt x="1010542" y="2165731"/>
                  <a:pt x="912551" y="2165319"/>
                </a:cubicBezTo>
                <a:close/>
              </a:path>
            </a:pathLst>
          </a:custGeom>
          <a:solidFill>
            <a:schemeClr val="accent5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419737E-4D67-3402-2EB7-FF556658DF96}"/>
              </a:ext>
            </a:extLst>
          </p:cNvPr>
          <p:cNvSpPr>
            <a:spLocks/>
          </p:cNvSpPr>
          <p:nvPr/>
        </p:nvSpPr>
        <p:spPr>
          <a:xfrm>
            <a:off x="14368689" y="9652421"/>
            <a:ext cx="1201642" cy="1201642"/>
          </a:xfrm>
          <a:custGeom>
            <a:avLst/>
            <a:gdLst>
              <a:gd name="connsiteX0" fmla="*/ 608471 w 607385"/>
              <a:gd name="connsiteY0" fmla="*/ 303591 h 607385"/>
              <a:gd name="connsiteX1" fmla="*/ 304779 w 607385"/>
              <a:gd name="connsiteY1" fmla="*/ 607283 h 607385"/>
              <a:gd name="connsiteX2" fmla="*/ 1086 w 607385"/>
              <a:gd name="connsiteY2" fmla="*/ 303591 h 607385"/>
              <a:gd name="connsiteX3" fmla="*/ 304779 w 607385"/>
              <a:gd name="connsiteY3" fmla="*/ -102 h 607385"/>
              <a:gd name="connsiteX4" fmla="*/ 608471 w 607385"/>
              <a:gd name="connsiteY4" fmla="*/ 303591 h 6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5">
                <a:moveTo>
                  <a:pt x="608471" y="303591"/>
                </a:moveTo>
                <a:cubicBezTo>
                  <a:pt x="608471" y="471316"/>
                  <a:pt x="472504" y="607283"/>
                  <a:pt x="304779" y="607283"/>
                </a:cubicBezTo>
                <a:cubicBezTo>
                  <a:pt x="137054" y="607283"/>
                  <a:pt x="1086" y="471316"/>
                  <a:pt x="1086" y="303591"/>
                </a:cubicBezTo>
                <a:cubicBezTo>
                  <a:pt x="1086" y="135866"/>
                  <a:pt x="137054" y="-102"/>
                  <a:pt x="304779" y="-102"/>
                </a:cubicBezTo>
                <a:cubicBezTo>
                  <a:pt x="472504" y="-102"/>
                  <a:pt x="608471" y="135866"/>
                  <a:pt x="608471" y="303591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AA2483-D321-0873-DBE9-744D0F7DA8CD}"/>
              </a:ext>
            </a:extLst>
          </p:cNvPr>
          <p:cNvSpPr/>
          <p:nvPr/>
        </p:nvSpPr>
        <p:spPr>
          <a:xfrm>
            <a:off x="13820892" y="7009950"/>
            <a:ext cx="2293374" cy="2832316"/>
          </a:xfrm>
          <a:custGeom>
            <a:avLst/>
            <a:gdLst>
              <a:gd name="connsiteX0" fmla="*/ 992084 w 1159215"/>
              <a:gd name="connsiteY0" fmla="*/ 177009 h 1431630"/>
              <a:gd name="connsiteX1" fmla="*/ 585657 w 1159215"/>
              <a:gd name="connsiteY1" fmla="*/ -102 h 1431630"/>
              <a:gd name="connsiteX2" fmla="*/ 574958 w 1159215"/>
              <a:gd name="connsiteY2" fmla="*/ -102 h 1431630"/>
              <a:gd name="connsiteX3" fmla="*/ 168660 w 1159215"/>
              <a:gd name="connsiteY3" fmla="*/ 177009 h 1431630"/>
              <a:gd name="connsiteX4" fmla="*/ 1088 w 1159215"/>
              <a:gd name="connsiteY4" fmla="*/ 588335 h 1431630"/>
              <a:gd name="connsiteX5" fmla="*/ 263531 w 1159215"/>
              <a:gd name="connsiteY5" fmla="*/ 1089891 h 1431630"/>
              <a:gd name="connsiteX6" fmla="*/ 302202 w 1159215"/>
              <a:gd name="connsiteY6" fmla="*/ 1124308 h 1431630"/>
              <a:gd name="connsiteX7" fmla="*/ 400554 w 1159215"/>
              <a:gd name="connsiteY7" fmla="*/ 1235421 h 1431630"/>
              <a:gd name="connsiteX8" fmla="*/ 506769 w 1159215"/>
              <a:gd name="connsiteY8" fmla="*/ 1392424 h 1431630"/>
              <a:gd name="connsiteX9" fmla="*/ 630476 w 1159215"/>
              <a:gd name="connsiteY9" fmla="*/ 1416180 h 1431630"/>
              <a:gd name="connsiteX10" fmla="*/ 654233 w 1159215"/>
              <a:gd name="connsiteY10" fmla="*/ 1392424 h 1431630"/>
              <a:gd name="connsiteX11" fmla="*/ 760706 w 1159215"/>
              <a:gd name="connsiteY11" fmla="*/ 1235679 h 1431630"/>
              <a:gd name="connsiteX12" fmla="*/ 859316 w 1159215"/>
              <a:gd name="connsiteY12" fmla="*/ 1124179 h 1431630"/>
              <a:gd name="connsiteX13" fmla="*/ 897986 w 1159215"/>
              <a:gd name="connsiteY13" fmla="*/ 1089763 h 1431630"/>
              <a:gd name="connsiteX14" fmla="*/ 1160301 w 1159215"/>
              <a:gd name="connsiteY14" fmla="*/ 588206 h 1431630"/>
              <a:gd name="connsiteX15" fmla="*/ 992084 w 1159215"/>
              <a:gd name="connsiteY15" fmla="*/ 177009 h 143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9215" h="1431630">
                <a:moveTo>
                  <a:pt x="992084" y="177009"/>
                </a:moveTo>
                <a:cubicBezTo>
                  <a:pt x="885044" y="67017"/>
                  <a:pt x="739101" y="3417"/>
                  <a:pt x="585657" y="-102"/>
                </a:cubicBezTo>
                <a:lnTo>
                  <a:pt x="574958" y="-102"/>
                </a:lnTo>
                <a:cubicBezTo>
                  <a:pt x="421552" y="3456"/>
                  <a:pt x="275674" y="67043"/>
                  <a:pt x="168660" y="177009"/>
                </a:cubicBezTo>
                <a:cubicBezTo>
                  <a:pt x="60937" y="286782"/>
                  <a:pt x="740" y="434542"/>
                  <a:pt x="1088" y="588335"/>
                </a:cubicBezTo>
                <a:cubicBezTo>
                  <a:pt x="1088" y="857868"/>
                  <a:pt x="158992" y="997469"/>
                  <a:pt x="263531" y="1089891"/>
                </a:cubicBezTo>
                <a:cubicBezTo>
                  <a:pt x="276422" y="1101364"/>
                  <a:pt x="289312" y="1113222"/>
                  <a:pt x="302202" y="1124308"/>
                </a:cubicBezTo>
                <a:cubicBezTo>
                  <a:pt x="338526" y="1158055"/>
                  <a:pt x="371461" y="1195269"/>
                  <a:pt x="400554" y="1235421"/>
                </a:cubicBezTo>
                <a:lnTo>
                  <a:pt x="506769" y="1392424"/>
                </a:lnTo>
                <a:cubicBezTo>
                  <a:pt x="534367" y="1433144"/>
                  <a:pt x="589756" y="1443778"/>
                  <a:pt x="630476" y="1416180"/>
                </a:cubicBezTo>
                <a:cubicBezTo>
                  <a:pt x="639834" y="1409838"/>
                  <a:pt x="647891" y="1401782"/>
                  <a:pt x="654233" y="1392424"/>
                </a:cubicBezTo>
                <a:lnTo>
                  <a:pt x="760706" y="1235679"/>
                </a:lnTo>
                <a:cubicBezTo>
                  <a:pt x="789889" y="1195410"/>
                  <a:pt x="822913" y="1158067"/>
                  <a:pt x="859316" y="1124179"/>
                </a:cubicBezTo>
                <a:cubicBezTo>
                  <a:pt x="871174" y="1113094"/>
                  <a:pt x="883936" y="1101750"/>
                  <a:pt x="897986" y="1089763"/>
                </a:cubicBezTo>
                <a:cubicBezTo>
                  <a:pt x="1002396" y="997340"/>
                  <a:pt x="1160301" y="857739"/>
                  <a:pt x="1160301" y="588206"/>
                </a:cubicBezTo>
                <a:cubicBezTo>
                  <a:pt x="1160443" y="434362"/>
                  <a:pt x="1100014" y="286640"/>
                  <a:pt x="992084" y="177009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952568C-610C-3098-32C2-BF0CA05EA5C1}"/>
              </a:ext>
            </a:extLst>
          </p:cNvPr>
          <p:cNvSpPr/>
          <p:nvPr/>
        </p:nvSpPr>
        <p:spPr>
          <a:xfrm>
            <a:off x="14109319" y="7271598"/>
            <a:ext cx="1715246" cy="2032595"/>
          </a:xfrm>
          <a:custGeom>
            <a:avLst/>
            <a:gdLst>
              <a:gd name="connsiteX0" fmla="*/ 590554 w 866993"/>
              <a:gd name="connsiteY0" fmla="*/ 896281 h 1027401"/>
              <a:gd name="connsiteX1" fmla="*/ 490913 w 866993"/>
              <a:gd name="connsiteY1" fmla="*/ 1001207 h 1027401"/>
              <a:gd name="connsiteX2" fmla="*/ 386812 w 866993"/>
              <a:gd name="connsiteY2" fmla="*/ 1009766 h 1027401"/>
              <a:gd name="connsiteX3" fmla="*/ 378253 w 866993"/>
              <a:gd name="connsiteY3" fmla="*/ 1001207 h 1027401"/>
              <a:gd name="connsiteX4" fmla="*/ 278611 w 866993"/>
              <a:gd name="connsiteY4" fmla="*/ 896281 h 1027401"/>
              <a:gd name="connsiteX5" fmla="*/ 1086 w 866993"/>
              <a:gd name="connsiteY5" fmla="*/ 444480 h 1027401"/>
              <a:gd name="connsiteX6" fmla="*/ 434583 w 866993"/>
              <a:gd name="connsiteY6" fmla="*/ -102 h 1027401"/>
              <a:gd name="connsiteX7" fmla="*/ 868079 w 866993"/>
              <a:gd name="connsiteY7" fmla="*/ 444352 h 1027401"/>
              <a:gd name="connsiteX8" fmla="*/ 590554 w 866993"/>
              <a:gd name="connsiteY8" fmla="*/ 896281 h 1027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993" h="1027401">
                <a:moveTo>
                  <a:pt x="590554" y="896281"/>
                </a:moveTo>
                <a:cubicBezTo>
                  <a:pt x="555299" y="929267"/>
                  <a:pt x="522030" y="964302"/>
                  <a:pt x="490913" y="1001207"/>
                </a:cubicBezTo>
                <a:cubicBezTo>
                  <a:pt x="464527" y="1032324"/>
                  <a:pt x="417915" y="1036152"/>
                  <a:pt x="386812" y="1009766"/>
                </a:cubicBezTo>
                <a:cubicBezTo>
                  <a:pt x="383731" y="1007149"/>
                  <a:pt x="380870" y="1004288"/>
                  <a:pt x="378253" y="1001207"/>
                </a:cubicBezTo>
                <a:cubicBezTo>
                  <a:pt x="347136" y="964302"/>
                  <a:pt x="313866" y="929267"/>
                  <a:pt x="278611" y="896281"/>
                </a:cubicBezTo>
                <a:cubicBezTo>
                  <a:pt x="155897" y="781945"/>
                  <a:pt x="1086" y="682046"/>
                  <a:pt x="1086" y="444480"/>
                </a:cubicBezTo>
                <a:cubicBezTo>
                  <a:pt x="1009" y="203215"/>
                  <a:pt x="193381" y="5918"/>
                  <a:pt x="434583" y="-102"/>
                </a:cubicBezTo>
                <a:cubicBezTo>
                  <a:pt x="675732" y="5918"/>
                  <a:pt x="868079" y="203125"/>
                  <a:pt x="868079" y="444352"/>
                </a:cubicBezTo>
                <a:cubicBezTo>
                  <a:pt x="868079" y="682046"/>
                  <a:pt x="713268" y="781945"/>
                  <a:pt x="590554" y="896281"/>
                </a:cubicBezTo>
                <a:close/>
              </a:path>
            </a:pathLst>
          </a:custGeom>
          <a:solidFill>
            <a:schemeClr val="accent5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3CAC5D4-5252-D5BE-A715-33666BE13666}"/>
              </a:ext>
            </a:extLst>
          </p:cNvPr>
          <p:cNvSpPr/>
          <p:nvPr/>
        </p:nvSpPr>
        <p:spPr>
          <a:xfrm>
            <a:off x="14656442" y="9937605"/>
            <a:ext cx="629892" cy="629892"/>
          </a:xfrm>
          <a:custGeom>
            <a:avLst/>
            <a:gdLst>
              <a:gd name="connsiteX0" fmla="*/ 319473 w 318387"/>
              <a:gd name="connsiteY0" fmla="*/ 159092 h 318387"/>
              <a:gd name="connsiteX1" fmla="*/ 160280 w 318387"/>
              <a:gd name="connsiteY1" fmla="*/ 318285 h 318387"/>
              <a:gd name="connsiteX2" fmla="*/ 1087 w 318387"/>
              <a:gd name="connsiteY2" fmla="*/ 159092 h 318387"/>
              <a:gd name="connsiteX3" fmla="*/ 160280 w 318387"/>
              <a:gd name="connsiteY3" fmla="*/ -102 h 318387"/>
              <a:gd name="connsiteX4" fmla="*/ 319473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3" y="159092"/>
                </a:moveTo>
                <a:cubicBezTo>
                  <a:pt x="319473" y="247012"/>
                  <a:pt x="248200" y="318285"/>
                  <a:pt x="160280" y="318285"/>
                </a:cubicBezTo>
                <a:cubicBezTo>
                  <a:pt x="72360" y="318285"/>
                  <a:pt x="1087" y="247012"/>
                  <a:pt x="1087" y="159092"/>
                </a:cubicBezTo>
                <a:cubicBezTo>
                  <a:pt x="1087" y="71172"/>
                  <a:pt x="72360" y="-102"/>
                  <a:pt x="160280" y="-102"/>
                </a:cubicBezTo>
                <a:cubicBezTo>
                  <a:pt x="248201" y="-102"/>
                  <a:pt x="319473" y="71172"/>
                  <a:pt x="319473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9A47F1C-762C-A51F-5DC1-8AFFC0E7B8FE}"/>
              </a:ext>
            </a:extLst>
          </p:cNvPr>
          <p:cNvSpPr/>
          <p:nvPr/>
        </p:nvSpPr>
        <p:spPr>
          <a:xfrm>
            <a:off x="10534231" y="3619752"/>
            <a:ext cx="2970696" cy="3198426"/>
          </a:xfrm>
          <a:custGeom>
            <a:avLst/>
            <a:gdLst>
              <a:gd name="connsiteX0" fmla="*/ 1086 w 1501576"/>
              <a:gd name="connsiteY0" fmla="*/ 194927 h 1616685"/>
              <a:gd name="connsiteX1" fmla="*/ 1086 w 1501576"/>
              <a:gd name="connsiteY1" fmla="*/ 1084348 h 1616685"/>
              <a:gd name="connsiteX2" fmla="*/ 105625 w 1501576"/>
              <a:gd name="connsiteY2" fmla="*/ 1268549 h 1616685"/>
              <a:gd name="connsiteX3" fmla="*/ 689293 w 1501576"/>
              <a:gd name="connsiteY3" fmla="*/ 1616584 h 1616685"/>
              <a:gd name="connsiteX4" fmla="*/ 814456 w 1501576"/>
              <a:gd name="connsiteY4" fmla="*/ 1616584 h 1616685"/>
              <a:gd name="connsiteX5" fmla="*/ 1398123 w 1501576"/>
              <a:gd name="connsiteY5" fmla="*/ 1268549 h 1616685"/>
              <a:gd name="connsiteX6" fmla="*/ 1502663 w 1501576"/>
              <a:gd name="connsiteY6" fmla="*/ 1084348 h 1616685"/>
              <a:gd name="connsiteX7" fmla="*/ 1502663 w 1501576"/>
              <a:gd name="connsiteY7" fmla="*/ 194927 h 1616685"/>
              <a:gd name="connsiteX8" fmla="*/ 1307634 w 1501576"/>
              <a:gd name="connsiteY8" fmla="*/ -102 h 1616685"/>
              <a:gd name="connsiteX9" fmla="*/ 195727 w 1501576"/>
              <a:gd name="connsiteY9" fmla="*/ -102 h 1616685"/>
              <a:gd name="connsiteX10" fmla="*/ 1086 w 1501576"/>
              <a:gd name="connsiteY10" fmla="*/ 194927 h 161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1576" h="1616685">
                <a:moveTo>
                  <a:pt x="1086" y="194927"/>
                </a:moveTo>
                <a:lnTo>
                  <a:pt x="1086" y="1084348"/>
                </a:lnTo>
                <a:cubicBezTo>
                  <a:pt x="1074" y="1159872"/>
                  <a:pt x="40775" y="1229840"/>
                  <a:pt x="105625" y="1268549"/>
                </a:cubicBezTo>
                <a:lnTo>
                  <a:pt x="689293" y="1616584"/>
                </a:lnTo>
                <a:lnTo>
                  <a:pt x="814456" y="1616584"/>
                </a:lnTo>
                <a:lnTo>
                  <a:pt x="1398123" y="1268549"/>
                </a:lnTo>
                <a:cubicBezTo>
                  <a:pt x="1462974" y="1229840"/>
                  <a:pt x="1502676" y="1159872"/>
                  <a:pt x="1502663" y="1084348"/>
                </a:cubicBezTo>
                <a:lnTo>
                  <a:pt x="1502663" y="194927"/>
                </a:lnTo>
                <a:cubicBezTo>
                  <a:pt x="1502663" y="87216"/>
                  <a:pt x="1415345" y="-102"/>
                  <a:pt x="1307634" y="-102"/>
                </a:cubicBezTo>
                <a:lnTo>
                  <a:pt x="195727" y="-102"/>
                </a:lnTo>
                <a:cubicBezTo>
                  <a:pt x="88172" y="117"/>
                  <a:pt x="1086" y="87371"/>
                  <a:pt x="1086" y="194927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EF5AA41-6425-A13C-A7B2-86C7C1374793}"/>
              </a:ext>
            </a:extLst>
          </p:cNvPr>
          <p:cNvSpPr/>
          <p:nvPr/>
        </p:nvSpPr>
        <p:spPr>
          <a:xfrm>
            <a:off x="10217238" y="5827181"/>
            <a:ext cx="3606462" cy="4286075"/>
          </a:xfrm>
          <a:custGeom>
            <a:avLst/>
            <a:gdLst>
              <a:gd name="connsiteX0" fmla="*/ 911779 w 1822932"/>
              <a:gd name="connsiteY0" fmla="*/ 414 h 2166451"/>
              <a:gd name="connsiteX1" fmla="*/ 1156692 w 1822932"/>
              <a:gd name="connsiteY1" fmla="*/ 129316 h 2166451"/>
              <a:gd name="connsiteX2" fmla="*/ 1289462 w 1822932"/>
              <a:gd name="connsiteY2" fmla="*/ 324860 h 2166451"/>
              <a:gd name="connsiteX3" fmla="*/ 1387685 w 1822932"/>
              <a:gd name="connsiteY3" fmla="*/ 435457 h 2166451"/>
              <a:gd name="connsiteX4" fmla="*/ 1432284 w 1822932"/>
              <a:gd name="connsiteY4" fmla="*/ 475546 h 2166451"/>
              <a:gd name="connsiteX5" fmla="*/ 1824017 w 1822932"/>
              <a:gd name="connsiteY5" fmla="*/ 1243413 h 2166451"/>
              <a:gd name="connsiteX6" fmla="*/ 1561315 w 1822932"/>
              <a:gd name="connsiteY6" fmla="*/ 1888567 h 2166451"/>
              <a:gd name="connsiteX7" fmla="*/ 923509 w 1822932"/>
              <a:gd name="connsiteY7" fmla="*/ 2166350 h 2166451"/>
              <a:gd name="connsiteX8" fmla="*/ 912681 w 1822932"/>
              <a:gd name="connsiteY8" fmla="*/ 2166350 h 2166451"/>
              <a:gd name="connsiteX9" fmla="*/ 901338 w 1822932"/>
              <a:gd name="connsiteY9" fmla="*/ 2166350 h 2166451"/>
              <a:gd name="connsiteX10" fmla="*/ 263919 w 1822932"/>
              <a:gd name="connsiteY10" fmla="*/ 1888567 h 2166451"/>
              <a:gd name="connsiteX11" fmla="*/ 1089 w 1822932"/>
              <a:gd name="connsiteY11" fmla="*/ 1243413 h 2166451"/>
              <a:gd name="connsiteX12" fmla="*/ 393207 w 1822932"/>
              <a:gd name="connsiteY12" fmla="*/ 475159 h 2166451"/>
              <a:gd name="connsiteX13" fmla="*/ 437550 w 1822932"/>
              <a:gd name="connsiteY13" fmla="*/ 435329 h 2166451"/>
              <a:gd name="connsiteX14" fmla="*/ 535386 w 1822932"/>
              <a:gd name="connsiteY14" fmla="*/ 325375 h 2166451"/>
              <a:gd name="connsiteX15" fmla="*/ 667640 w 1822932"/>
              <a:gd name="connsiteY15" fmla="*/ 129831 h 2166451"/>
              <a:gd name="connsiteX16" fmla="*/ 912553 w 1822932"/>
              <a:gd name="connsiteY16" fmla="*/ -102 h 216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2932" h="2166451">
                <a:moveTo>
                  <a:pt x="911779" y="414"/>
                </a:moveTo>
                <a:cubicBezTo>
                  <a:pt x="1009757" y="53"/>
                  <a:pt x="1101523" y="48353"/>
                  <a:pt x="1156692" y="129316"/>
                </a:cubicBezTo>
                <a:lnTo>
                  <a:pt x="1289462" y="324860"/>
                </a:lnTo>
                <a:cubicBezTo>
                  <a:pt x="1318748" y="364652"/>
                  <a:pt x="1351631" y="401672"/>
                  <a:pt x="1387685" y="435457"/>
                </a:cubicBezTo>
                <a:cubicBezTo>
                  <a:pt x="1400575" y="448348"/>
                  <a:pt x="1416945" y="461882"/>
                  <a:pt x="1432284" y="475546"/>
                </a:cubicBezTo>
                <a:cubicBezTo>
                  <a:pt x="1569178" y="596585"/>
                  <a:pt x="1824017" y="822034"/>
                  <a:pt x="1824017" y="1243413"/>
                </a:cubicBezTo>
                <a:cubicBezTo>
                  <a:pt x="1824533" y="1484614"/>
                  <a:pt x="1730177" y="1716341"/>
                  <a:pt x="1561315" y="1888567"/>
                </a:cubicBezTo>
                <a:cubicBezTo>
                  <a:pt x="1393356" y="2061205"/>
                  <a:pt x="1164310" y="2160962"/>
                  <a:pt x="923509" y="2166350"/>
                </a:cubicBezTo>
                <a:lnTo>
                  <a:pt x="912681" y="2166350"/>
                </a:lnTo>
                <a:lnTo>
                  <a:pt x="901338" y="2166350"/>
                </a:lnTo>
                <a:cubicBezTo>
                  <a:pt x="660666" y="2160897"/>
                  <a:pt x="431762" y="2061141"/>
                  <a:pt x="263919" y="1888567"/>
                </a:cubicBezTo>
                <a:cubicBezTo>
                  <a:pt x="94955" y="1716405"/>
                  <a:pt x="534" y="1484640"/>
                  <a:pt x="1089" y="1243413"/>
                </a:cubicBezTo>
                <a:cubicBezTo>
                  <a:pt x="1089" y="821905"/>
                  <a:pt x="256056" y="596585"/>
                  <a:pt x="393207" y="475159"/>
                </a:cubicBezTo>
                <a:cubicBezTo>
                  <a:pt x="408547" y="461624"/>
                  <a:pt x="424401" y="447703"/>
                  <a:pt x="437550" y="435329"/>
                </a:cubicBezTo>
                <a:cubicBezTo>
                  <a:pt x="473474" y="401762"/>
                  <a:pt x="506229" y="364961"/>
                  <a:pt x="535386" y="325375"/>
                </a:cubicBezTo>
                <a:lnTo>
                  <a:pt x="667640" y="129831"/>
                </a:lnTo>
                <a:cubicBezTo>
                  <a:pt x="722577" y="48469"/>
                  <a:pt x="814381" y="-230"/>
                  <a:pt x="912553" y="-102"/>
                </a:cubicBezTo>
                <a:close/>
              </a:path>
            </a:pathLst>
          </a:custGeom>
          <a:solidFill>
            <a:schemeClr val="accent4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6D17F25-9DA3-D224-954D-04FFE70F78C1}"/>
              </a:ext>
            </a:extLst>
          </p:cNvPr>
          <p:cNvSpPr/>
          <p:nvPr/>
        </p:nvSpPr>
        <p:spPr>
          <a:xfrm>
            <a:off x="11422850" y="5544527"/>
            <a:ext cx="1201642" cy="1201642"/>
          </a:xfrm>
          <a:custGeom>
            <a:avLst/>
            <a:gdLst>
              <a:gd name="connsiteX0" fmla="*/ 608471 w 607385"/>
              <a:gd name="connsiteY0" fmla="*/ 303591 h 607385"/>
              <a:gd name="connsiteX1" fmla="*/ 304779 w 607385"/>
              <a:gd name="connsiteY1" fmla="*/ 607283 h 607385"/>
              <a:gd name="connsiteX2" fmla="*/ 1086 w 607385"/>
              <a:gd name="connsiteY2" fmla="*/ 303591 h 607385"/>
              <a:gd name="connsiteX3" fmla="*/ 304779 w 607385"/>
              <a:gd name="connsiteY3" fmla="*/ -102 h 607385"/>
              <a:gd name="connsiteX4" fmla="*/ 608471 w 607385"/>
              <a:gd name="connsiteY4" fmla="*/ 303591 h 6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5">
                <a:moveTo>
                  <a:pt x="608471" y="303591"/>
                </a:moveTo>
                <a:cubicBezTo>
                  <a:pt x="608471" y="471315"/>
                  <a:pt x="472504" y="607283"/>
                  <a:pt x="304779" y="607283"/>
                </a:cubicBezTo>
                <a:cubicBezTo>
                  <a:pt x="137054" y="607283"/>
                  <a:pt x="1086" y="471315"/>
                  <a:pt x="1086" y="303591"/>
                </a:cubicBezTo>
                <a:cubicBezTo>
                  <a:pt x="1086" y="135866"/>
                  <a:pt x="137054" y="-102"/>
                  <a:pt x="304779" y="-102"/>
                </a:cubicBezTo>
                <a:cubicBezTo>
                  <a:pt x="472504" y="-102"/>
                  <a:pt x="608471" y="135866"/>
                  <a:pt x="608471" y="30359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9B04E42-7511-77C0-074C-97CDA467A341}"/>
              </a:ext>
            </a:extLst>
          </p:cNvPr>
          <p:cNvSpPr/>
          <p:nvPr/>
        </p:nvSpPr>
        <p:spPr>
          <a:xfrm>
            <a:off x="10873910" y="6554905"/>
            <a:ext cx="2291592" cy="2833337"/>
          </a:xfrm>
          <a:custGeom>
            <a:avLst/>
            <a:gdLst>
              <a:gd name="connsiteX0" fmla="*/ 1159399 w 1158314"/>
              <a:gd name="connsiteY0" fmla="*/ 843350 h 1432146"/>
              <a:gd name="connsiteX1" fmla="*/ 896955 w 1158314"/>
              <a:gd name="connsiteY1" fmla="*/ 341664 h 1432146"/>
              <a:gd name="connsiteX2" fmla="*/ 858284 w 1158314"/>
              <a:gd name="connsiteY2" fmla="*/ 307377 h 1432146"/>
              <a:gd name="connsiteX3" fmla="*/ 759674 w 1158314"/>
              <a:gd name="connsiteY3" fmla="*/ 195877 h 1432146"/>
              <a:gd name="connsiteX4" fmla="*/ 654362 w 1158314"/>
              <a:gd name="connsiteY4" fmla="*/ 39003 h 1432146"/>
              <a:gd name="connsiteX5" fmla="*/ 530461 w 1158314"/>
              <a:gd name="connsiteY5" fmla="*/ 15311 h 1432146"/>
              <a:gd name="connsiteX6" fmla="*/ 506769 w 1158314"/>
              <a:gd name="connsiteY6" fmla="*/ 39003 h 1432146"/>
              <a:gd name="connsiteX7" fmla="*/ 400554 w 1158314"/>
              <a:gd name="connsiteY7" fmla="*/ 196134 h 1432146"/>
              <a:gd name="connsiteX8" fmla="*/ 302202 w 1158314"/>
              <a:gd name="connsiteY8" fmla="*/ 307119 h 1432146"/>
              <a:gd name="connsiteX9" fmla="*/ 263532 w 1158314"/>
              <a:gd name="connsiteY9" fmla="*/ 341535 h 1432146"/>
              <a:gd name="connsiteX10" fmla="*/ 1088 w 1158314"/>
              <a:gd name="connsiteY10" fmla="*/ 843221 h 1432146"/>
              <a:gd name="connsiteX11" fmla="*/ 168660 w 1158314"/>
              <a:gd name="connsiteY11" fmla="*/ 1254418 h 1432146"/>
              <a:gd name="connsiteX12" fmla="*/ 574830 w 1158314"/>
              <a:gd name="connsiteY12" fmla="*/ 1432044 h 1432146"/>
              <a:gd name="connsiteX13" fmla="*/ 585528 w 1158314"/>
              <a:gd name="connsiteY13" fmla="*/ 1432044 h 1432146"/>
              <a:gd name="connsiteX14" fmla="*/ 991827 w 1158314"/>
              <a:gd name="connsiteY14" fmla="*/ 1254933 h 1432146"/>
              <a:gd name="connsiteX15" fmla="*/ 1159399 w 1158314"/>
              <a:gd name="connsiteY15" fmla="*/ 843350 h 143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8314" h="1432146">
                <a:moveTo>
                  <a:pt x="1159399" y="843350"/>
                </a:moveTo>
                <a:cubicBezTo>
                  <a:pt x="1159399" y="573817"/>
                  <a:pt x="1001494" y="434087"/>
                  <a:pt x="896955" y="341664"/>
                </a:cubicBezTo>
                <a:cubicBezTo>
                  <a:pt x="883420" y="329676"/>
                  <a:pt x="870530" y="318333"/>
                  <a:pt x="858284" y="307377"/>
                </a:cubicBezTo>
                <a:cubicBezTo>
                  <a:pt x="821960" y="273424"/>
                  <a:pt x="788935" y="236081"/>
                  <a:pt x="759674" y="195877"/>
                </a:cubicBezTo>
                <a:lnTo>
                  <a:pt x="654362" y="39003"/>
                </a:lnTo>
                <a:cubicBezTo>
                  <a:pt x="626687" y="-1756"/>
                  <a:pt x="571220" y="-12364"/>
                  <a:pt x="530461" y="15311"/>
                </a:cubicBezTo>
                <a:cubicBezTo>
                  <a:pt x="521142" y="21640"/>
                  <a:pt x="513099" y="29683"/>
                  <a:pt x="506769" y="39003"/>
                </a:cubicBezTo>
                <a:lnTo>
                  <a:pt x="400554" y="196134"/>
                </a:lnTo>
                <a:cubicBezTo>
                  <a:pt x="371410" y="236197"/>
                  <a:pt x="338475" y="273372"/>
                  <a:pt x="302202" y="307119"/>
                </a:cubicBezTo>
                <a:cubicBezTo>
                  <a:pt x="290343" y="318204"/>
                  <a:pt x="276422" y="330063"/>
                  <a:pt x="263532" y="341535"/>
                </a:cubicBezTo>
                <a:cubicBezTo>
                  <a:pt x="158992" y="433958"/>
                  <a:pt x="1088" y="573559"/>
                  <a:pt x="1088" y="843221"/>
                </a:cubicBezTo>
                <a:cubicBezTo>
                  <a:pt x="714" y="996988"/>
                  <a:pt x="60924" y="1144710"/>
                  <a:pt x="168660" y="1254418"/>
                </a:cubicBezTo>
                <a:cubicBezTo>
                  <a:pt x="275468" y="1364667"/>
                  <a:pt x="421372" y="1428474"/>
                  <a:pt x="574830" y="1432044"/>
                </a:cubicBezTo>
                <a:lnTo>
                  <a:pt x="585528" y="1432044"/>
                </a:lnTo>
                <a:cubicBezTo>
                  <a:pt x="738960" y="1428616"/>
                  <a:pt x="884889" y="1365003"/>
                  <a:pt x="991827" y="1254933"/>
                </a:cubicBezTo>
                <a:cubicBezTo>
                  <a:pt x="1099602" y="1145096"/>
                  <a:pt x="1159798" y="997233"/>
                  <a:pt x="1159399" y="843350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4D939CC8-2E75-8DF4-5E93-DF9D5514DDE3}"/>
              </a:ext>
            </a:extLst>
          </p:cNvPr>
          <p:cNvSpPr/>
          <p:nvPr/>
        </p:nvSpPr>
        <p:spPr>
          <a:xfrm>
            <a:off x="11708351" y="5829306"/>
            <a:ext cx="629892" cy="629892"/>
          </a:xfrm>
          <a:custGeom>
            <a:avLst/>
            <a:gdLst>
              <a:gd name="connsiteX0" fmla="*/ 319473 w 318387"/>
              <a:gd name="connsiteY0" fmla="*/ 159092 h 318387"/>
              <a:gd name="connsiteX1" fmla="*/ 160280 w 318387"/>
              <a:gd name="connsiteY1" fmla="*/ 318286 h 318387"/>
              <a:gd name="connsiteX2" fmla="*/ 1087 w 318387"/>
              <a:gd name="connsiteY2" fmla="*/ 159092 h 318387"/>
              <a:gd name="connsiteX3" fmla="*/ 160280 w 318387"/>
              <a:gd name="connsiteY3" fmla="*/ -102 h 318387"/>
              <a:gd name="connsiteX4" fmla="*/ 319473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3" y="159092"/>
                </a:moveTo>
                <a:cubicBezTo>
                  <a:pt x="319473" y="247012"/>
                  <a:pt x="248200" y="318286"/>
                  <a:pt x="160280" y="318286"/>
                </a:cubicBezTo>
                <a:cubicBezTo>
                  <a:pt x="72359" y="318286"/>
                  <a:pt x="1087" y="247012"/>
                  <a:pt x="1087" y="159092"/>
                </a:cubicBezTo>
                <a:cubicBezTo>
                  <a:pt x="1087" y="71172"/>
                  <a:pt x="72360" y="-102"/>
                  <a:pt x="160280" y="-102"/>
                </a:cubicBezTo>
                <a:cubicBezTo>
                  <a:pt x="248200" y="-102"/>
                  <a:pt x="319473" y="71171"/>
                  <a:pt x="319473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3F779DB-5A64-5C6D-D82A-F5C2D4255A3A}"/>
              </a:ext>
            </a:extLst>
          </p:cNvPr>
          <p:cNvSpPr/>
          <p:nvPr/>
        </p:nvSpPr>
        <p:spPr>
          <a:xfrm>
            <a:off x="11162084" y="7094262"/>
            <a:ext cx="1714991" cy="2031566"/>
          </a:xfrm>
          <a:custGeom>
            <a:avLst/>
            <a:gdLst>
              <a:gd name="connsiteX0" fmla="*/ 867950 w 866864"/>
              <a:gd name="connsiteY0" fmla="*/ 582198 h 1026881"/>
              <a:gd name="connsiteX1" fmla="*/ 434454 w 866864"/>
              <a:gd name="connsiteY1" fmla="*/ 1026780 h 1026881"/>
              <a:gd name="connsiteX2" fmla="*/ 1086 w 866864"/>
              <a:gd name="connsiteY2" fmla="*/ 582198 h 1026881"/>
              <a:gd name="connsiteX3" fmla="*/ 278483 w 866864"/>
              <a:gd name="connsiteY3" fmla="*/ 131042 h 1026881"/>
              <a:gd name="connsiteX4" fmla="*/ 378124 w 866864"/>
              <a:gd name="connsiteY4" fmla="*/ 25987 h 1026881"/>
              <a:gd name="connsiteX5" fmla="*/ 482225 w 866864"/>
              <a:gd name="connsiteY5" fmla="*/ 17428 h 1026881"/>
              <a:gd name="connsiteX6" fmla="*/ 490784 w 866864"/>
              <a:gd name="connsiteY6" fmla="*/ 25987 h 1026881"/>
              <a:gd name="connsiteX7" fmla="*/ 590425 w 866864"/>
              <a:gd name="connsiteY7" fmla="*/ 131042 h 1026881"/>
              <a:gd name="connsiteX8" fmla="*/ 867950 w 866864"/>
              <a:gd name="connsiteY8" fmla="*/ 582198 h 102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864" h="1026881">
                <a:moveTo>
                  <a:pt x="867950" y="582198"/>
                </a:moveTo>
                <a:cubicBezTo>
                  <a:pt x="867963" y="823437"/>
                  <a:pt x="675616" y="1020696"/>
                  <a:pt x="434454" y="1026780"/>
                </a:cubicBezTo>
                <a:cubicBezTo>
                  <a:pt x="193304" y="1020696"/>
                  <a:pt x="1009" y="823425"/>
                  <a:pt x="1086" y="582198"/>
                </a:cubicBezTo>
                <a:cubicBezTo>
                  <a:pt x="1086" y="344632"/>
                  <a:pt x="155768" y="244733"/>
                  <a:pt x="278483" y="131042"/>
                </a:cubicBezTo>
                <a:cubicBezTo>
                  <a:pt x="313802" y="98082"/>
                  <a:pt x="347084" y="63007"/>
                  <a:pt x="378124" y="25987"/>
                </a:cubicBezTo>
                <a:cubicBezTo>
                  <a:pt x="404510" y="-5117"/>
                  <a:pt x="451121" y="-8958"/>
                  <a:pt x="482225" y="17428"/>
                </a:cubicBezTo>
                <a:cubicBezTo>
                  <a:pt x="485306" y="20044"/>
                  <a:pt x="488167" y="22906"/>
                  <a:pt x="490784" y="25987"/>
                </a:cubicBezTo>
                <a:cubicBezTo>
                  <a:pt x="521901" y="62943"/>
                  <a:pt x="555170" y="98017"/>
                  <a:pt x="590425" y="131042"/>
                </a:cubicBezTo>
                <a:cubicBezTo>
                  <a:pt x="713139" y="244218"/>
                  <a:pt x="867950" y="344632"/>
                  <a:pt x="867950" y="582198"/>
                </a:cubicBezTo>
                <a:close/>
              </a:path>
            </a:pathLst>
          </a:custGeom>
          <a:solidFill>
            <a:schemeClr val="accent4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FA9D486-F5CF-2E74-11A2-6B246B204558}"/>
              </a:ext>
            </a:extLst>
          </p:cNvPr>
          <p:cNvSpPr/>
          <p:nvPr/>
        </p:nvSpPr>
        <p:spPr>
          <a:xfrm>
            <a:off x="7592096" y="9494584"/>
            <a:ext cx="2971462" cy="3198171"/>
          </a:xfrm>
          <a:custGeom>
            <a:avLst/>
            <a:gdLst>
              <a:gd name="connsiteX0" fmla="*/ 1503050 w 1501963"/>
              <a:gd name="connsiteY0" fmla="*/ 1420911 h 1616556"/>
              <a:gd name="connsiteX1" fmla="*/ 1503050 w 1501963"/>
              <a:gd name="connsiteY1" fmla="*/ 531489 h 1616556"/>
              <a:gd name="connsiteX2" fmla="*/ 1397994 w 1501963"/>
              <a:gd name="connsiteY2" fmla="*/ 347933 h 1616556"/>
              <a:gd name="connsiteX3" fmla="*/ 814456 w 1501963"/>
              <a:gd name="connsiteY3" fmla="*/ -102 h 1616556"/>
              <a:gd name="connsiteX4" fmla="*/ 689293 w 1501963"/>
              <a:gd name="connsiteY4" fmla="*/ -102 h 1616556"/>
              <a:gd name="connsiteX5" fmla="*/ 105625 w 1501963"/>
              <a:gd name="connsiteY5" fmla="*/ 347933 h 1616556"/>
              <a:gd name="connsiteX6" fmla="*/ 1086 w 1501963"/>
              <a:gd name="connsiteY6" fmla="*/ 532005 h 1616556"/>
              <a:gd name="connsiteX7" fmla="*/ 1086 w 1501963"/>
              <a:gd name="connsiteY7" fmla="*/ 1421427 h 1616556"/>
              <a:gd name="connsiteX8" fmla="*/ 196115 w 1501963"/>
              <a:gd name="connsiteY8" fmla="*/ 1616455 h 1616556"/>
              <a:gd name="connsiteX9" fmla="*/ 1307763 w 1501963"/>
              <a:gd name="connsiteY9" fmla="*/ 1616455 h 1616556"/>
              <a:gd name="connsiteX10" fmla="*/ 1503050 w 1501963"/>
              <a:gd name="connsiteY10" fmla="*/ 1421427 h 1616556"/>
              <a:gd name="connsiteX11" fmla="*/ 1503050 w 1501963"/>
              <a:gd name="connsiteY11" fmla="*/ 1420911 h 161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1963" h="1616556">
                <a:moveTo>
                  <a:pt x="1503050" y="1420911"/>
                </a:moveTo>
                <a:lnTo>
                  <a:pt x="1503050" y="531489"/>
                </a:lnTo>
                <a:cubicBezTo>
                  <a:pt x="1502804" y="456068"/>
                  <a:pt x="1462896" y="386345"/>
                  <a:pt x="1397994" y="347933"/>
                </a:cubicBezTo>
                <a:lnTo>
                  <a:pt x="814456" y="-102"/>
                </a:lnTo>
                <a:lnTo>
                  <a:pt x="689293" y="-102"/>
                </a:lnTo>
                <a:lnTo>
                  <a:pt x="105625" y="347933"/>
                </a:lnTo>
                <a:cubicBezTo>
                  <a:pt x="40788" y="386590"/>
                  <a:pt x="1074" y="456519"/>
                  <a:pt x="1086" y="532005"/>
                </a:cubicBezTo>
                <a:lnTo>
                  <a:pt x="1086" y="1421427"/>
                </a:lnTo>
                <a:cubicBezTo>
                  <a:pt x="1086" y="1529137"/>
                  <a:pt x="88404" y="1616455"/>
                  <a:pt x="196115" y="1616455"/>
                </a:cubicBezTo>
                <a:lnTo>
                  <a:pt x="1307763" y="1616455"/>
                </a:lnTo>
                <a:cubicBezTo>
                  <a:pt x="1415551" y="1616532"/>
                  <a:pt x="1502972" y="1529214"/>
                  <a:pt x="1503050" y="1421427"/>
                </a:cubicBezTo>
                <a:cubicBezTo>
                  <a:pt x="1503050" y="1421259"/>
                  <a:pt x="1503050" y="1421079"/>
                  <a:pt x="1503050" y="1420911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4D9D5ED-0EB4-1591-011A-6D12F0AE8AD9}"/>
              </a:ext>
            </a:extLst>
          </p:cNvPr>
          <p:cNvSpPr/>
          <p:nvPr/>
        </p:nvSpPr>
        <p:spPr>
          <a:xfrm>
            <a:off x="7272046" y="6284171"/>
            <a:ext cx="3606458" cy="4285056"/>
          </a:xfrm>
          <a:custGeom>
            <a:avLst/>
            <a:gdLst>
              <a:gd name="connsiteX0" fmla="*/ 912551 w 1822930"/>
              <a:gd name="connsiteY0" fmla="*/ 2165834 h 2165936"/>
              <a:gd name="connsiteX1" fmla="*/ 667638 w 1822930"/>
              <a:gd name="connsiteY1" fmla="*/ 2036030 h 2165936"/>
              <a:gd name="connsiteX2" fmla="*/ 535385 w 1822930"/>
              <a:gd name="connsiteY2" fmla="*/ 1840357 h 2165936"/>
              <a:gd name="connsiteX3" fmla="*/ 437420 w 1822930"/>
              <a:gd name="connsiteY3" fmla="*/ 1730404 h 2165936"/>
              <a:gd name="connsiteX4" fmla="*/ 393077 w 1822930"/>
              <a:gd name="connsiteY4" fmla="*/ 1690574 h 2165936"/>
              <a:gd name="connsiteX5" fmla="*/ 1087 w 1822930"/>
              <a:gd name="connsiteY5" fmla="*/ 922319 h 2165936"/>
              <a:gd name="connsiteX6" fmla="*/ 263789 w 1822930"/>
              <a:gd name="connsiteY6" fmla="*/ 277810 h 2165936"/>
              <a:gd name="connsiteX7" fmla="*/ 901208 w 1822930"/>
              <a:gd name="connsiteY7" fmla="*/ -102 h 2165936"/>
              <a:gd name="connsiteX8" fmla="*/ 912551 w 1822930"/>
              <a:gd name="connsiteY8" fmla="*/ -102 h 2165936"/>
              <a:gd name="connsiteX9" fmla="*/ 923508 w 1822930"/>
              <a:gd name="connsiteY9" fmla="*/ -102 h 2165936"/>
              <a:gd name="connsiteX10" fmla="*/ 1561185 w 1822930"/>
              <a:gd name="connsiteY10" fmla="*/ 277810 h 2165936"/>
              <a:gd name="connsiteX11" fmla="*/ 1824016 w 1822930"/>
              <a:gd name="connsiteY11" fmla="*/ 922319 h 2165936"/>
              <a:gd name="connsiteX12" fmla="*/ 1432283 w 1822930"/>
              <a:gd name="connsiteY12" fmla="*/ 1690316 h 2165936"/>
              <a:gd name="connsiteX13" fmla="*/ 1387684 w 1822930"/>
              <a:gd name="connsiteY13" fmla="*/ 1730275 h 2165936"/>
              <a:gd name="connsiteX14" fmla="*/ 1289332 w 1822930"/>
              <a:gd name="connsiteY14" fmla="*/ 1840873 h 2165936"/>
              <a:gd name="connsiteX15" fmla="*/ 1156562 w 1822930"/>
              <a:gd name="connsiteY15" fmla="*/ 2036417 h 2165936"/>
              <a:gd name="connsiteX16" fmla="*/ 911649 w 1822930"/>
              <a:gd name="connsiteY16" fmla="*/ 2165319 h 2165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2930" h="2165936">
                <a:moveTo>
                  <a:pt x="912551" y="2165834"/>
                </a:moveTo>
                <a:cubicBezTo>
                  <a:pt x="814393" y="2166066"/>
                  <a:pt x="722564" y="2117393"/>
                  <a:pt x="667638" y="2036030"/>
                </a:cubicBezTo>
                <a:lnTo>
                  <a:pt x="535385" y="1840357"/>
                </a:lnTo>
                <a:cubicBezTo>
                  <a:pt x="506124" y="1800823"/>
                  <a:pt x="473332" y="1764022"/>
                  <a:pt x="437420" y="1730404"/>
                </a:cubicBezTo>
                <a:cubicBezTo>
                  <a:pt x="424529" y="1718158"/>
                  <a:pt x="408417" y="1704624"/>
                  <a:pt x="393077" y="1690574"/>
                </a:cubicBezTo>
                <a:cubicBezTo>
                  <a:pt x="255926" y="1569277"/>
                  <a:pt x="1087" y="1343828"/>
                  <a:pt x="1087" y="922319"/>
                </a:cubicBezTo>
                <a:cubicBezTo>
                  <a:pt x="674" y="681337"/>
                  <a:pt x="95031" y="449843"/>
                  <a:pt x="263789" y="277810"/>
                </a:cubicBezTo>
                <a:cubicBezTo>
                  <a:pt x="431632" y="105224"/>
                  <a:pt x="660523" y="5428"/>
                  <a:pt x="901208" y="-102"/>
                </a:cubicBezTo>
                <a:lnTo>
                  <a:pt x="912551" y="-102"/>
                </a:lnTo>
                <a:lnTo>
                  <a:pt x="923508" y="-102"/>
                </a:lnTo>
                <a:cubicBezTo>
                  <a:pt x="1164283" y="5338"/>
                  <a:pt x="1393291" y="105147"/>
                  <a:pt x="1561185" y="277810"/>
                </a:cubicBezTo>
                <a:cubicBezTo>
                  <a:pt x="1730021" y="449804"/>
                  <a:pt x="1824428" y="681312"/>
                  <a:pt x="1824016" y="922319"/>
                </a:cubicBezTo>
                <a:cubicBezTo>
                  <a:pt x="1824016" y="1343699"/>
                  <a:pt x="1569177" y="1569148"/>
                  <a:pt x="1432283" y="1690316"/>
                </a:cubicBezTo>
                <a:cubicBezTo>
                  <a:pt x="1416815" y="1703850"/>
                  <a:pt x="1401089" y="1717901"/>
                  <a:pt x="1387684" y="1730275"/>
                </a:cubicBezTo>
                <a:cubicBezTo>
                  <a:pt x="1351591" y="1764060"/>
                  <a:pt x="1318670" y="1801081"/>
                  <a:pt x="1289332" y="1840873"/>
                </a:cubicBezTo>
                <a:lnTo>
                  <a:pt x="1156562" y="2036417"/>
                </a:lnTo>
                <a:cubicBezTo>
                  <a:pt x="1101393" y="2117380"/>
                  <a:pt x="1009627" y="2165680"/>
                  <a:pt x="911649" y="2165319"/>
                </a:cubicBezTo>
                <a:close/>
              </a:path>
            </a:pathLst>
          </a:custGeom>
          <a:solidFill>
            <a:schemeClr val="accent3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95B965A-7C4D-F003-2CB9-0E97F329D76E}"/>
              </a:ext>
            </a:extLst>
          </p:cNvPr>
          <p:cNvSpPr>
            <a:spLocks/>
          </p:cNvSpPr>
          <p:nvPr/>
        </p:nvSpPr>
        <p:spPr>
          <a:xfrm>
            <a:off x="8478959" y="9651985"/>
            <a:ext cx="1201642" cy="1201642"/>
          </a:xfrm>
          <a:custGeom>
            <a:avLst/>
            <a:gdLst>
              <a:gd name="connsiteX0" fmla="*/ 608471 w 607385"/>
              <a:gd name="connsiteY0" fmla="*/ 303591 h 607384"/>
              <a:gd name="connsiteX1" fmla="*/ 304779 w 607385"/>
              <a:gd name="connsiteY1" fmla="*/ 607283 h 607384"/>
              <a:gd name="connsiteX2" fmla="*/ 1086 w 607385"/>
              <a:gd name="connsiteY2" fmla="*/ 303591 h 607384"/>
              <a:gd name="connsiteX3" fmla="*/ 304779 w 607385"/>
              <a:gd name="connsiteY3" fmla="*/ -102 h 607384"/>
              <a:gd name="connsiteX4" fmla="*/ 608471 w 607385"/>
              <a:gd name="connsiteY4" fmla="*/ 303591 h 60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4">
                <a:moveTo>
                  <a:pt x="608471" y="303591"/>
                </a:moveTo>
                <a:cubicBezTo>
                  <a:pt x="608471" y="471316"/>
                  <a:pt x="472504" y="607283"/>
                  <a:pt x="304779" y="607283"/>
                </a:cubicBezTo>
                <a:cubicBezTo>
                  <a:pt x="137054" y="607283"/>
                  <a:pt x="1086" y="471316"/>
                  <a:pt x="1086" y="303591"/>
                </a:cubicBezTo>
                <a:cubicBezTo>
                  <a:pt x="1086" y="135866"/>
                  <a:pt x="137054" y="-102"/>
                  <a:pt x="304779" y="-102"/>
                </a:cubicBezTo>
                <a:cubicBezTo>
                  <a:pt x="472504" y="-102"/>
                  <a:pt x="608471" y="135866"/>
                  <a:pt x="608471" y="30359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E64AEB9-2F4A-33A6-B3A7-E2876E07FDDD}"/>
              </a:ext>
            </a:extLst>
          </p:cNvPr>
          <p:cNvSpPr/>
          <p:nvPr/>
        </p:nvSpPr>
        <p:spPr>
          <a:xfrm>
            <a:off x="7929993" y="7009950"/>
            <a:ext cx="2293627" cy="2832316"/>
          </a:xfrm>
          <a:custGeom>
            <a:avLst/>
            <a:gdLst>
              <a:gd name="connsiteX0" fmla="*/ 991955 w 1159343"/>
              <a:gd name="connsiteY0" fmla="*/ 177009 h 1431630"/>
              <a:gd name="connsiteX1" fmla="*/ 585657 w 1159343"/>
              <a:gd name="connsiteY1" fmla="*/ -102 h 1431630"/>
              <a:gd name="connsiteX2" fmla="*/ 574958 w 1159343"/>
              <a:gd name="connsiteY2" fmla="*/ -102 h 1431630"/>
              <a:gd name="connsiteX3" fmla="*/ 168660 w 1159343"/>
              <a:gd name="connsiteY3" fmla="*/ 177009 h 1431630"/>
              <a:gd name="connsiteX4" fmla="*/ 1088 w 1159343"/>
              <a:gd name="connsiteY4" fmla="*/ 588335 h 1431630"/>
              <a:gd name="connsiteX5" fmla="*/ 263531 w 1159343"/>
              <a:gd name="connsiteY5" fmla="*/ 1089891 h 1431630"/>
              <a:gd name="connsiteX6" fmla="*/ 302202 w 1159343"/>
              <a:gd name="connsiteY6" fmla="*/ 1124308 h 1431630"/>
              <a:gd name="connsiteX7" fmla="*/ 400554 w 1159343"/>
              <a:gd name="connsiteY7" fmla="*/ 1235421 h 1431630"/>
              <a:gd name="connsiteX8" fmla="*/ 506640 w 1159343"/>
              <a:gd name="connsiteY8" fmla="*/ 1392424 h 1431630"/>
              <a:gd name="connsiteX9" fmla="*/ 630540 w 1159343"/>
              <a:gd name="connsiteY9" fmla="*/ 1416116 h 1431630"/>
              <a:gd name="connsiteX10" fmla="*/ 654232 w 1159343"/>
              <a:gd name="connsiteY10" fmla="*/ 1392424 h 1431630"/>
              <a:gd name="connsiteX11" fmla="*/ 760705 w 1159343"/>
              <a:gd name="connsiteY11" fmla="*/ 1235679 h 1431630"/>
              <a:gd name="connsiteX12" fmla="*/ 859316 w 1159343"/>
              <a:gd name="connsiteY12" fmla="*/ 1124179 h 1431630"/>
              <a:gd name="connsiteX13" fmla="*/ 897986 w 1159343"/>
              <a:gd name="connsiteY13" fmla="*/ 1089763 h 1431630"/>
              <a:gd name="connsiteX14" fmla="*/ 1160430 w 1159343"/>
              <a:gd name="connsiteY14" fmla="*/ 588206 h 1431630"/>
              <a:gd name="connsiteX15" fmla="*/ 991955 w 1159343"/>
              <a:gd name="connsiteY15" fmla="*/ 177009 h 143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9343" h="1431630">
                <a:moveTo>
                  <a:pt x="991955" y="177009"/>
                </a:moveTo>
                <a:cubicBezTo>
                  <a:pt x="884954" y="67017"/>
                  <a:pt x="739063" y="3417"/>
                  <a:pt x="585657" y="-102"/>
                </a:cubicBezTo>
                <a:lnTo>
                  <a:pt x="574958" y="-102"/>
                </a:lnTo>
                <a:cubicBezTo>
                  <a:pt x="421552" y="3456"/>
                  <a:pt x="275674" y="67043"/>
                  <a:pt x="168660" y="177009"/>
                </a:cubicBezTo>
                <a:cubicBezTo>
                  <a:pt x="60949" y="286782"/>
                  <a:pt x="752" y="434542"/>
                  <a:pt x="1088" y="588335"/>
                </a:cubicBezTo>
                <a:cubicBezTo>
                  <a:pt x="1088" y="857868"/>
                  <a:pt x="158992" y="997469"/>
                  <a:pt x="263531" y="1089891"/>
                </a:cubicBezTo>
                <a:cubicBezTo>
                  <a:pt x="276421" y="1101364"/>
                  <a:pt x="289312" y="1113222"/>
                  <a:pt x="302202" y="1124308"/>
                </a:cubicBezTo>
                <a:cubicBezTo>
                  <a:pt x="338449" y="1158132"/>
                  <a:pt x="371383" y="1195346"/>
                  <a:pt x="400554" y="1235421"/>
                </a:cubicBezTo>
                <a:lnTo>
                  <a:pt x="506640" y="1392424"/>
                </a:lnTo>
                <a:cubicBezTo>
                  <a:pt x="534315" y="1433183"/>
                  <a:pt x="589782" y="1443791"/>
                  <a:pt x="630540" y="1416116"/>
                </a:cubicBezTo>
                <a:cubicBezTo>
                  <a:pt x="639860" y="1409787"/>
                  <a:pt x="647904" y="1401743"/>
                  <a:pt x="654232" y="1392424"/>
                </a:cubicBezTo>
                <a:lnTo>
                  <a:pt x="760705" y="1235679"/>
                </a:lnTo>
                <a:cubicBezTo>
                  <a:pt x="789888" y="1195410"/>
                  <a:pt x="822913" y="1158067"/>
                  <a:pt x="859316" y="1124179"/>
                </a:cubicBezTo>
                <a:cubicBezTo>
                  <a:pt x="871174" y="1113094"/>
                  <a:pt x="883935" y="1101750"/>
                  <a:pt x="897986" y="1089763"/>
                </a:cubicBezTo>
                <a:cubicBezTo>
                  <a:pt x="1002525" y="997340"/>
                  <a:pt x="1160430" y="857739"/>
                  <a:pt x="1160430" y="588206"/>
                </a:cubicBezTo>
                <a:cubicBezTo>
                  <a:pt x="1160494" y="434323"/>
                  <a:pt x="1099975" y="286614"/>
                  <a:pt x="991955" y="177009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43AEA84-B973-86D5-A0CB-9D59A9BC65AD}"/>
              </a:ext>
            </a:extLst>
          </p:cNvPr>
          <p:cNvSpPr/>
          <p:nvPr/>
        </p:nvSpPr>
        <p:spPr>
          <a:xfrm>
            <a:off x="8218418" y="7271598"/>
            <a:ext cx="1714991" cy="2032595"/>
          </a:xfrm>
          <a:custGeom>
            <a:avLst/>
            <a:gdLst>
              <a:gd name="connsiteX0" fmla="*/ 590554 w 866864"/>
              <a:gd name="connsiteY0" fmla="*/ 896281 h 1027401"/>
              <a:gd name="connsiteX1" fmla="*/ 490913 w 866864"/>
              <a:gd name="connsiteY1" fmla="*/ 1001207 h 1027401"/>
              <a:gd name="connsiteX2" fmla="*/ 386812 w 866864"/>
              <a:gd name="connsiteY2" fmla="*/ 1009766 h 1027401"/>
              <a:gd name="connsiteX3" fmla="*/ 378253 w 866864"/>
              <a:gd name="connsiteY3" fmla="*/ 1001207 h 1027401"/>
              <a:gd name="connsiteX4" fmla="*/ 278611 w 866864"/>
              <a:gd name="connsiteY4" fmla="*/ 896281 h 1027401"/>
              <a:gd name="connsiteX5" fmla="*/ 1086 w 866864"/>
              <a:gd name="connsiteY5" fmla="*/ 444480 h 1027401"/>
              <a:gd name="connsiteX6" fmla="*/ 434583 w 866864"/>
              <a:gd name="connsiteY6" fmla="*/ -102 h 1027401"/>
              <a:gd name="connsiteX7" fmla="*/ 867950 w 866864"/>
              <a:gd name="connsiteY7" fmla="*/ 444352 h 1027401"/>
              <a:gd name="connsiteX8" fmla="*/ 590554 w 866864"/>
              <a:gd name="connsiteY8" fmla="*/ 896281 h 1027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864" h="1027401">
                <a:moveTo>
                  <a:pt x="590554" y="896281"/>
                </a:moveTo>
                <a:cubicBezTo>
                  <a:pt x="555235" y="929189"/>
                  <a:pt x="521965" y="964238"/>
                  <a:pt x="490913" y="1001207"/>
                </a:cubicBezTo>
                <a:cubicBezTo>
                  <a:pt x="464527" y="1032324"/>
                  <a:pt x="417915" y="1036152"/>
                  <a:pt x="386812" y="1009766"/>
                </a:cubicBezTo>
                <a:cubicBezTo>
                  <a:pt x="383731" y="1007149"/>
                  <a:pt x="380870" y="1004288"/>
                  <a:pt x="378253" y="1001207"/>
                </a:cubicBezTo>
                <a:cubicBezTo>
                  <a:pt x="347136" y="964302"/>
                  <a:pt x="313866" y="929267"/>
                  <a:pt x="278611" y="896281"/>
                </a:cubicBezTo>
                <a:cubicBezTo>
                  <a:pt x="155768" y="781945"/>
                  <a:pt x="1086" y="682046"/>
                  <a:pt x="1086" y="444480"/>
                </a:cubicBezTo>
                <a:cubicBezTo>
                  <a:pt x="1009" y="203215"/>
                  <a:pt x="193381" y="5918"/>
                  <a:pt x="434583" y="-102"/>
                </a:cubicBezTo>
                <a:cubicBezTo>
                  <a:pt x="675680" y="5982"/>
                  <a:pt x="867963" y="203176"/>
                  <a:pt x="867950" y="444352"/>
                </a:cubicBezTo>
                <a:cubicBezTo>
                  <a:pt x="867950" y="682046"/>
                  <a:pt x="713268" y="781945"/>
                  <a:pt x="590554" y="896281"/>
                </a:cubicBezTo>
                <a:close/>
              </a:path>
            </a:pathLst>
          </a:custGeom>
          <a:solidFill>
            <a:schemeClr val="accent3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1FC9478-F5D0-512B-0E07-9D7F45FF4D60}"/>
              </a:ext>
            </a:extLst>
          </p:cNvPr>
          <p:cNvSpPr/>
          <p:nvPr/>
        </p:nvSpPr>
        <p:spPr>
          <a:xfrm>
            <a:off x="8766298" y="9937421"/>
            <a:ext cx="629892" cy="629892"/>
          </a:xfrm>
          <a:custGeom>
            <a:avLst/>
            <a:gdLst>
              <a:gd name="connsiteX0" fmla="*/ 319474 w 318387"/>
              <a:gd name="connsiteY0" fmla="*/ 159092 h 318387"/>
              <a:gd name="connsiteX1" fmla="*/ 160280 w 318387"/>
              <a:gd name="connsiteY1" fmla="*/ 318286 h 318387"/>
              <a:gd name="connsiteX2" fmla="*/ 1087 w 318387"/>
              <a:gd name="connsiteY2" fmla="*/ 159092 h 318387"/>
              <a:gd name="connsiteX3" fmla="*/ 160280 w 318387"/>
              <a:gd name="connsiteY3" fmla="*/ -102 h 318387"/>
              <a:gd name="connsiteX4" fmla="*/ 319474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4" y="159092"/>
                </a:moveTo>
                <a:cubicBezTo>
                  <a:pt x="319474" y="247012"/>
                  <a:pt x="248200" y="318286"/>
                  <a:pt x="160280" y="318286"/>
                </a:cubicBezTo>
                <a:cubicBezTo>
                  <a:pt x="72360" y="318286"/>
                  <a:pt x="1087" y="247012"/>
                  <a:pt x="1087" y="159092"/>
                </a:cubicBezTo>
                <a:cubicBezTo>
                  <a:pt x="1087" y="71172"/>
                  <a:pt x="72360" y="-102"/>
                  <a:pt x="160280" y="-102"/>
                </a:cubicBezTo>
                <a:cubicBezTo>
                  <a:pt x="248201" y="-102"/>
                  <a:pt x="319474" y="71172"/>
                  <a:pt x="319474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E617775-6D22-FB5A-94D7-554403A0978C}"/>
              </a:ext>
            </a:extLst>
          </p:cNvPr>
          <p:cNvSpPr/>
          <p:nvPr/>
        </p:nvSpPr>
        <p:spPr>
          <a:xfrm>
            <a:off x="4713970" y="3619752"/>
            <a:ext cx="2970696" cy="3198426"/>
          </a:xfrm>
          <a:custGeom>
            <a:avLst/>
            <a:gdLst>
              <a:gd name="connsiteX0" fmla="*/ 1086 w 1501576"/>
              <a:gd name="connsiteY0" fmla="*/ 194927 h 1616685"/>
              <a:gd name="connsiteX1" fmla="*/ 1086 w 1501576"/>
              <a:gd name="connsiteY1" fmla="*/ 1084348 h 1616685"/>
              <a:gd name="connsiteX2" fmla="*/ 105625 w 1501576"/>
              <a:gd name="connsiteY2" fmla="*/ 1268549 h 1616685"/>
              <a:gd name="connsiteX3" fmla="*/ 689292 w 1501576"/>
              <a:gd name="connsiteY3" fmla="*/ 1616584 h 1616685"/>
              <a:gd name="connsiteX4" fmla="*/ 814456 w 1501576"/>
              <a:gd name="connsiteY4" fmla="*/ 1616584 h 1616685"/>
              <a:gd name="connsiteX5" fmla="*/ 1398123 w 1501576"/>
              <a:gd name="connsiteY5" fmla="*/ 1268549 h 1616685"/>
              <a:gd name="connsiteX6" fmla="*/ 1502663 w 1501576"/>
              <a:gd name="connsiteY6" fmla="*/ 1084348 h 1616685"/>
              <a:gd name="connsiteX7" fmla="*/ 1502663 w 1501576"/>
              <a:gd name="connsiteY7" fmla="*/ 194927 h 1616685"/>
              <a:gd name="connsiteX8" fmla="*/ 1307634 w 1501576"/>
              <a:gd name="connsiteY8" fmla="*/ -102 h 1616685"/>
              <a:gd name="connsiteX9" fmla="*/ 196115 w 1501576"/>
              <a:gd name="connsiteY9" fmla="*/ -102 h 1616685"/>
              <a:gd name="connsiteX10" fmla="*/ 1086 w 1501576"/>
              <a:gd name="connsiteY10" fmla="*/ 194927 h 1616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1576" h="1616685">
                <a:moveTo>
                  <a:pt x="1086" y="194927"/>
                </a:moveTo>
                <a:lnTo>
                  <a:pt x="1086" y="1084348"/>
                </a:lnTo>
                <a:cubicBezTo>
                  <a:pt x="1073" y="1159872"/>
                  <a:pt x="40775" y="1229840"/>
                  <a:pt x="105625" y="1268549"/>
                </a:cubicBezTo>
                <a:lnTo>
                  <a:pt x="689292" y="1616584"/>
                </a:lnTo>
                <a:lnTo>
                  <a:pt x="814456" y="1616584"/>
                </a:lnTo>
                <a:lnTo>
                  <a:pt x="1398123" y="1268549"/>
                </a:lnTo>
                <a:cubicBezTo>
                  <a:pt x="1462974" y="1229840"/>
                  <a:pt x="1502675" y="1159872"/>
                  <a:pt x="1502663" y="1084348"/>
                </a:cubicBezTo>
                <a:lnTo>
                  <a:pt x="1502663" y="194927"/>
                </a:lnTo>
                <a:cubicBezTo>
                  <a:pt x="1502663" y="87216"/>
                  <a:pt x="1415345" y="-102"/>
                  <a:pt x="1307634" y="-102"/>
                </a:cubicBezTo>
                <a:lnTo>
                  <a:pt x="196115" y="-102"/>
                </a:lnTo>
                <a:cubicBezTo>
                  <a:pt x="88404" y="-102"/>
                  <a:pt x="1086" y="87216"/>
                  <a:pt x="1086" y="194927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58A04B7-688D-95E6-349A-55D7CB8D0AB1}"/>
              </a:ext>
            </a:extLst>
          </p:cNvPr>
          <p:cNvSpPr/>
          <p:nvPr/>
        </p:nvSpPr>
        <p:spPr>
          <a:xfrm>
            <a:off x="4401569" y="5827181"/>
            <a:ext cx="3606462" cy="4286075"/>
          </a:xfrm>
          <a:custGeom>
            <a:avLst/>
            <a:gdLst>
              <a:gd name="connsiteX0" fmla="*/ 912295 w 1822932"/>
              <a:gd name="connsiteY0" fmla="*/ 414 h 2166451"/>
              <a:gd name="connsiteX1" fmla="*/ 1156563 w 1822932"/>
              <a:gd name="connsiteY1" fmla="*/ 129316 h 2166451"/>
              <a:gd name="connsiteX2" fmla="*/ 1289461 w 1822932"/>
              <a:gd name="connsiteY2" fmla="*/ 324860 h 2166451"/>
              <a:gd name="connsiteX3" fmla="*/ 1387685 w 1822932"/>
              <a:gd name="connsiteY3" fmla="*/ 435457 h 2166451"/>
              <a:gd name="connsiteX4" fmla="*/ 1432284 w 1822932"/>
              <a:gd name="connsiteY4" fmla="*/ 475546 h 2166451"/>
              <a:gd name="connsiteX5" fmla="*/ 1824017 w 1822932"/>
              <a:gd name="connsiteY5" fmla="*/ 1243413 h 2166451"/>
              <a:gd name="connsiteX6" fmla="*/ 1561186 w 1822932"/>
              <a:gd name="connsiteY6" fmla="*/ 1888567 h 2166451"/>
              <a:gd name="connsiteX7" fmla="*/ 923509 w 1822932"/>
              <a:gd name="connsiteY7" fmla="*/ 2166350 h 2166451"/>
              <a:gd name="connsiteX8" fmla="*/ 912552 w 1822932"/>
              <a:gd name="connsiteY8" fmla="*/ 2166350 h 2166451"/>
              <a:gd name="connsiteX9" fmla="*/ 901338 w 1822932"/>
              <a:gd name="connsiteY9" fmla="*/ 2166350 h 2166451"/>
              <a:gd name="connsiteX10" fmla="*/ 263919 w 1822932"/>
              <a:gd name="connsiteY10" fmla="*/ 1888567 h 2166451"/>
              <a:gd name="connsiteX11" fmla="*/ 1089 w 1822932"/>
              <a:gd name="connsiteY11" fmla="*/ 1243413 h 2166451"/>
              <a:gd name="connsiteX12" fmla="*/ 393207 w 1822932"/>
              <a:gd name="connsiteY12" fmla="*/ 475159 h 2166451"/>
              <a:gd name="connsiteX13" fmla="*/ 437421 w 1822932"/>
              <a:gd name="connsiteY13" fmla="*/ 435329 h 2166451"/>
              <a:gd name="connsiteX14" fmla="*/ 535386 w 1822932"/>
              <a:gd name="connsiteY14" fmla="*/ 325375 h 2166451"/>
              <a:gd name="connsiteX15" fmla="*/ 667639 w 1822932"/>
              <a:gd name="connsiteY15" fmla="*/ 129831 h 2166451"/>
              <a:gd name="connsiteX16" fmla="*/ 912552 w 1822932"/>
              <a:gd name="connsiteY16" fmla="*/ -102 h 216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2932" h="2166451">
                <a:moveTo>
                  <a:pt x="912295" y="414"/>
                </a:moveTo>
                <a:cubicBezTo>
                  <a:pt x="1010054" y="221"/>
                  <a:pt x="1101549" y="48507"/>
                  <a:pt x="1156563" y="129316"/>
                </a:cubicBezTo>
                <a:lnTo>
                  <a:pt x="1289461" y="324860"/>
                </a:lnTo>
                <a:cubicBezTo>
                  <a:pt x="1318709" y="364690"/>
                  <a:pt x="1351592" y="401711"/>
                  <a:pt x="1387685" y="435457"/>
                </a:cubicBezTo>
                <a:cubicBezTo>
                  <a:pt x="1400575" y="448348"/>
                  <a:pt x="1416945" y="461882"/>
                  <a:pt x="1432284" y="475546"/>
                </a:cubicBezTo>
                <a:cubicBezTo>
                  <a:pt x="1569178" y="596585"/>
                  <a:pt x="1824017" y="822034"/>
                  <a:pt x="1824017" y="1243413"/>
                </a:cubicBezTo>
                <a:cubicBezTo>
                  <a:pt x="1824546" y="1484640"/>
                  <a:pt x="1730137" y="1716380"/>
                  <a:pt x="1561186" y="1888567"/>
                </a:cubicBezTo>
                <a:cubicBezTo>
                  <a:pt x="1393292" y="2061218"/>
                  <a:pt x="1164272" y="2160975"/>
                  <a:pt x="923509" y="2166350"/>
                </a:cubicBezTo>
                <a:lnTo>
                  <a:pt x="912552" y="2166350"/>
                </a:lnTo>
                <a:lnTo>
                  <a:pt x="901338" y="2166350"/>
                </a:lnTo>
                <a:cubicBezTo>
                  <a:pt x="660653" y="2160923"/>
                  <a:pt x="431749" y="2061166"/>
                  <a:pt x="263919" y="1888567"/>
                </a:cubicBezTo>
                <a:cubicBezTo>
                  <a:pt x="94955" y="1716405"/>
                  <a:pt x="534" y="1484640"/>
                  <a:pt x="1089" y="1243413"/>
                </a:cubicBezTo>
                <a:cubicBezTo>
                  <a:pt x="1089" y="821905"/>
                  <a:pt x="255927" y="596585"/>
                  <a:pt x="393207" y="475159"/>
                </a:cubicBezTo>
                <a:cubicBezTo>
                  <a:pt x="408418" y="461624"/>
                  <a:pt x="424272" y="447703"/>
                  <a:pt x="437421" y="435329"/>
                </a:cubicBezTo>
                <a:cubicBezTo>
                  <a:pt x="473410" y="401788"/>
                  <a:pt x="506203" y="364987"/>
                  <a:pt x="535386" y="325375"/>
                </a:cubicBezTo>
                <a:lnTo>
                  <a:pt x="667639" y="129831"/>
                </a:lnTo>
                <a:cubicBezTo>
                  <a:pt x="722577" y="48469"/>
                  <a:pt x="814381" y="-230"/>
                  <a:pt x="912552" y="-102"/>
                </a:cubicBezTo>
                <a:close/>
              </a:path>
            </a:pathLst>
          </a:custGeom>
          <a:solidFill>
            <a:schemeClr val="accent2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47C54DE-5BB1-1BD5-E599-B88D13000EE0}"/>
              </a:ext>
            </a:extLst>
          </p:cNvPr>
          <p:cNvSpPr/>
          <p:nvPr/>
        </p:nvSpPr>
        <p:spPr>
          <a:xfrm>
            <a:off x="5607793" y="5543827"/>
            <a:ext cx="1201642" cy="1201642"/>
          </a:xfrm>
          <a:custGeom>
            <a:avLst/>
            <a:gdLst>
              <a:gd name="connsiteX0" fmla="*/ 608471 w 607385"/>
              <a:gd name="connsiteY0" fmla="*/ 303591 h 607385"/>
              <a:gd name="connsiteX1" fmla="*/ 304779 w 607385"/>
              <a:gd name="connsiteY1" fmla="*/ 607283 h 607385"/>
              <a:gd name="connsiteX2" fmla="*/ 1086 w 607385"/>
              <a:gd name="connsiteY2" fmla="*/ 303591 h 607385"/>
              <a:gd name="connsiteX3" fmla="*/ 304779 w 607385"/>
              <a:gd name="connsiteY3" fmla="*/ -102 h 607385"/>
              <a:gd name="connsiteX4" fmla="*/ 608471 w 607385"/>
              <a:gd name="connsiteY4" fmla="*/ 303591 h 6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5">
                <a:moveTo>
                  <a:pt x="608471" y="303591"/>
                </a:moveTo>
                <a:cubicBezTo>
                  <a:pt x="608471" y="471316"/>
                  <a:pt x="472504" y="607283"/>
                  <a:pt x="304779" y="607283"/>
                </a:cubicBezTo>
                <a:cubicBezTo>
                  <a:pt x="137054" y="607283"/>
                  <a:pt x="1086" y="471316"/>
                  <a:pt x="1086" y="303591"/>
                </a:cubicBezTo>
                <a:cubicBezTo>
                  <a:pt x="1086" y="135866"/>
                  <a:pt x="137054" y="-102"/>
                  <a:pt x="304779" y="-102"/>
                </a:cubicBezTo>
                <a:cubicBezTo>
                  <a:pt x="472504" y="-102"/>
                  <a:pt x="608471" y="135866"/>
                  <a:pt x="608471" y="30359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8A64147-B463-7DD3-1CAB-A0936B809A27}"/>
              </a:ext>
            </a:extLst>
          </p:cNvPr>
          <p:cNvSpPr/>
          <p:nvPr/>
        </p:nvSpPr>
        <p:spPr>
          <a:xfrm>
            <a:off x="5057221" y="6554906"/>
            <a:ext cx="2293378" cy="2833335"/>
          </a:xfrm>
          <a:custGeom>
            <a:avLst/>
            <a:gdLst>
              <a:gd name="connsiteX0" fmla="*/ 1160301 w 1159217"/>
              <a:gd name="connsiteY0" fmla="*/ 843350 h 1432145"/>
              <a:gd name="connsiteX1" fmla="*/ 897986 w 1159217"/>
              <a:gd name="connsiteY1" fmla="*/ 341664 h 1432145"/>
              <a:gd name="connsiteX2" fmla="*/ 859315 w 1159217"/>
              <a:gd name="connsiteY2" fmla="*/ 307376 h 1432145"/>
              <a:gd name="connsiteX3" fmla="*/ 760705 w 1159217"/>
              <a:gd name="connsiteY3" fmla="*/ 195876 h 1432145"/>
              <a:gd name="connsiteX4" fmla="*/ 654233 w 1159217"/>
              <a:gd name="connsiteY4" fmla="*/ 39003 h 1432145"/>
              <a:gd name="connsiteX5" fmla="*/ 530526 w 1159217"/>
              <a:gd name="connsiteY5" fmla="*/ 15246 h 1432145"/>
              <a:gd name="connsiteX6" fmla="*/ 506769 w 1159217"/>
              <a:gd name="connsiteY6" fmla="*/ 39003 h 1432145"/>
              <a:gd name="connsiteX7" fmla="*/ 400554 w 1159217"/>
              <a:gd name="connsiteY7" fmla="*/ 196134 h 1432145"/>
              <a:gd name="connsiteX8" fmla="*/ 302202 w 1159217"/>
              <a:gd name="connsiteY8" fmla="*/ 307118 h 1432145"/>
              <a:gd name="connsiteX9" fmla="*/ 263532 w 1159217"/>
              <a:gd name="connsiteY9" fmla="*/ 341535 h 1432145"/>
              <a:gd name="connsiteX10" fmla="*/ 1087 w 1159217"/>
              <a:gd name="connsiteY10" fmla="*/ 843221 h 1432145"/>
              <a:gd name="connsiteX11" fmla="*/ 168660 w 1159217"/>
              <a:gd name="connsiteY11" fmla="*/ 1254417 h 1432145"/>
              <a:gd name="connsiteX12" fmla="*/ 575732 w 1159217"/>
              <a:gd name="connsiteY12" fmla="*/ 1432044 h 1432145"/>
              <a:gd name="connsiteX13" fmla="*/ 586431 w 1159217"/>
              <a:gd name="connsiteY13" fmla="*/ 1432044 h 1432145"/>
              <a:gd name="connsiteX14" fmla="*/ 992857 w 1159217"/>
              <a:gd name="connsiteY14" fmla="*/ 1254933 h 1432145"/>
              <a:gd name="connsiteX15" fmla="*/ 1160301 w 1159217"/>
              <a:gd name="connsiteY15" fmla="*/ 843350 h 143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9217" h="1432145">
                <a:moveTo>
                  <a:pt x="1160301" y="843350"/>
                </a:moveTo>
                <a:cubicBezTo>
                  <a:pt x="1160301" y="573816"/>
                  <a:pt x="1002396" y="434087"/>
                  <a:pt x="897986" y="341664"/>
                </a:cubicBezTo>
                <a:cubicBezTo>
                  <a:pt x="884322" y="329676"/>
                  <a:pt x="872206" y="318333"/>
                  <a:pt x="859315" y="307376"/>
                </a:cubicBezTo>
                <a:cubicBezTo>
                  <a:pt x="822991" y="273424"/>
                  <a:pt x="789966" y="236081"/>
                  <a:pt x="760705" y="195876"/>
                </a:cubicBezTo>
                <a:lnTo>
                  <a:pt x="654233" y="39003"/>
                </a:lnTo>
                <a:cubicBezTo>
                  <a:pt x="626635" y="-1717"/>
                  <a:pt x="571246" y="-12352"/>
                  <a:pt x="530526" y="15246"/>
                </a:cubicBezTo>
                <a:cubicBezTo>
                  <a:pt x="521168" y="21588"/>
                  <a:pt x="513112" y="29645"/>
                  <a:pt x="506769" y="39003"/>
                </a:cubicBezTo>
                <a:lnTo>
                  <a:pt x="400554" y="196134"/>
                </a:lnTo>
                <a:cubicBezTo>
                  <a:pt x="371409" y="236197"/>
                  <a:pt x="338475" y="273372"/>
                  <a:pt x="302202" y="307118"/>
                </a:cubicBezTo>
                <a:cubicBezTo>
                  <a:pt x="290343" y="318204"/>
                  <a:pt x="276422" y="330063"/>
                  <a:pt x="263532" y="341535"/>
                </a:cubicBezTo>
                <a:cubicBezTo>
                  <a:pt x="158992" y="433958"/>
                  <a:pt x="1087" y="573558"/>
                  <a:pt x="1087" y="843221"/>
                </a:cubicBezTo>
                <a:cubicBezTo>
                  <a:pt x="766" y="996975"/>
                  <a:pt x="60963" y="1144683"/>
                  <a:pt x="168660" y="1254417"/>
                </a:cubicBezTo>
                <a:cubicBezTo>
                  <a:pt x="275700" y="1364860"/>
                  <a:pt x="421965" y="1428680"/>
                  <a:pt x="575732" y="1432044"/>
                </a:cubicBezTo>
                <a:lnTo>
                  <a:pt x="586431" y="1432044"/>
                </a:lnTo>
                <a:cubicBezTo>
                  <a:pt x="739901" y="1428641"/>
                  <a:pt x="885882" y="1365028"/>
                  <a:pt x="992857" y="1254933"/>
                </a:cubicBezTo>
                <a:cubicBezTo>
                  <a:pt x="1100607" y="1145083"/>
                  <a:pt x="1160752" y="997220"/>
                  <a:pt x="1160301" y="843350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E759C01-C4A2-360F-56F8-D6C5E2CC1221}"/>
              </a:ext>
            </a:extLst>
          </p:cNvPr>
          <p:cNvSpPr/>
          <p:nvPr/>
        </p:nvSpPr>
        <p:spPr>
          <a:xfrm>
            <a:off x="5347179" y="7026936"/>
            <a:ext cx="1715246" cy="2032332"/>
          </a:xfrm>
          <a:custGeom>
            <a:avLst/>
            <a:gdLst>
              <a:gd name="connsiteX0" fmla="*/ 868079 w 866993"/>
              <a:gd name="connsiteY0" fmla="*/ 582713 h 1027268"/>
              <a:gd name="connsiteX1" fmla="*/ 434583 w 866993"/>
              <a:gd name="connsiteY1" fmla="*/ 1027167 h 1027268"/>
              <a:gd name="connsiteX2" fmla="*/ 1086 w 866993"/>
              <a:gd name="connsiteY2" fmla="*/ 582713 h 1027268"/>
              <a:gd name="connsiteX3" fmla="*/ 278612 w 866993"/>
              <a:gd name="connsiteY3" fmla="*/ 130913 h 1027268"/>
              <a:gd name="connsiteX4" fmla="*/ 378253 w 866993"/>
              <a:gd name="connsiteY4" fmla="*/ 25987 h 1027268"/>
              <a:gd name="connsiteX5" fmla="*/ 482354 w 866993"/>
              <a:gd name="connsiteY5" fmla="*/ 17428 h 1027268"/>
              <a:gd name="connsiteX6" fmla="*/ 490913 w 866993"/>
              <a:gd name="connsiteY6" fmla="*/ 25987 h 1027268"/>
              <a:gd name="connsiteX7" fmla="*/ 590554 w 866993"/>
              <a:gd name="connsiteY7" fmla="*/ 130913 h 1027268"/>
              <a:gd name="connsiteX8" fmla="*/ 868079 w 866993"/>
              <a:gd name="connsiteY8" fmla="*/ 582713 h 102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993" h="1027268">
                <a:moveTo>
                  <a:pt x="868079" y="582713"/>
                </a:moveTo>
                <a:cubicBezTo>
                  <a:pt x="868079" y="823940"/>
                  <a:pt x="675732" y="1021147"/>
                  <a:pt x="434583" y="1027167"/>
                </a:cubicBezTo>
                <a:cubicBezTo>
                  <a:pt x="193433" y="1021147"/>
                  <a:pt x="1086" y="823940"/>
                  <a:pt x="1086" y="582713"/>
                </a:cubicBezTo>
                <a:cubicBezTo>
                  <a:pt x="1086" y="345148"/>
                  <a:pt x="155768" y="245249"/>
                  <a:pt x="278612" y="130913"/>
                </a:cubicBezTo>
                <a:cubicBezTo>
                  <a:pt x="313866" y="97927"/>
                  <a:pt x="347136" y="62891"/>
                  <a:pt x="378253" y="25987"/>
                </a:cubicBezTo>
                <a:cubicBezTo>
                  <a:pt x="404639" y="-5117"/>
                  <a:pt x="451250" y="-8958"/>
                  <a:pt x="482354" y="17428"/>
                </a:cubicBezTo>
                <a:cubicBezTo>
                  <a:pt x="485435" y="20044"/>
                  <a:pt x="488296" y="22906"/>
                  <a:pt x="490913" y="25987"/>
                </a:cubicBezTo>
                <a:cubicBezTo>
                  <a:pt x="522030" y="62891"/>
                  <a:pt x="555299" y="97927"/>
                  <a:pt x="590554" y="130913"/>
                </a:cubicBezTo>
                <a:cubicBezTo>
                  <a:pt x="713268" y="245249"/>
                  <a:pt x="868079" y="345148"/>
                  <a:pt x="868079" y="582713"/>
                </a:cubicBezTo>
                <a:close/>
              </a:path>
            </a:pathLst>
          </a:custGeom>
          <a:solidFill>
            <a:schemeClr val="accent2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853EE68-4E21-F520-8EBD-0142D2031DE5}"/>
              </a:ext>
            </a:extLst>
          </p:cNvPr>
          <p:cNvSpPr/>
          <p:nvPr/>
        </p:nvSpPr>
        <p:spPr>
          <a:xfrm>
            <a:off x="5893668" y="5829702"/>
            <a:ext cx="629892" cy="629892"/>
          </a:xfrm>
          <a:custGeom>
            <a:avLst/>
            <a:gdLst>
              <a:gd name="connsiteX0" fmla="*/ 319473 w 318387"/>
              <a:gd name="connsiteY0" fmla="*/ 159092 h 318387"/>
              <a:gd name="connsiteX1" fmla="*/ 160280 w 318387"/>
              <a:gd name="connsiteY1" fmla="*/ 318286 h 318387"/>
              <a:gd name="connsiteX2" fmla="*/ 1086 w 318387"/>
              <a:gd name="connsiteY2" fmla="*/ 159092 h 318387"/>
              <a:gd name="connsiteX3" fmla="*/ 160280 w 318387"/>
              <a:gd name="connsiteY3" fmla="*/ -102 h 318387"/>
              <a:gd name="connsiteX4" fmla="*/ 319473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3" y="159092"/>
                </a:moveTo>
                <a:cubicBezTo>
                  <a:pt x="319473" y="247012"/>
                  <a:pt x="248200" y="318286"/>
                  <a:pt x="160280" y="318286"/>
                </a:cubicBezTo>
                <a:cubicBezTo>
                  <a:pt x="72359" y="318286"/>
                  <a:pt x="1086" y="247012"/>
                  <a:pt x="1086" y="159092"/>
                </a:cubicBezTo>
                <a:cubicBezTo>
                  <a:pt x="1086" y="71172"/>
                  <a:pt x="72360" y="-102"/>
                  <a:pt x="160280" y="-102"/>
                </a:cubicBezTo>
                <a:cubicBezTo>
                  <a:pt x="248200" y="-102"/>
                  <a:pt x="319473" y="71172"/>
                  <a:pt x="319473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F600D6F-AB66-12FE-A7B7-47E7F5A59EFA}"/>
              </a:ext>
            </a:extLst>
          </p:cNvPr>
          <p:cNvSpPr/>
          <p:nvPr/>
        </p:nvSpPr>
        <p:spPr>
          <a:xfrm>
            <a:off x="1731290" y="9493563"/>
            <a:ext cx="2970694" cy="3198171"/>
          </a:xfrm>
          <a:custGeom>
            <a:avLst/>
            <a:gdLst>
              <a:gd name="connsiteX0" fmla="*/ 1502662 w 1501575"/>
              <a:gd name="connsiteY0" fmla="*/ 1421427 h 1616556"/>
              <a:gd name="connsiteX1" fmla="*/ 1502662 w 1501575"/>
              <a:gd name="connsiteY1" fmla="*/ 532005 h 1616556"/>
              <a:gd name="connsiteX2" fmla="*/ 1398123 w 1501575"/>
              <a:gd name="connsiteY2" fmla="*/ 347933 h 1616556"/>
              <a:gd name="connsiteX3" fmla="*/ 814455 w 1501575"/>
              <a:gd name="connsiteY3" fmla="*/ -102 h 1616556"/>
              <a:gd name="connsiteX4" fmla="*/ 689292 w 1501575"/>
              <a:gd name="connsiteY4" fmla="*/ -102 h 1616556"/>
              <a:gd name="connsiteX5" fmla="*/ 105754 w 1501575"/>
              <a:gd name="connsiteY5" fmla="*/ 347933 h 1616556"/>
              <a:gd name="connsiteX6" fmla="*/ 1086 w 1501575"/>
              <a:gd name="connsiteY6" fmla="*/ 532005 h 1616556"/>
              <a:gd name="connsiteX7" fmla="*/ 1086 w 1501575"/>
              <a:gd name="connsiteY7" fmla="*/ 1421427 h 1616556"/>
              <a:gd name="connsiteX8" fmla="*/ 196113 w 1501575"/>
              <a:gd name="connsiteY8" fmla="*/ 1616455 h 1616556"/>
              <a:gd name="connsiteX9" fmla="*/ 1307633 w 1501575"/>
              <a:gd name="connsiteY9" fmla="*/ 1616455 h 1616556"/>
              <a:gd name="connsiteX10" fmla="*/ 1502662 w 1501575"/>
              <a:gd name="connsiteY10" fmla="*/ 1421427 h 1616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01575" h="1616556">
                <a:moveTo>
                  <a:pt x="1502662" y="1421427"/>
                </a:moveTo>
                <a:lnTo>
                  <a:pt x="1502662" y="532005"/>
                </a:lnTo>
                <a:cubicBezTo>
                  <a:pt x="1502675" y="456519"/>
                  <a:pt x="1462960" y="386590"/>
                  <a:pt x="1398123" y="347933"/>
                </a:cubicBezTo>
                <a:lnTo>
                  <a:pt x="814455" y="-102"/>
                </a:lnTo>
                <a:lnTo>
                  <a:pt x="689292" y="-102"/>
                </a:lnTo>
                <a:lnTo>
                  <a:pt x="105754" y="347933"/>
                </a:lnTo>
                <a:cubicBezTo>
                  <a:pt x="40787" y="386539"/>
                  <a:pt x="1086" y="456481"/>
                  <a:pt x="1086" y="532005"/>
                </a:cubicBezTo>
                <a:lnTo>
                  <a:pt x="1086" y="1421427"/>
                </a:lnTo>
                <a:cubicBezTo>
                  <a:pt x="1214" y="1529111"/>
                  <a:pt x="88480" y="1616378"/>
                  <a:pt x="196113" y="1616455"/>
                </a:cubicBezTo>
                <a:lnTo>
                  <a:pt x="1307633" y="1616455"/>
                </a:lnTo>
                <a:cubicBezTo>
                  <a:pt x="1415344" y="1616455"/>
                  <a:pt x="1502662" y="1529137"/>
                  <a:pt x="1502662" y="1421427"/>
                </a:cubicBezTo>
                <a:close/>
              </a:path>
            </a:pathLst>
          </a:custGeom>
          <a:solidFill>
            <a:schemeClr val="bg1"/>
          </a:solidFill>
          <a:ln w="15086" cap="flat">
            <a:noFill/>
            <a:prstDash val="solid"/>
            <a:miter/>
          </a:ln>
          <a:effectLst>
            <a:outerShdw blurRad="190500" sx="101000" sy="101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="horz" wrap="square" lIns="180904" tIns="90452" rIns="180904" bIns="90452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B7C975F8-08C2-2598-1B13-CDFDCD3C63C4}"/>
              </a:ext>
            </a:extLst>
          </p:cNvPr>
          <p:cNvSpPr/>
          <p:nvPr/>
        </p:nvSpPr>
        <p:spPr>
          <a:xfrm>
            <a:off x="1452040" y="6284171"/>
            <a:ext cx="3606460" cy="4285056"/>
          </a:xfrm>
          <a:custGeom>
            <a:avLst/>
            <a:gdLst>
              <a:gd name="connsiteX0" fmla="*/ 912552 w 1822931"/>
              <a:gd name="connsiteY0" fmla="*/ 2165834 h 2165936"/>
              <a:gd name="connsiteX1" fmla="*/ 667638 w 1822931"/>
              <a:gd name="connsiteY1" fmla="*/ 2036030 h 2165936"/>
              <a:gd name="connsiteX2" fmla="*/ 535386 w 1822931"/>
              <a:gd name="connsiteY2" fmla="*/ 1840357 h 2165936"/>
              <a:gd name="connsiteX3" fmla="*/ 437419 w 1822931"/>
              <a:gd name="connsiteY3" fmla="*/ 1730404 h 2165936"/>
              <a:gd name="connsiteX4" fmla="*/ 393078 w 1822931"/>
              <a:gd name="connsiteY4" fmla="*/ 1690574 h 2165936"/>
              <a:gd name="connsiteX5" fmla="*/ 1087 w 1822931"/>
              <a:gd name="connsiteY5" fmla="*/ 922319 h 2165936"/>
              <a:gd name="connsiteX6" fmla="*/ 263789 w 1822931"/>
              <a:gd name="connsiteY6" fmla="*/ 277810 h 2165936"/>
              <a:gd name="connsiteX7" fmla="*/ 901208 w 1822931"/>
              <a:gd name="connsiteY7" fmla="*/ -102 h 2165936"/>
              <a:gd name="connsiteX8" fmla="*/ 912552 w 1822931"/>
              <a:gd name="connsiteY8" fmla="*/ -102 h 2165936"/>
              <a:gd name="connsiteX9" fmla="*/ 923508 w 1822931"/>
              <a:gd name="connsiteY9" fmla="*/ -102 h 2165936"/>
              <a:gd name="connsiteX10" fmla="*/ 1561186 w 1822931"/>
              <a:gd name="connsiteY10" fmla="*/ 277810 h 2165936"/>
              <a:gd name="connsiteX11" fmla="*/ 1824016 w 1822931"/>
              <a:gd name="connsiteY11" fmla="*/ 922319 h 2165936"/>
              <a:gd name="connsiteX12" fmla="*/ 1432284 w 1822931"/>
              <a:gd name="connsiteY12" fmla="*/ 1690316 h 2165936"/>
              <a:gd name="connsiteX13" fmla="*/ 1387684 w 1822931"/>
              <a:gd name="connsiteY13" fmla="*/ 1730275 h 2165936"/>
              <a:gd name="connsiteX14" fmla="*/ 1289331 w 1822931"/>
              <a:gd name="connsiteY14" fmla="*/ 1840873 h 2165936"/>
              <a:gd name="connsiteX15" fmla="*/ 1156563 w 1822931"/>
              <a:gd name="connsiteY15" fmla="*/ 2036417 h 2165936"/>
              <a:gd name="connsiteX16" fmla="*/ 912294 w 1822931"/>
              <a:gd name="connsiteY16" fmla="*/ 2165319 h 2165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2931" h="2165936">
                <a:moveTo>
                  <a:pt x="912552" y="2165834"/>
                </a:moveTo>
                <a:cubicBezTo>
                  <a:pt x="814329" y="2166066"/>
                  <a:pt x="722550" y="2117393"/>
                  <a:pt x="667638" y="2036030"/>
                </a:cubicBezTo>
                <a:lnTo>
                  <a:pt x="535386" y="1840357"/>
                </a:lnTo>
                <a:cubicBezTo>
                  <a:pt x="506125" y="1800823"/>
                  <a:pt x="473384" y="1764022"/>
                  <a:pt x="437419" y="1730404"/>
                </a:cubicBezTo>
                <a:cubicBezTo>
                  <a:pt x="424529" y="1718158"/>
                  <a:pt x="408417" y="1704624"/>
                  <a:pt x="393078" y="1690574"/>
                </a:cubicBezTo>
                <a:cubicBezTo>
                  <a:pt x="255926" y="1569277"/>
                  <a:pt x="1087" y="1343828"/>
                  <a:pt x="1087" y="922319"/>
                </a:cubicBezTo>
                <a:cubicBezTo>
                  <a:pt x="700" y="681337"/>
                  <a:pt x="95057" y="449843"/>
                  <a:pt x="263789" y="277810"/>
                </a:cubicBezTo>
                <a:cubicBezTo>
                  <a:pt x="431619" y="105224"/>
                  <a:pt x="660549" y="5428"/>
                  <a:pt x="901208" y="-102"/>
                </a:cubicBezTo>
                <a:lnTo>
                  <a:pt x="912552" y="-102"/>
                </a:lnTo>
                <a:lnTo>
                  <a:pt x="923508" y="-102"/>
                </a:lnTo>
                <a:cubicBezTo>
                  <a:pt x="1164284" y="5338"/>
                  <a:pt x="1393291" y="105147"/>
                  <a:pt x="1561186" y="277810"/>
                </a:cubicBezTo>
                <a:cubicBezTo>
                  <a:pt x="1730021" y="449804"/>
                  <a:pt x="1824429" y="681312"/>
                  <a:pt x="1824016" y="922319"/>
                </a:cubicBezTo>
                <a:cubicBezTo>
                  <a:pt x="1824016" y="1343699"/>
                  <a:pt x="1569177" y="1569148"/>
                  <a:pt x="1432284" y="1690316"/>
                </a:cubicBezTo>
                <a:cubicBezTo>
                  <a:pt x="1416815" y="1703850"/>
                  <a:pt x="1401089" y="1717901"/>
                  <a:pt x="1387684" y="1730275"/>
                </a:cubicBezTo>
                <a:cubicBezTo>
                  <a:pt x="1351591" y="1764060"/>
                  <a:pt x="1318670" y="1801081"/>
                  <a:pt x="1289331" y="1840873"/>
                </a:cubicBezTo>
                <a:lnTo>
                  <a:pt x="1156563" y="2036417"/>
                </a:lnTo>
                <a:cubicBezTo>
                  <a:pt x="1101522" y="2117187"/>
                  <a:pt x="1010002" y="2165461"/>
                  <a:pt x="912294" y="2165319"/>
                </a:cubicBezTo>
                <a:close/>
              </a:path>
            </a:pathLst>
          </a:custGeom>
          <a:solidFill>
            <a:schemeClr val="accent1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4E0FCE1-8303-5FBC-9305-72B579F68514}"/>
              </a:ext>
            </a:extLst>
          </p:cNvPr>
          <p:cNvSpPr/>
          <p:nvPr/>
        </p:nvSpPr>
        <p:spPr>
          <a:xfrm>
            <a:off x="2658903" y="9651916"/>
            <a:ext cx="1201642" cy="1201642"/>
          </a:xfrm>
          <a:custGeom>
            <a:avLst/>
            <a:gdLst>
              <a:gd name="connsiteX0" fmla="*/ 608471 w 607385"/>
              <a:gd name="connsiteY0" fmla="*/ 303591 h 607385"/>
              <a:gd name="connsiteX1" fmla="*/ 304779 w 607385"/>
              <a:gd name="connsiteY1" fmla="*/ 607283 h 607385"/>
              <a:gd name="connsiteX2" fmla="*/ 1085 w 607385"/>
              <a:gd name="connsiteY2" fmla="*/ 303591 h 607385"/>
              <a:gd name="connsiteX3" fmla="*/ 304778 w 607385"/>
              <a:gd name="connsiteY3" fmla="*/ -102 h 607385"/>
              <a:gd name="connsiteX4" fmla="*/ 608471 w 607385"/>
              <a:gd name="connsiteY4" fmla="*/ 303591 h 6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385" h="607385">
                <a:moveTo>
                  <a:pt x="608471" y="303591"/>
                </a:moveTo>
                <a:cubicBezTo>
                  <a:pt x="608471" y="471316"/>
                  <a:pt x="472504" y="607283"/>
                  <a:pt x="304779" y="607283"/>
                </a:cubicBezTo>
                <a:cubicBezTo>
                  <a:pt x="137054" y="607283"/>
                  <a:pt x="1085" y="471316"/>
                  <a:pt x="1085" y="303591"/>
                </a:cubicBezTo>
                <a:cubicBezTo>
                  <a:pt x="1085" y="135866"/>
                  <a:pt x="137054" y="-102"/>
                  <a:pt x="304778" y="-102"/>
                </a:cubicBezTo>
                <a:cubicBezTo>
                  <a:pt x="472503" y="-102"/>
                  <a:pt x="608470" y="135866"/>
                  <a:pt x="608471" y="3035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9F7039DC-FD30-0291-6D04-81F2B4DC481C}"/>
              </a:ext>
            </a:extLst>
          </p:cNvPr>
          <p:cNvSpPr/>
          <p:nvPr/>
        </p:nvSpPr>
        <p:spPr>
          <a:xfrm>
            <a:off x="2109730" y="7009950"/>
            <a:ext cx="2293629" cy="2832316"/>
          </a:xfrm>
          <a:custGeom>
            <a:avLst/>
            <a:gdLst>
              <a:gd name="connsiteX0" fmla="*/ 992085 w 1159344"/>
              <a:gd name="connsiteY0" fmla="*/ 177009 h 1431630"/>
              <a:gd name="connsiteX1" fmla="*/ 585657 w 1159344"/>
              <a:gd name="connsiteY1" fmla="*/ -102 h 1431630"/>
              <a:gd name="connsiteX2" fmla="*/ 574958 w 1159344"/>
              <a:gd name="connsiteY2" fmla="*/ -102 h 1431630"/>
              <a:gd name="connsiteX3" fmla="*/ 168660 w 1159344"/>
              <a:gd name="connsiteY3" fmla="*/ 177009 h 1431630"/>
              <a:gd name="connsiteX4" fmla="*/ 1088 w 1159344"/>
              <a:gd name="connsiteY4" fmla="*/ 588335 h 1431630"/>
              <a:gd name="connsiteX5" fmla="*/ 263532 w 1159344"/>
              <a:gd name="connsiteY5" fmla="*/ 1089891 h 1431630"/>
              <a:gd name="connsiteX6" fmla="*/ 302202 w 1159344"/>
              <a:gd name="connsiteY6" fmla="*/ 1124308 h 1431630"/>
              <a:gd name="connsiteX7" fmla="*/ 400554 w 1159344"/>
              <a:gd name="connsiteY7" fmla="*/ 1235421 h 1431630"/>
              <a:gd name="connsiteX8" fmla="*/ 506640 w 1159344"/>
              <a:gd name="connsiteY8" fmla="*/ 1392424 h 1431630"/>
              <a:gd name="connsiteX9" fmla="*/ 630515 w 1159344"/>
              <a:gd name="connsiteY9" fmla="*/ 1416116 h 1431630"/>
              <a:gd name="connsiteX10" fmla="*/ 654233 w 1159344"/>
              <a:gd name="connsiteY10" fmla="*/ 1392424 h 1431630"/>
              <a:gd name="connsiteX11" fmla="*/ 760706 w 1159344"/>
              <a:gd name="connsiteY11" fmla="*/ 1235679 h 1431630"/>
              <a:gd name="connsiteX12" fmla="*/ 859315 w 1159344"/>
              <a:gd name="connsiteY12" fmla="*/ 1124179 h 1431630"/>
              <a:gd name="connsiteX13" fmla="*/ 897986 w 1159344"/>
              <a:gd name="connsiteY13" fmla="*/ 1089763 h 1431630"/>
              <a:gd name="connsiteX14" fmla="*/ 1160430 w 1159344"/>
              <a:gd name="connsiteY14" fmla="*/ 588206 h 1431630"/>
              <a:gd name="connsiteX15" fmla="*/ 992085 w 1159344"/>
              <a:gd name="connsiteY15" fmla="*/ 177009 h 1431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59344" h="1431630">
                <a:moveTo>
                  <a:pt x="992085" y="177009"/>
                </a:moveTo>
                <a:cubicBezTo>
                  <a:pt x="885057" y="66992"/>
                  <a:pt x="739050" y="3391"/>
                  <a:pt x="585657" y="-102"/>
                </a:cubicBezTo>
                <a:lnTo>
                  <a:pt x="574958" y="-102"/>
                </a:lnTo>
                <a:cubicBezTo>
                  <a:pt x="421565" y="3456"/>
                  <a:pt x="275648" y="67043"/>
                  <a:pt x="168660" y="177009"/>
                </a:cubicBezTo>
                <a:cubicBezTo>
                  <a:pt x="60899" y="286782"/>
                  <a:pt x="701" y="434542"/>
                  <a:pt x="1088" y="588335"/>
                </a:cubicBezTo>
                <a:cubicBezTo>
                  <a:pt x="1088" y="857868"/>
                  <a:pt x="158993" y="997469"/>
                  <a:pt x="263532" y="1089891"/>
                </a:cubicBezTo>
                <a:cubicBezTo>
                  <a:pt x="276422" y="1101364"/>
                  <a:pt x="289312" y="1113222"/>
                  <a:pt x="302202" y="1124308"/>
                </a:cubicBezTo>
                <a:cubicBezTo>
                  <a:pt x="338423" y="1158132"/>
                  <a:pt x="371422" y="1195346"/>
                  <a:pt x="400554" y="1235421"/>
                </a:cubicBezTo>
                <a:lnTo>
                  <a:pt x="506640" y="1392424"/>
                </a:lnTo>
                <a:cubicBezTo>
                  <a:pt x="534354" y="1433183"/>
                  <a:pt x="589782" y="1443791"/>
                  <a:pt x="630515" y="1416116"/>
                </a:cubicBezTo>
                <a:cubicBezTo>
                  <a:pt x="639925" y="1409787"/>
                  <a:pt x="647917" y="1401743"/>
                  <a:pt x="654233" y="1392424"/>
                </a:cubicBezTo>
                <a:lnTo>
                  <a:pt x="760706" y="1235679"/>
                </a:lnTo>
                <a:cubicBezTo>
                  <a:pt x="789889" y="1195410"/>
                  <a:pt x="822914" y="1158067"/>
                  <a:pt x="859315" y="1124179"/>
                </a:cubicBezTo>
                <a:cubicBezTo>
                  <a:pt x="871175" y="1113094"/>
                  <a:pt x="883936" y="1101750"/>
                  <a:pt x="897986" y="1089763"/>
                </a:cubicBezTo>
                <a:cubicBezTo>
                  <a:pt x="1002526" y="997340"/>
                  <a:pt x="1160430" y="857739"/>
                  <a:pt x="1160430" y="588206"/>
                </a:cubicBezTo>
                <a:cubicBezTo>
                  <a:pt x="1160520" y="434349"/>
                  <a:pt x="1100053" y="286627"/>
                  <a:pt x="992085" y="177009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E4A966A-5C4E-FCC3-6813-4528C3F00283}"/>
              </a:ext>
            </a:extLst>
          </p:cNvPr>
          <p:cNvSpPr/>
          <p:nvPr/>
        </p:nvSpPr>
        <p:spPr>
          <a:xfrm>
            <a:off x="2398412" y="7271598"/>
            <a:ext cx="1714991" cy="2032595"/>
          </a:xfrm>
          <a:custGeom>
            <a:avLst/>
            <a:gdLst>
              <a:gd name="connsiteX0" fmla="*/ 590554 w 866864"/>
              <a:gd name="connsiteY0" fmla="*/ 896281 h 1027401"/>
              <a:gd name="connsiteX1" fmla="*/ 490913 w 866864"/>
              <a:gd name="connsiteY1" fmla="*/ 1001207 h 1027401"/>
              <a:gd name="connsiteX2" fmla="*/ 386761 w 866864"/>
              <a:gd name="connsiteY2" fmla="*/ 1009766 h 1027401"/>
              <a:gd name="connsiteX3" fmla="*/ 378253 w 866864"/>
              <a:gd name="connsiteY3" fmla="*/ 1001207 h 1027401"/>
              <a:gd name="connsiteX4" fmla="*/ 278483 w 866864"/>
              <a:gd name="connsiteY4" fmla="*/ 896281 h 1027401"/>
              <a:gd name="connsiteX5" fmla="*/ 1086 w 866864"/>
              <a:gd name="connsiteY5" fmla="*/ 444480 h 1027401"/>
              <a:gd name="connsiteX6" fmla="*/ 434583 w 866864"/>
              <a:gd name="connsiteY6" fmla="*/ -102 h 1027401"/>
              <a:gd name="connsiteX7" fmla="*/ 867950 w 866864"/>
              <a:gd name="connsiteY7" fmla="*/ 444352 h 1027401"/>
              <a:gd name="connsiteX8" fmla="*/ 590554 w 866864"/>
              <a:gd name="connsiteY8" fmla="*/ 896281 h 1027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66864" h="1027401">
                <a:moveTo>
                  <a:pt x="590554" y="896281"/>
                </a:moveTo>
                <a:cubicBezTo>
                  <a:pt x="555235" y="929189"/>
                  <a:pt x="521979" y="964238"/>
                  <a:pt x="490913" y="1001207"/>
                </a:cubicBezTo>
                <a:cubicBezTo>
                  <a:pt x="464488" y="1032324"/>
                  <a:pt x="417955" y="1036152"/>
                  <a:pt x="386761" y="1009766"/>
                </a:cubicBezTo>
                <a:cubicBezTo>
                  <a:pt x="383667" y="1007149"/>
                  <a:pt x="380831" y="1004288"/>
                  <a:pt x="378253" y="1001207"/>
                </a:cubicBezTo>
                <a:cubicBezTo>
                  <a:pt x="347188" y="964264"/>
                  <a:pt x="313802" y="929228"/>
                  <a:pt x="278483" y="896281"/>
                </a:cubicBezTo>
                <a:cubicBezTo>
                  <a:pt x="155768" y="781945"/>
                  <a:pt x="1086" y="682046"/>
                  <a:pt x="1086" y="444480"/>
                </a:cubicBezTo>
                <a:cubicBezTo>
                  <a:pt x="957" y="203215"/>
                  <a:pt x="193408" y="5918"/>
                  <a:pt x="434583" y="-102"/>
                </a:cubicBezTo>
                <a:cubicBezTo>
                  <a:pt x="675681" y="5982"/>
                  <a:pt x="867964" y="203176"/>
                  <a:pt x="867950" y="444352"/>
                </a:cubicBezTo>
                <a:cubicBezTo>
                  <a:pt x="867950" y="682046"/>
                  <a:pt x="713268" y="781945"/>
                  <a:pt x="590554" y="896281"/>
                </a:cubicBezTo>
                <a:close/>
              </a:path>
            </a:pathLst>
          </a:custGeom>
          <a:solidFill>
            <a:schemeClr val="accent1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487AA92-B658-BBC2-7381-7EF2EB708B63}"/>
              </a:ext>
            </a:extLst>
          </p:cNvPr>
          <p:cNvSpPr/>
          <p:nvPr/>
        </p:nvSpPr>
        <p:spPr>
          <a:xfrm>
            <a:off x="2944778" y="9937791"/>
            <a:ext cx="629892" cy="629892"/>
          </a:xfrm>
          <a:custGeom>
            <a:avLst/>
            <a:gdLst>
              <a:gd name="connsiteX0" fmla="*/ 319474 w 318387"/>
              <a:gd name="connsiteY0" fmla="*/ 159092 h 318387"/>
              <a:gd name="connsiteX1" fmla="*/ 160280 w 318387"/>
              <a:gd name="connsiteY1" fmla="*/ 318286 h 318387"/>
              <a:gd name="connsiteX2" fmla="*/ 1086 w 318387"/>
              <a:gd name="connsiteY2" fmla="*/ 159092 h 318387"/>
              <a:gd name="connsiteX3" fmla="*/ 160280 w 318387"/>
              <a:gd name="connsiteY3" fmla="*/ -102 h 318387"/>
              <a:gd name="connsiteX4" fmla="*/ 319474 w 318387"/>
              <a:gd name="connsiteY4" fmla="*/ 159092 h 318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387" h="318387">
                <a:moveTo>
                  <a:pt x="319474" y="159092"/>
                </a:moveTo>
                <a:cubicBezTo>
                  <a:pt x="319474" y="247012"/>
                  <a:pt x="248200" y="318286"/>
                  <a:pt x="160280" y="318286"/>
                </a:cubicBezTo>
                <a:cubicBezTo>
                  <a:pt x="72360" y="318286"/>
                  <a:pt x="1086" y="247012"/>
                  <a:pt x="1086" y="159092"/>
                </a:cubicBezTo>
                <a:cubicBezTo>
                  <a:pt x="1086" y="71172"/>
                  <a:pt x="72360" y="-102"/>
                  <a:pt x="160280" y="-102"/>
                </a:cubicBezTo>
                <a:cubicBezTo>
                  <a:pt x="248200" y="-102"/>
                  <a:pt x="319473" y="71172"/>
                  <a:pt x="319474" y="159092"/>
                </a:cubicBezTo>
                <a:close/>
              </a:path>
            </a:pathLst>
          </a:custGeom>
          <a:solidFill>
            <a:srgbClr val="FFFFFF"/>
          </a:solidFill>
          <a:ln w="1288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D926F2-A5CE-E677-1B4D-6B3573ABCAD8}"/>
              </a:ext>
            </a:extLst>
          </p:cNvPr>
          <p:cNvSpPr/>
          <p:nvPr/>
        </p:nvSpPr>
        <p:spPr>
          <a:xfrm>
            <a:off x="2093037" y="4608542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14C4D1E-3D70-14CF-C7E4-D99EF684E438}"/>
              </a:ext>
            </a:extLst>
          </p:cNvPr>
          <p:cNvSpPr/>
          <p:nvPr/>
        </p:nvSpPr>
        <p:spPr>
          <a:xfrm>
            <a:off x="7912405" y="4608542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C4A42F1-476B-4A0F-59C0-6B40927488AD}"/>
              </a:ext>
            </a:extLst>
          </p:cNvPr>
          <p:cNvSpPr/>
          <p:nvPr/>
        </p:nvSpPr>
        <p:spPr>
          <a:xfrm>
            <a:off x="13804454" y="4608542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77C4CE-10D9-12A9-B0A9-4D9F9B4B5112}"/>
              </a:ext>
            </a:extLst>
          </p:cNvPr>
          <p:cNvSpPr/>
          <p:nvPr/>
        </p:nvSpPr>
        <p:spPr>
          <a:xfrm>
            <a:off x="19701443" y="4608542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B03E29-66FE-A00A-BA72-BF36B7C21B1A}"/>
              </a:ext>
            </a:extLst>
          </p:cNvPr>
          <p:cNvSpPr/>
          <p:nvPr/>
        </p:nvSpPr>
        <p:spPr>
          <a:xfrm>
            <a:off x="5041930" y="10482228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B5AE94D-D65E-8BBF-67A8-231E346BA009}"/>
              </a:ext>
            </a:extLst>
          </p:cNvPr>
          <p:cNvSpPr/>
          <p:nvPr/>
        </p:nvSpPr>
        <p:spPr>
          <a:xfrm>
            <a:off x="10857599" y="10482228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15A515D-272C-BB2C-8E8D-9D82732BDB4D}"/>
              </a:ext>
            </a:extLst>
          </p:cNvPr>
          <p:cNvSpPr/>
          <p:nvPr/>
        </p:nvSpPr>
        <p:spPr>
          <a:xfrm>
            <a:off x="16754589" y="10482228"/>
            <a:ext cx="2325744" cy="12208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sz="3400" b="1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06</a:t>
            </a:r>
          </a:p>
        </p:txBody>
      </p:sp>
      <p:sp>
        <p:nvSpPr>
          <p:cNvPr id="53" name="TextBox 79">
            <a:extLst>
              <a:ext uri="{FF2B5EF4-FFF2-40B4-BE49-F238E27FC236}">
                <a16:creationId xmlns:a16="http://schemas.microsoft.com/office/drawing/2014/main" id="{A0C7FDF5-C113-3981-825C-28FC92B6F226}"/>
              </a:ext>
            </a:extLst>
          </p:cNvPr>
          <p:cNvSpPr txBox="1">
            <a:spLocks/>
          </p:cNvSpPr>
          <p:nvPr/>
        </p:nvSpPr>
        <p:spPr>
          <a:xfrm>
            <a:off x="4974759" y="3782950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sp>
        <p:nvSpPr>
          <p:cNvPr id="54" name="TextBox 80">
            <a:extLst>
              <a:ext uri="{FF2B5EF4-FFF2-40B4-BE49-F238E27FC236}">
                <a16:creationId xmlns:a16="http://schemas.microsoft.com/office/drawing/2014/main" id="{EC52BD7F-C0D9-EDC5-7722-7A2528F417F4}"/>
              </a:ext>
            </a:extLst>
          </p:cNvPr>
          <p:cNvSpPr txBox="1">
            <a:spLocks/>
          </p:cNvSpPr>
          <p:nvPr/>
        </p:nvSpPr>
        <p:spPr>
          <a:xfrm>
            <a:off x="10795020" y="3782950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sp>
        <p:nvSpPr>
          <p:cNvPr id="55" name="TextBox 81">
            <a:extLst>
              <a:ext uri="{FF2B5EF4-FFF2-40B4-BE49-F238E27FC236}">
                <a16:creationId xmlns:a16="http://schemas.microsoft.com/office/drawing/2014/main" id="{46B1C5D3-9EF8-7920-6137-A66D85CF2D91}"/>
              </a:ext>
            </a:extLst>
          </p:cNvPr>
          <p:cNvSpPr txBox="1">
            <a:spLocks/>
          </p:cNvSpPr>
          <p:nvPr/>
        </p:nvSpPr>
        <p:spPr>
          <a:xfrm>
            <a:off x="16692009" y="3782950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sp>
        <p:nvSpPr>
          <p:cNvPr id="56" name="TextBox 82">
            <a:extLst>
              <a:ext uri="{FF2B5EF4-FFF2-40B4-BE49-F238E27FC236}">
                <a16:creationId xmlns:a16="http://schemas.microsoft.com/office/drawing/2014/main" id="{620532DE-2108-5F1F-DB46-88F1082803FF}"/>
              </a:ext>
            </a:extLst>
          </p:cNvPr>
          <p:cNvSpPr txBox="1">
            <a:spLocks/>
          </p:cNvSpPr>
          <p:nvPr/>
        </p:nvSpPr>
        <p:spPr>
          <a:xfrm>
            <a:off x="1992076" y="10942088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sp>
        <p:nvSpPr>
          <p:cNvPr id="57" name="TextBox 83">
            <a:extLst>
              <a:ext uri="{FF2B5EF4-FFF2-40B4-BE49-F238E27FC236}">
                <a16:creationId xmlns:a16="http://schemas.microsoft.com/office/drawing/2014/main" id="{D02B6DA2-089F-6094-C472-7E8B9AE9E144}"/>
              </a:ext>
            </a:extLst>
          </p:cNvPr>
          <p:cNvSpPr txBox="1">
            <a:spLocks/>
          </p:cNvSpPr>
          <p:nvPr/>
        </p:nvSpPr>
        <p:spPr>
          <a:xfrm>
            <a:off x="7853266" y="10942088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sp>
        <p:nvSpPr>
          <p:cNvPr id="58" name="TextBox 84">
            <a:extLst>
              <a:ext uri="{FF2B5EF4-FFF2-40B4-BE49-F238E27FC236}">
                <a16:creationId xmlns:a16="http://schemas.microsoft.com/office/drawing/2014/main" id="{E16421DB-9449-846D-D5F0-1E567B193887}"/>
              </a:ext>
            </a:extLst>
          </p:cNvPr>
          <p:cNvSpPr txBox="1">
            <a:spLocks/>
          </p:cNvSpPr>
          <p:nvPr/>
        </p:nvSpPr>
        <p:spPr>
          <a:xfrm>
            <a:off x="13733075" y="10942088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sp>
        <p:nvSpPr>
          <p:cNvPr id="59" name="TextBox 85">
            <a:extLst>
              <a:ext uri="{FF2B5EF4-FFF2-40B4-BE49-F238E27FC236}">
                <a16:creationId xmlns:a16="http://schemas.microsoft.com/office/drawing/2014/main" id="{5F125C65-8DBE-FB20-2BB1-0AE52C585AE6}"/>
              </a:ext>
            </a:extLst>
          </p:cNvPr>
          <p:cNvSpPr txBox="1">
            <a:spLocks/>
          </p:cNvSpPr>
          <p:nvPr/>
        </p:nvSpPr>
        <p:spPr>
          <a:xfrm>
            <a:off x="19630064" y="10942088"/>
            <a:ext cx="2449118" cy="986424"/>
          </a:xfrm>
          <a:prstGeom prst="rect">
            <a:avLst/>
          </a:prstGeom>
          <a:noFill/>
        </p:spPr>
        <p:txBody>
          <a:bodyPr wrap="square" lIns="0" r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600"/>
              </a:lnSpc>
            </a:pPr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</a:t>
            </a:r>
          </a:p>
        </p:txBody>
      </p:sp>
      <p:grpSp>
        <p:nvGrpSpPr>
          <p:cNvPr id="141" name="成组">
            <a:extLst>
              <a:ext uri="{FF2B5EF4-FFF2-40B4-BE49-F238E27FC236}">
                <a16:creationId xmlns:a16="http://schemas.microsoft.com/office/drawing/2014/main" id="{2CB7D54E-E9F3-6A5F-A0A1-86E527BA50FD}"/>
              </a:ext>
            </a:extLst>
          </p:cNvPr>
          <p:cNvGrpSpPr/>
          <p:nvPr/>
        </p:nvGrpSpPr>
        <p:grpSpPr>
          <a:xfrm>
            <a:off x="17577523" y="7961288"/>
            <a:ext cx="653215" cy="653211"/>
            <a:chOff x="0" y="0"/>
            <a:chExt cx="457200" cy="457200"/>
          </a:xfrm>
        </p:grpSpPr>
        <p:sp>
          <p:nvSpPr>
            <p:cNvPr id="142" name="任意形状 363">
              <a:extLst>
                <a:ext uri="{FF2B5EF4-FFF2-40B4-BE49-F238E27FC236}">
                  <a16:creationId xmlns:a16="http://schemas.microsoft.com/office/drawing/2014/main" id="{8D5BC19F-32DE-EB9D-4C3E-35F6586C687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3" name="任意形状 364">
              <a:extLst>
                <a:ext uri="{FF2B5EF4-FFF2-40B4-BE49-F238E27FC236}">
                  <a16:creationId xmlns:a16="http://schemas.microsoft.com/office/drawing/2014/main" id="{D7DA7132-4CDD-D35E-D495-5D434C093F5E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44" name="成组">
            <a:extLst>
              <a:ext uri="{FF2B5EF4-FFF2-40B4-BE49-F238E27FC236}">
                <a16:creationId xmlns:a16="http://schemas.microsoft.com/office/drawing/2014/main" id="{5C067537-94B9-0298-9D51-F7E704D2197D}"/>
              </a:ext>
            </a:extLst>
          </p:cNvPr>
          <p:cNvGrpSpPr/>
          <p:nvPr/>
        </p:nvGrpSpPr>
        <p:grpSpPr>
          <a:xfrm>
            <a:off x="11708184" y="7961288"/>
            <a:ext cx="653215" cy="653211"/>
            <a:chOff x="0" y="0"/>
            <a:chExt cx="457200" cy="457200"/>
          </a:xfrm>
        </p:grpSpPr>
        <p:sp>
          <p:nvSpPr>
            <p:cNvPr id="145" name="任意形状 375">
              <a:extLst>
                <a:ext uri="{FF2B5EF4-FFF2-40B4-BE49-F238E27FC236}">
                  <a16:creationId xmlns:a16="http://schemas.microsoft.com/office/drawing/2014/main" id="{55972E4C-C5D8-5EE1-DDCF-B0522909FDB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6" name="任意形状 376">
              <a:extLst>
                <a:ext uri="{FF2B5EF4-FFF2-40B4-BE49-F238E27FC236}">
                  <a16:creationId xmlns:a16="http://schemas.microsoft.com/office/drawing/2014/main" id="{153959EC-76B0-A9E1-628C-A06CA77E7CE7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47" name="成组">
            <a:extLst>
              <a:ext uri="{FF2B5EF4-FFF2-40B4-BE49-F238E27FC236}">
                <a16:creationId xmlns:a16="http://schemas.microsoft.com/office/drawing/2014/main" id="{5F5837C2-A942-25A2-62F2-763EA452B08B}"/>
              </a:ext>
            </a:extLst>
          </p:cNvPr>
          <p:cNvGrpSpPr/>
          <p:nvPr/>
        </p:nvGrpSpPr>
        <p:grpSpPr>
          <a:xfrm>
            <a:off x="8720428" y="7961288"/>
            <a:ext cx="653215" cy="653211"/>
            <a:chOff x="0" y="0"/>
            <a:chExt cx="457200" cy="457200"/>
          </a:xfrm>
        </p:grpSpPr>
        <p:sp>
          <p:nvSpPr>
            <p:cNvPr id="148" name="任意形状 381">
              <a:extLst>
                <a:ext uri="{FF2B5EF4-FFF2-40B4-BE49-F238E27FC236}">
                  <a16:creationId xmlns:a16="http://schemas.microsoft.com/office/drawing/2014/main" id="{3DF103AA-30D2-1F7E-B3A7-F26E4258831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9" name="任意形状 382">
              <a:extLst>
                <a:ext uri="{FF2B5EF4-FFF2-40B4-BE49-F238E27FC236}">
                  <a16:creationId xmlns:a16="http://schemas.microsoft.com/office/drawing/2014/main" id="{817AC4A9-9C30-4DB8-2111-B3F24A042650}"/>
                </a:ext>
              </a:extLst>
            </p:cNvPr>
            <p:cNvSpPr/>
            <p:nvPr/>
          </p:nvSpPr>
          <p:spPr>
            <a:xfrm>
              <a:off x="19050" y="38100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0" name="成组">
            <a:extLst>
              <a:ext uri="{FF2B5EF4-FFF2-40B4-BE49-F238E27FC236}">
                <a16:creationId xmlns:a16="http://schemas.microsoft.com/office/drawing/2014/main" id="{7BA356A4-D7BE-9F4A-2CEE-C966A6DB491C}"/>
              </a:ext>
            </a:extLst>
          </p:cNvPr>
          <p:cNvGrpSpPr/>
          <p:nvPr/>
        </p:nvGrpSpPr>
        <p:grpSpPr>
          <a:xfrm>
            <a:off x="20537322" y="7961288"/>
            <a:ext cx="653215" cy="653211"/>
            <a:chOff x="0" y="0"/>
            <a:chExt cx="457200" cy="457200"/>
          </a:xfrm>
        </p:grpSpPr>
        <p:sp>
          <p:nvSpPr>
            <p:cNvPr id="151" name="任意形状 387">
              <a:extLst>
                <a:ext uri="{FF2B5EF4-FFF2-40B4-BE49-F238E27FC236}">
                  <a16:creationId xmlns:a16="http://schemas.microsoft.com/office/drawing/2014/main" id="{8CA37ED7-0304-8A35-5755-9CFD590FE0E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2" name="任意形状 388">
              <a:extLst>
                <a:ext uri="{FF2B5EF4-FFF2-40B4-BE49-F238E27FC236}">
                  <a16:creationId xmlns:a16="http://schemas.microsoft.com/office/drawing/2014/main" id="{A26CA111-19F7-F338-C370-45C256E8E562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200"/>
                  </a:move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1964" y="19200"/>
                  </a:lnTo>
                  <a:lnTo>
                    <a:pt x="1964" y="1200"/>
                  </a:lnTo>
                  <a:cubicBezTo>
                    <a:pt x="1964" y="537"/>
                    <a:pt x="2403" y="0"/>
                    <a:pt x="2945" y="0"/>
                  </a:cubicBezTo>
                  <a:lnTo>
                    <a:pt x="12764" y="0"/>
                  </a:lnTo>
                  <a:cubicBezTo>
                    <a:pt x="13306" y="0"/>
                    <a:pt x="13745" y="537"/>
                    <a:pt x="13745" y="1200"/>
                  </a:cubicBezTo>
                  <a:lnTo>
                    <a:pt x="13745" y="19200"/>
                  </a:lnTo>
                  <a:lnTo>
                    <a:pt x="17673" y="19200"/>
                  </a:lnTo>
                  <a:lnTo>
                    <a:pt x="17673" y="9600"/>
                  </a:lnTo>
                  <a:lnTo>
                    <a:pt x="15709" y="9600"/>
                  </a:lnTo>
                  <a:lnTo>
                    <a:pt x="15709" y="7200"/>
                  </a:lnTo>
                  <a:lnTo>
                    <a:pt x="18655" y="7200"/>
                  </a:lnTo>
                  <a:cubicBezTo>
                    <a:pt x="19197" y="7200"/>
                    <a:pt x="19636" y="7737"/>
                    <a:pt x="19636" y="8400"/>
                  </a:cubicBezTo>
                  <a:lnTo>
                    <a:pt x="19636" y="19200"/>
                  </a:lnTo>
                  <a:close/>
                  <a:moveTo>
                    <a:pt x="3927" y="2400"/>
                  </a:moveTo>
                  <a:lnTo>
                    <a:pt x="3927" y="19200"/>
                  </a:lnTo>
                  <a:lnTo>
                    <a:pt x="11782" y="19200"/>
                  </a:lnTo>
                  <a:lnTo>
                    <a:pt x="11782" y="2400"/>
                  </a:lnTo>
                  <a:lnTo>
                    <a:pt x="3927" y="2400"/>
                  </a:lnTo>
                  <a:close/>
                  <a:moveTo>
                    <a:pt x="5891" y="9600"/>
                  </a:moveTo>
                  <a:lnTo>
                    <a:pt x="9818" y="9600"/>
                  </a:lnTo>
                  <a:lnTo>
                    <a:pt x="9818" y="12000"/>
                  </a:lnTo>
                  <a:lnTo>
                    <a:pt x="5891" y="12000"/>
                  </a:lnTo>
                  <a:lnTo>
                    <a:pt x="5891" y="9600"/>
                  </a:lnTo>
                  <a:close/>
                  <a:moveTo>
                    <a:pt x="5891" y="4800"/>
                  </a:moveTo>
                  <a:lnTo>
                    <a:pt x="9818" y="4800"/>
                  </a:lnTo>
                  <a:lnTo>
                    <a:pt x="9818" y="7200"/>
                  </a:lnTo>
                  <a:lnTo>
                    <a:pt x="5891" y="7200"/>
                  </a:lnTo>
                  <a:lnTo>
                    <a:pt x="5891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3" name="成组">
            <a:extLst>
              <a:ext uri="{FF2B5EF4-FFF2-40B4-BE49-F238E27FC236}">
                <a16:creationId xmlns:a16="http://schemas.microsoft.com/office/drawing/2014/main" id="{268FD50B-DB7D-8C7E-47C5-C458BD332C12}"/>
              </a:ext>
            </a:extLst>
          </p:cNvPr>
          <p:cNvGrpSpPr/>
          <p:nvPr/>
        </p:nvGrpSpPr>
        <p:grpSpPr>
          <a:xfrm>
            <a:off x="2929300" y="7961288"/>
            <a:ext cx="653215" cy="653211"/>
            <a:chOff x="0" y="0"/>
            <a:chExt cx="457200" cy="457200"/>
          </a:xfrm>
        </p:grpSpPr>
        <p:sp>
          <p:nvSpPr>
            <p:cNvPr id="154" name="任意形状 393">
              <a:extLst>
                <a:ext uri="{FF2B5EF4-FFF2-40B4-BE49-F238E27FC236}">
                  <a16:creationId xmlns:a16="http://schemas.microsoft.com/office/drawing/2014/main" id="{E0E84D93-9B9F-409C-4B58-E003A6C8B57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5" name="任意形状 394">
              <a:extLst>
                <a:ext uri="{FF2B5EF4-FFF2-40B4-BE49-F238E27FC236}">
                  <a16:creationId xmlns:a16="http://schemas.microsoft.com/office/drawing/2014/main" id="{D16474D0-7E8B-DFAD-FF18-AC3889D14CB8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6" name="成组">
            <a:extLst>
              <a:ext uri="{FF2B5EF4-FFF2-40B4-BE49-F238E27FC236}">
                <a16:creationId xmlns:a16="http://schemas.microsoft.com/office/drawing/2014/main" id="{A7A521F9-CB14-DA43-7ADC-D83250F875EE}"/>
              </a:ext>
            </a:extLst>
          </p:cNvPr>
          <p:cNvGrpSpPr/>
          <p:nvPr/>
        </p:nvGrpSpPr>
        <p:grpSpPr>
          <a:xfrm>
            <a:off x="14642853" y="7961288"/>
            <a:ext cx="653215" cy="653211"/>
            <a:chOff x="0" y="0"/>
            <a:chExt cx="457200" cy="457200"/>
          </a:xfrm>
        </p:grpSpPr>
        <p:sp>
          <p:nvSpPr>
            <p:cNvPr id="157" name="任意形状 399">
              <a:extLst>
                <a:ext uri="{FF2B5EF4-FFF2-40B4-BE49-F238E27FC236}">
                  <a16:creationId xmlns:a16="http://schemas.microsoft.com/office/drawing/2014/main" id="{6E057498-E6D7-CB7C-4446-3B490D973F5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8" name="任意形状 400">
              <a:extLst>
                <a:ext uri="{FF2B5EF4-FFF2-40B4-BE49-F238E27FC236}">
                  <a16:creationId xmlns:a16="http://schemas.microsoft.com/office/drawing/2014/main" id="{484478D4-63A2-C4A3-E8EF-227C7BD66583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59" name="成组">
            <a:extLst>
              <a:ext uri="{FF2B5EF4-FFF2-40B4-BE49-F238E27FC236}">
                <a16:creationId xmlns:a16="http://schemas.microsoft.com/office/drawing/2014/main" id="{095CBC45-1DE2-6EF8-E02D-EDCF655B209A}"/>
              </a:ext>
            </a:extLst>
          </p:cNvPr>
          <p:cNvGrpSpPr/>
          <p:nvPr/>
        </p:nvGrpSpPr>
        <p:grpSpPr>
          <a:xfrm>
            <a:off x="5856849" y="7906855"/>
            <a:ext cx="653215" cy="653211"/>
            <a:chOff x="0" y="0"/>
            <a:chExt cx="457200" cy="457200"/>
          </a:xfrm>
        </p:grpSpPr>
        <p:sp>
          <p:nvSpPr>
            <p:cNvPr id="160" name="任意形状 477">
              <a:extLst>
                <a:ext uri="{FF2B5EF4-FFF2-40B4-BE49-F238E27FC236}">
                  <a16:creationId xmlns:a16="http://schemas.microsoft.com/office/drawing/2014/main" id="{E26AE105-C9B4-51B3-8FF5-5912888B412D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1" name="任意形状 478">
              <a:extLst>
                <a:ext uri="{FF2B5EF4-FFF2-40B4-BE49-F238E27FC236}">
                  <a16:creationId xmlns:a16="http://schemas.microsoft.com/office/drawing/2014/main" id="{1C06BEAA-794C-F0E3-5B59-5AB9B7DC7473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2776920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3CD490D-8448-4731-B03A-DDA4B1C7024E}"/>
              </a:ext>
            </a:extLst>
          </p:cNvPr>
          <p:cNvGrpSpPr/>
          <p:nvPr/>
        </p:nvGrpSpPr>
        <p:grpSpPr>
          <a:xfrm>
            <a:off x="2234599" y="4512101"/>
            <a:ext cx="19651276" cy="3319707"/>
            <a:chOff x="2465635" y="4190688"/>
            <a:chExt cx="19651276" cy="3319707"/>
          </a:xfrm>
        </p:grpSpPr>
        <p:sp>
          <p:nvSpPr>
            <p:cNvPr id="5" name="Freeform 1177">
              <a:extLst>
                <a:ext uri="{FF2B5EF4-FFF2-40B4-BE49-F238E27FC236}">
                  <a16:creationId xmlns:a16="http://schemas.microsoft.com/office/drawing/2014/main" id="{C7EB4B40-1895-ECE2-0E3B-73C6F47F86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97206" y="4190688"/>
              <a:ext cx="3319705" cy="3319707"/>
            </a:xfrm>
            <a:custGeom>
              <a:avLst/>
              <a:gdLst>
                <a:gd name="T0" fmla="*/ 224 w 447"/>
                <a:gd name="T1" fmla="*/ 446 h 446"/>
                <a:gd name="T2" fmla="*/ 0 w 447"/>
                <a:gd name="T3" fmla="*/ 223 h 446"/>
                <a:gd name="T4" fmla="*/ 224 w 447"/>
                <a:gd name="T5" fmla="*/ 0 h 446"/>
                <a:gd name="T6" fmla="*/ 447 w 447"/>
                <a:gd name="T7" fmla="*/ 223 h 446"/>
                <a:gd name="T8" fmla="*/ 224 w 447"/>
                <a:gd name="T9" fmla="*/ 446 h 446"/>
                <a:gd name="T10" fmla="*/ 224 w 447"/>
                <a:gd name="T11" fmla="*/ 46 h 446"/>
                <a:gd name="T12" fmla="*/ 47 w 447"/>
                <a:gd name="T13" fmla="*/ 223 h 446"/>
                <a:gd name="T14" fmla="*/ 224 w 447"/>
                <a:gd name="T15" fmla="*/ 400 h 446"/>
                <a:gd name="T16" fmla="*/ 400 w 447"/>
                <a:gd name="T17" fmla="*/ 223 h 446"/>
                <a:gd name="T18" fmla="*/ 224 w 447"/>
                <a:gd name="T19" fmla="*/ 46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47" h="446">
                  <a:moveTo>
                    <a:pt x="224" y="446"/>
                  </a:moveTo>
                  <a:cubicBezTo>
                    <a:pt x="100" y="446"/>
                    <a:pt x="0" y="346"/>
                    <a:pt x="0" y="223"/>
                  </a:cubicBezTo>
                  <a:cubicBezTo>
                    <a:pt x="0" y="100"/>
                    <a:pt x="100" y="0"/>
                    <a:pt x="224" y="0"/>
                  </a:cubicBezTo>
                  <a:cubicBezTo>
                    <a:pt x="347" y="0"/>
                    <a:pt x="447" y="100"/>
                    <a:pt x="447" y="223"/>
                  </a:cubicBezTo>
                  <a:cubicBezTo>
                    <a:pt x="447" y="346"/>
                    <a:pt x="347" y="446"/>
                    <a:pt x="224" y="446"/>
                  </a:cubicBezTo>
                  <a:close/>
                  <a:moveTo>
                    <a:pt x="224" y="46"/>
                  </a:moveTo>
                  <a:cubicBezTo>
                    <a:pt x="126" y="46"/>
                    <a:pt x="47" y="126"/>
                    <a:pt x="47" y="223"/>
                  </a:cubicBezTo>
                  <a:cubicBezTo>
                    <a:pt x="47" y="320"/>
                    <a:pt x="126" y="400"/>
                    <a:pt x="224" y="400"/>
                  </a:cubicBezTo>
                  <a:cubicBezTo>
                    <a:pt x="321" y="400"/>
                    <a:pt x="400" y="320"/>
                    <a:pt x="400" y="223"/>
                  </a:cubicBezTo>
                  <a:cubicBezTo>
                    <a:pt x="400" y="126"/>
                    <a:pt x="321" y="46"/>
                    <a:pt x="224" y="4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BEF55B08-CFEC-F98B-9230-1A12AD106D5B}"/>
                </a:ext>
              </a:extLst>
            </p:cNvPr>
            <p:cNvGrpSpPr/>
            <p:nvPr/>
          </p:nvGrpSpPr>
          <p:grpSpPr>
            <a:xfrm>
              <a:off x="14714313" y="4190688"/>
              <a:ext cx="4016937" cy="3319707"/>
              <a:chOff x="14714313" y="4190688"/>
              <a:chExt cx="4016937" cy="3319707"/>
            </a:xfrm>
          </p:grpSpPr>
          <p:sp>
            <p:nvSpPr>
              <p:cNvPr id="16" name="Freeform 1173">
                <a:extLst>
                  <a:ext uri="{FF2B5EF4-FFF2-40B4-BE49-F238E27FC236}">
                    <a16:creationId xmlns:a16="http://schemas.microsoft.com/office/drawing/2014/main" id="{EF4810A3-0B45-0947-1E48-9A1E20305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7364" y="5261663"/>
                <a:ext cx="1403886" cy="1727378"/>
              </a:xfrm>
              <a:custGeom>
                <a:avLst/>
                <a:gdLst>
                  <a:gd name="T0" fmla="*/ 176 w 189"/>
                  <a:gd name="T1" fmla="*/ 79 h 232"/>
                  <a:gd name="T2" fmla="*/ 189 w 189"/>
                  <a:gd name="T3" fmla="*/ 0 h 232"/>
                  <a:gd name="T4" fmla="*/ 0 w 189"/>
                  <a:gd name="T5" fmla="*/ 200 h 232"/>
                  <a:gd name="T6" fmla="*/ 34 w 189"/>
                  <a:gd name="T7" fmla="*/ 232 h 232"/>
                  <a:gd name="T8" fmla="*/ 176 w 189"/>
                  <a:gd name="T9" fmla="*/ 82 h 232"/>
                  <a:gd name="T10" fmla="*/ 176 w 189"/>
                  <a:gd name="T11" fmla="*/ 7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9" h="232">
                    <a:moveTo>
                      <a:pt x="176" y="79"/>
                    </a:moveTo>
                    <a:cubicBezTo>
                      <a:pt x="176" y="51"/>
                      <a:pt x="181" y="25"/>
                      <a:pt x="189" y="0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34" y="232"/>
                      <a:pt x="34" y="232"/>
                      <a:pt x="34" y="232"/>
                    </a:cubicBezTo>
                    <a:cubicBezTo>
                      <a:pt x="176" y="82"/>
                      <a:pt x="176" y="82"/>
                      <a:pt x="176" y="82"/>
                    </a:cubicBezTo>
                    <a:cubicBezTo>
                      <a:pt x="176" y="81"/>
                      <a:pt x="176" y="80"/>
                      <a:pt x="176" y="79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 dirty="0"/>
              </a:p>
            </p:txBody>
          </p:sp>
          <p:sp>
            <p:nvSpPr>
              <p:cNvPr id="17" name="Freeform 1178">
                <a:extLst>
                  <a:ext uri="{FF2B5EF4-FFF2-40B4-BE49-F238E27FC236}">
                    <a16:creationId xmlns:a16="http://schemas.microsoft.com/office/drawing/2014/main" id="{CDC9FE67-CA4C-2988-EA69-09AAEB3F71B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714313" y="4190688"/>
                <a:ext cx="3319705" cy="3319707"/>
              </a:xfrm>
              <a:custGeom>
                <a:avLst/>
                <a:gdLst>
                  <a:gd name="T0" fmla="*/ 224 w 447"/>
                  <a:gd name="T1" fmla="*/ 446 h 446"/>
                  <a:gd name="T2" fmla="*/ 0 w 447"/>
                  <a:gd name="T3" fmla="*/ 223 h 446"/>
                  <a:gd name="T4" fmla="*/ 224 w 447"/>
                  <a:gd name="T5" fmla="*/ 0 h 446"/>
                  <a:gd name="T6" fmla="*/ 447 w 447"/>
                  <a:gd name="T7" fmla="*/ 223 h 446"/>
                  <a:gd name="T8" fmla="*/ 224 w 447"/>
                  <a:gd name="T9" fmla="*/ 446 h 446"/>
                  <a:gd name="T10" fmla="*/ 224 w 447"/>
                  <a:gd name="T11" fmla="*/ 46 h 446"/>
                  <a:gd name="T12" fmla="*/ 47 w 447"/>
                  <a:gd name="T13" fmla="*/ 223 h 446"/>
                  <a:gd name="T14" fmla="*/ 224 w 447"/>
                  <a:gd name="T15" fmla="*/ 400 h 446"/>
                  <a:gd name="T16" fmla="*/ 400 w 447"/>
                  <a:gd name="T17" fmla="*/ 223 h 446"/>
                  <a:gd name="T18" fmla="*/ 224 w 447"/>
                  <a:gd name="T19" fmla="*/ 46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7" h="446">
                    <a:moveTo>
                      <a:pt x="224" y="446"/>
                    </a:moveTo>
                    <a:cubicBezTo>
                      <a:pt x="101" y="446"/>
                      <a:pt x="0" y="346"/>
                      <a:pt x="0" y="223"/>
                    </a:cubicBezTo>
                    <a:cubicBezTo>
                      <a:pt x="0" y="100"/>
                      <a:pt x="101" y="0"/>
                      <a:pt x="224" y="0"/>
                    </a:cubicBezTo>
                    <a:cubicBezTo>
                      <a:pt x="347" y="0"/>
                      <a:pt x="447" y="100"/>
                      <a:pt x="447" y="223"/>
                    </a:cubicBezTo>
                    <a:cubicBezTo>
                      <a:pt x="447" y="346"/>
                      <a:pt x="347" y="446"/>
                      <a:pt x="224" y="446"/>
                    </a:cubicBezTo>
                    <a:close/>
                    <a:moveTo>
                      <a:pt x="224" y="46"/>
                    </a:moveTo>
                    <a:cubicBezTo>
                      <a:pt x="126" y="46"/>
                      <a:pt x="47" y="126"/>
                      <a:pt x="47" y="223"/>
                    </a:cubicBezTo>
                    <a:cubicBezTo>
                      <a:pt x="47" y="320"/>
                      <a:pt x="126" y="400"/>
                      <a:pt x="224" y="400"/>
                    </a:cubicBezTo>
                    <a:cubicBezTo>
                      <a:pt x="321" y="400"/>
                      <a:pt x="400" y="320"/>
                      <a:pt x="400" y="223"/>
                    </a:cubicBezTo>
                    <a:cubicBezTo>
                      <a:pt x="400" y="126"/>
                      <a:pt x="321" y="46"/>
                      <a:pt x="224" y="4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 dirty="0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09BAD289-FF07-4B4D-2765-4FF577AA2CDE}"/>
                </a:ext>
              </a:extLst>
            </p:cNvPr>
            <p:cNvGrpSpPr/>
            <p:nvPr/>
          </p:nvGrpSpPr>
          <p:grpSpPr>
            <a:xfrm>
              <a:off x="10637701" y="4190688"/>
              <a:ext cx="4016937" cy="3319707"/>
              <a:chOff x="10637701" y="4190688"/>
              <a:chExt cx="4016937" cy="3319707"/>
            </a:xfrm>
          </p:grpSpPr>
          <p:sp>
            <p:nvSpPr>
              <p:cNvPr id="14" name="Freeform 1174">
                <a:extLst>
                  <a:ext uri="{FF2B5EF4-FFF2-40B4-BE49-F238E27FC236}">
                    <a16:creationId xmlns:a16="http://schemas.microsoft.com/office/drawing/2014/main" id="{26AA6CF6-12F4-459D-D2DA-33312F92F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0752" y="5261663"/>
                <a:ext cx="1403886" cy="1727378"/>
              </a:xfrm>
              <a:custGeom>
                <a:avLst/>
                <a:gdLst>
                  <a:gd name="T0" fmla="*/ 175 w 189"/>
                  <a:gd name="T1" fmla="*/ 79 h 232"/>
                  <a:gd name="T2" fmla="*/ 189 w 189"/>
                  <a:gd name="T3" fmla="*/ 0 h 232"/>
                  <a:gd name="T4" fmla="*/ 0 w 189"/>
                  <a:gd name="T5" fmla="*/ 200 h 232"/>
                  <a:gd name="T6" fmla="*/ 34 w 189"/>
                  <a:gd name="T7" fmla="*/ 232 h 232"/>
                  <a:gd name="T8" fmla="*/ 175 w 189"/>
                  <a:gd name="T9" fmla="*/ 82 h 232"/>
                  <a:gd name="T10" fmla="*/ 175 w 189"/>
                  <a:gd name="T11" fmla="*/ 7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9" h="232">
                    <a:moveTo>
                      <a:pt x="175" y="79"/>
                    </a:moveTo>
                    <a:cubicBezTo>
                      <a:pt x="175" y="51"/>
                      <a:pt x="180" y="25"/>
                      <a:pt x="189" y="0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34" y="232"/>
                      <a:pt x="34" y="232"/>
                      <a:pt x="34" y="232"/>
                    </a:cubicBezTo>
                    <a:cubicBezTo>
                      <a:pt x="175" y="82"/>
                      <a:pt x="175" y="82"/>
                      <a:pt x="175" y="82"/>
                    </a:cubicBezTo>
                    <a:cubicBezTo>
                      <a:pt x="175" y="81"/>
                      <a:pt x="175" y="80"/>
                      <a:pt x="175" y="79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 dirty="0"/>
              </a:p>
            </p:txBody>
          </p:sp>
          <p:sp>
            <p:nvSpPr>
              <p:cNvPr id="15" name="Freeform 1179">
                <a:extLst>
                  <a:ext uri="{FF2B5EF4-FFF2-40B4-BE49-F238E27FC236}">
                    <a16:creationId xmlns:a16="http://schemas.microsoft.com/office/drawing/2014/main" id="{B0FBE1DC-4D8E-7A24-B885-3F2E6593024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637701" y="4190688"/>
                <a:ext cx="3310284" cy="3319707"/>
              </a:xfrm>
              <a:custGeom>
                <a:avLst/>
                <a:gdLst>
                  <a:gd name="T0" fmla="*/ 223 w 446"/>
                  <a:gd name="T1" fmla="*/ 446 h 446"/>
                  <a:gd name="T2" fmla="*/ 0 w 446"/>
                  <a:gd name="T3" fmla="*/ 223 h 446"/>
                  <a:gd name="T4" fmla="*/ 223 w 446"/>
                  <a:gd name="T5" fmla="*/ 0 h 446"/>
                  <a:gd name="T6" fmla="*/ 446 w 446"/>
                  <a:gd name="T7" fmla="*/ 223 h 446"/>
                  <a:gd name="T8" fmla="*/ 223 w 446"/>
                  <a:gd name="T9" fmla="*/ 446 h 446"/>
                  <a:gd name="T10" fmla="*/ 223 w 446"/>
                  <a:gd name="T11" fmla="*/ 46 h 446"/>
                  <a:gd name="T12" fmla="*/ 46 w 446"/>
                  <a:gd name="T13" fmla="*/ 223 h 446"/>
                  <a:gd name="T14" fmla="*/ 223 w 446"/>
                  <a:gd name="T15" fmla="*/ 400 h 446"/>
                  <a:gd name="T16" fmla="*/ 400 w 446"/>
                  <a:gd name="T17" fmla="*/ 223 h 446"/>
                  <a:gd name="T18" fmla="*/ 223 w 446"/>
                  <a:gd name="T19" fmla="*/ 46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6" h="446">
                    <a:moveTo>
                      <a:pt x="223" y="446"/>
                    </a:moveTo>
                    <a:cubicBezTo>
                      <a:pt x="100" y="446"/>
                      <a:pt x="0" y="346"/>
                      <a:pt x="0" y="223"/>
                    </a:cubicBezTo>
                    <a:cubicBezTo>
                      <a:pt x="0" y="100"/>
                      <a:pt x="100" y="0"/>
                      <a:pt x="223" y="0"/>
                    </a:cubicBezTo>
                    <a:cubicBezTo>
                      <a:pt x="346" y="0"/>
                      <a:pt x="446" y="100"/>
                      <a:pt x="446" y="223"/>
                    </a:cubicBezTo>
                    <a:cubicBezTo>
                      <a:pt x="446" y="346"/>
                      <a:pt x="346" y="446"/>
                      <a:pt x="223" y="446"/>
                    </a:cubicBezTo>
                    <a:close/>
                    <a:moveTo>
                      <a:pt x="223" y="46"/>
                    </a:moveTo>
                    <a:cubicBezTo>
                      <a:pt x="126" y="46"/>
                      <a:pt x="46" y="126"/>
                      <a:pt x="46" y="223"/>
                    </a:cubicBezTo>
                    <a:cubicBezTo>
                      <a:pt x="46" y="320"/>
                      <a:pt x="126" y="400"/>
                      <a:pt x="223" y="400"/>
                    </a:cubicBezTo>
                    <a:cubicBezTo>
                      <a:pt x="320" y="400"/>
                      <a:pt x="400" y="320"/>
                      <a:pt x="400" y="223"/>
                    </a:cubicBezTo>
                    <a:cubicBezTo>
                      <a:pt x="400" y="126"/>
                      <a:pt x="320" y="46"/>
                      <a:pt x="223" y="4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2588228-5D17-E258-180F-F68D336156F0}"/>
                </a:ext>
              </a:extLst>
            </p:cNvPr>
            <p:cNvGrpSpPr/>
            <p:nvPr/>
          </p:nvGrpSpPr>
          <p:grpSpPr>
            <a:xfrm>
              <a:off x="6547045" y="4190688"/>
              <a:ext cx="4016937" cy="3319707"/>
              <a:chOff x="6551666" y="4190688"/>
              <a:chExt cx="4016937" cy="3319707"/>
            </a:xfrm>
          </p:grpSpPr>
          <p:sp>
            <p:nvSpPr>
              <p:cNvPr id="12" name="Freeform 1175">
                <a:extLst>
                  <a:ext uri="{FF2B5EF4-FFF2-40B4-BE49-F238E27FC236}">
                    <a16:creationId xmlns:a16="http://schemas.microsoft.com/office/drawing/2014/main" id="{A009E49D-622B-C962-9222-5488A9D9E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4717" y="5261663"/>
                <a:ext cx="1403886" cy="1727378"/>
              </a:xfrm>
              <a:custGeom>
                <a:avLst/>
                <a:gdLst>
                  <a:gd name="T0" fmla="*/ 176 w 189"/>
                  <a:gd name="T1" fmla="*/ 79 h 232"/>
                  <a:gd name="T2" fmla="*/ 189 w 189"/>
                  <a:gd name="T3" fmla="*/ 0 h 232"/>
                  <a:gd name="T4" fmla="*/ 0 w 189"/>
                  <a:gd name="T5" fmla="*/ 200 h 232"/>
                  <a:gd name="T6" fmla="*/ 34 w 189"/>
                  <a:gd name="T7" fmla="*/ 232 h 232"/>
                  <a:gd name="T8" fmla="*/ 176 w 189"/>
                  <a:gd name="T9" fmla="*/ 82 h 232"/>
                  <a:gd name="T10" fmla="*/ 176 w 189"/>
                  <a:gd name="T11" fmla="*/ 7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9" h="232">
                    <a:moveTo>
                      <a:pt x="176" y="79"/>
                    </a:moveTo>
                    <a:cubicBezTo>
                      <a:pt x="176" y="51"/>
                      <a:pt x="180" y="25"/>
                      <a:pt x="189" y="0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34" y="232"/>
                      <a:pt x="34" y="232"/>
                      <a:pt x="34" y="232"/>
                    </a:cubicBezTo>
                    <a:cubicBezTo>
                      <a:pt x="176" y="82"/>
                      <a:pt x="176" y="82"/>
                      <a:pt x="176" y="82"/>
                    </a:cubicBezTo>
                    <a:cubicBezTo>
                      <a:pt x="176" y="81"/>
                      <a:pt x="176" y="80"/>
                      <a:pt x="176" y="79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/>
              </a:p>
            </p:txBody>
          </p:sp>
          <p:sp>
            <p:nvSpPr>
              <p:cNvPr id="13" name="Freeform 1180">
                <a:extLst>
                  <a:ext uri="{FF2B5EF4-FFF2-40B4-BE49-F238E27FC236}">
                    <a16:creationId xmlns:a16="http://schemas.microsoft.com/office/drawing/2014/main" id="{EC6206B1-0121-C0C6-1453-377469B8F7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1666" y="4190688"/>
                <a:ext cx="3319705" cy="3319707"/>
              </a:xfrm>
              <a:custGeom>
                <a:avLst/>
                <a:gdLst>
                  <a:gd name="T0" fmla="*/ 223 w 447"/>
                  <a:gd name="T1" fmla="*/ 446 h 446"/>
                  <a:gd name="T2" fmla="*/ 0 w 447"/>
                  <a:gd name="T3" fmla="*/ 223 h 446"/>
                  <a:gd name="T4" fmla="*/ 223 w 447"/>
                  <a:gd name="T5" fmla="*/ 0 h 446"/>
                  <a:gd name="T6" fmla="*/ 447 w 447"/>
                  <a:gd name="T7" fmla="*/ 223 h 446"/>
                  <a:gd name="T8" fmla="*/ 223 w 447"/>
                  <a:gd name="T9" fmla="*/ 446 h 446"/>
                  <a:gd name="T10" fmla="*/ 223 w 447"/>
                  <a:gd name="T11" fmla="*/ 46 h 446"/>
                  <a:gd name="T12" fmla="*/ 47 w 447"/>
                  <a:gd name="T13" fmla="*/ 223 h 446"/>
                  <a:gd name="T14" fmla="*/ 223 w 447"/>
                  <a:gd name="T15" fmla="*/ 400 h 446"/>
                  <a:gd name="T16" fmla="*/ 400 w 447"/>
                  <a:gd name="T17" fmla="*/ 223 h 446"/>
                  <a:gd name="T18" fmla="*/ 223 w 447"/>
                  <a:gd name="T19" fmla="*/ 46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7" h="446">
                    <a:moveTo>
                      <a:pt x="223" y="446"/>
                    </a:moveTo>
                    <a:cubicBezTo>
                      <a:pt x="100" y="446"/>
                      <a:pt x="0" y="346"/>
                      <a:pt x="0" y="223"/>
                    </a:cubicBezTo>
                    <a:cubicBezTo>
                      <a:pt x="0" y="100"/>
                      <a:pt x="100" y="0"/>
                      <a:pt x="223" y="0"/>
                    </a:cubicBezTo>
                    <a:cubicBezTo>
                      <a:pt x="346" y="0"/>
                      <a:pt x="447" y="100"/>
                      <a:pt x="447" y="223"/>
                    </a:cubicBezTo>
                    <a:cubicBezTo>
                      <a:pt x="447" y="346"/>
                      <a:pt x="346" y="446"/>
                      <a:pt x="223" y="446"/>
                    </a:cubicBezTo>
                    <a:close/>
                    <a:moveTo>
                      <a:pt x="223" y="46"/>
                    </a:moveTo>
                    <a:cubicBezTo>
                      <a:pt x="126" y="46"/>
                      <a:pt x="47" y="126"/>
                      <a:pt x="47" y="223"/>
                    </a:cubicBezTo>
                    <a:cubicBezTo>
                      <a:pt x="47" y="320"/>
                      <a:pt x="126" y="400"/>
                      <a:pt x="223" y="400"/>
                    </a:cubicBezTo>
                    <a:cubicBezTo>
                      <a:pt x="321" y="400"/>
                      <a:pt x="400" y="320"/>
                      <a:pt x="400" y="223"/>
                    </a:cubicBezTo>
                    <a:cubicBezTo>
                      <a:pt x="400" y="126"/>
                      <a:pt x="321" y="46"/>
                      <a:pt x="223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 dirty="0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51A9934-200E-46A2-9F86-7C87C53EF574}"/>
                </a:ext>
              </a:extLst>
            </p:cNvPr>
            <p:cNvGrpSpPr/>
            <p:nvPr/>
          </p:nvGrpSpPr>
          <p:grpSpPr>
            <a:xfrm>
              <a:off x="2465635" y="4190688"/>
              <a:ext cx="4020077" cy="3319707"/>
              <a:chOff x="2465635" y="4190688"/>
              <a:chExt cx="4020077" cy="3319707"/>
            </a:xfrm>
          </p:grpSpPr>
          <p:sp>
            <p:nvSpPr>
              <p:cNvPr id="10" name="Freeform 1176">
                <a:extLst>
                  <a:ext uri="{FF2B5EF4-FFF2-40B4-BE49-F238E27FC236}">
                    <a16:creationId xmlns:a16="http://schemas.microsoft.com/office/drawing/2014/main" id="{22B69934-5A8C-3115-7B3D-AEB4FD067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1826" y="5261663"/>
                <a:ext cx="1403886" cy="1727378"/>
              </a:xfrm>
              <a:custGeom>
                <a:avLst/>
                <a:gdLst>
                  <a:gd name="T0" fmla="*/ 176 w 189"/>
                  <a:gd name="T1" fmla="*/ 79 h 232"/>
                  <a:gd name="T2" fmla="*/ 189 w 189"/>
                  <a:gd name="T3" fmla="*/ 0 h 232"/>
                  <a:gd name="T4" fmla="*/ 0 w 189"/>
                  <a:gd name="T5" fmla="*/ 200 h 232"/>
                  <a:gd name="T6" fmla="*/ 34 w 189"/>
                  <a:gd name="T7" fmla="*/ 232 h 232"/>
                  <a:gd name="T8" fmla="*/ 176 w 189"/>
                  <a:gd name="T9" fmla="*/ 82 h 232"/>
                  <a:gd name="T10" fmla="*/ 176 w 189"/>
                  <a:gd name="T11" fmla="*/ 7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89" h="232">
                    <a:moveTo>
                      <a:pt x="176" y="79"/>
                    </a:moveTo>
                    <a:cubicBezTo>
                      <a:pt x="176" y="51"/>
                      <a:pt x="181" y="25"/>
                      <a:pt x="189" y="0"/>
                    </a:cubicBezTo>
                    <a:cubicBezTo>
                      <a:pt x="0" y="200"/>
                      <a:pt x="0" y="200"/>
                      <a:pt x="0" y="200"/>
                    </a:cubicBezTo>
                    <a:cubicBezTo>
                      <a:pt x="34" y="232"/>
                      <a:pt x="34" y="232"/>
                      <a:pt x="34" y="232"/>
                    </a:cubicBezTo>
                    <a:cubicBezTo>
                      <a:pt x="176" y="82"/>
                      <a:pt x="176" y="82"/>
                      <a:pt x="176" y="82"/>
                    </a:cubicBezTo>
                    <a:cubicBezTo>
                      <a:pt x="176" y="81"/>
                      <a:pt x="176" y="80"/>
                      <a:pt x="176" y="79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/>
              </a:p>
            </p:txBody>
          </p:sp>
          <p:sp>
            <p:nvSpPr>
              <p:cNvPr id="11" name="Freeform 1181">
                <a:extLst>
                  <a:ext uri="{FF2B5EF4-FFF2-40B4-BE49-F238E27FC236}">
                    <a16:creationId xmlns:a16="http://schemas.microsoft.com/office/drawing/2014/main" id="{15C30D9E-69BF-21AB-19D8-14FE6196ED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65635" y="4190688"/>
                <a:ext cx="3319705" cy="3319707"/>
              </a:xfrm>
              <a:custGeom>
                <a:avLst/>
                <a:gdLst>
                  <a:gd name="T0" fmla="*/ 223 w 447"/>
                  <a:gd name="T1" fmla="*/ 446 h 446"/>
                  <a:gd name="T2" fmla="*/ 0 w 447"/>
                  <a:gd name="T3" fmla="*/ 223 h 446"/>
                  <a:gd name="T4" fmla="*/ 223 w 447"/>
                  <a:gd name="T5" fmla="*/ 0 h 446"/>
                  <a:gd name="T6" fmla="*/ 447 w 447"/>
                  <a:gd name="T7" fmla="*/ 223 h 446"/>
                  <a:gd name="T8" fmla="*/ 223 w 447"/>
                  <a:gd name="T9" fmla="*/ 446 h 446"/>
                  <a:gd name="T10" fmla="*/ 223 w 447"/>
                  <a:gd name="T11" fmla="*/ 46 h 446"/>
                  <a:gd name="T12" fmla="*/ 47 w 447"/>
                  <a:gd name="T13" fmla="*/ 223 h 446"/>
                  <a:gd name="T14" fmla="*/ 223 w 447"/>
                  <a:gd name="T15" fmla="*/ 400 h 446"/>
                  <a:gd name="T16" fmla="*/ 400 w 447"/>
                  <a:gd name="T17" fmla="*/ 223 h 446"/>
                  <a:gd name="T18" fmla="*/ 223 w 447"/>
                  <a:gd name="T19" fmla="*/ 46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47" h="446">
                    <a:moveTo>
                      <a:pt x="223" y="446"/>
                    </a:moveTo>
                    <a:cubicBezTo>
                      <a:pt x="100" y="446"/>
                      <a:pt x="0" y="346"/>
                      <a:pt x="0" y="223"/>
                    </a:cubicBezTo>
                    <a:cubicBezTo>
                      <a:pt x="0" y="100"/>
                      <a:pt x="100" y="0"/>
                      <a:pt x="223" y="0"/>
                    </a:cubicBezTo>
                    <a:cubicBezTo>
                      <a:pt x="347" y="0"/>
                      <a:pt x="447" y="100"/>
                      <a:pt x="447" y="223"/>
                    </a:cubicBezTo>
                    <a:cubicBezTo>
                      <a:pt x="447" y="346"/>
                      <a:pt x="347" y="446"/>
                      <a:pt x="223" y="446"/>
                    </a:cubicBezTo>
                    <a:close/>
                    <a:moveTo>
                      <a:pt x="223" y="46"/>
                    </a:moveTo>
                    <a:cubicBezTo>
                      <a:pt x="126" y="46"/>
                      <a:pt x="47" y="126"/>
                      <a:pt x="47" y="223"/>
                    </a:cubicBezTo>
                    <a:cubicBezTo>
                      <a:pt x="47" y="320"/>
                      <a:pt x="126" y="400"/>
                      <a:pt x="223" y="400"/>
                    </a:cubicBezTo>
                    <a:cubicBezTo>
                      <a:pt x="321" y="400"/>
                      <a:pt x="400" y="320"/>
                      <a:pt x="400" y="223"/>
                    </a:cubicBezTo>
                    <a:cubicBezTo>
                      <a:pt x="400" y="126"/>
                      <a:pt x="321" y="46"/>
                      <a:pt x="223" y="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80904" tIns="90452" rIns="180904" bIns="90452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7067"/>
              </a:p>
            </p:txBody>
          </p:sp>
        </p:grpSp>
        <p:sp>
          <p:nvSpPr>
            <p:cNvPr id="101" name="Rectangle 1261">
              <a:extLst>
                <a:ext uri="{FF2B5EF4-FFF2-40B4-BE49-F238E27FC236}">
                  <a16:creationId xmlns:a16="http://schemas.microsoft.com/office/drawing/2014/main" id="{DC01C2DB-CFB1-D514-7E7B-0A492945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8185" y="5254224"/>
              <a:ext cx="894604" cy="1192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813390" eaLnBrk="1" hangingPunct="1">
                <a:lnSpc>
                  <a:spcPts val="9322"/>
                </a:lnSpc>
                <a:spcBef>
                  <a:spcPts val="1963"/>
                </a:spcBef>
              </a:pPr>
              <a:r>
                <a:rPr lang="en-US" altLang="ru-RU" sz="7400" b="1" spc="-287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01</a:t>
              </a:r>
              <a:endParaRPr lang="ru-RU" altLang="ru-RU" sz="7400" b="1" spc="-287" dirty="0">
                <a:solidFill>
                  <a:schemeClr val="accent1"/>
                </a:solidFill>
                <a:cs typeface="Poppins" panose="00000500000000000000" pitchFamily="2" charset="0"/>
              </a:endParaRPr>
            </a:p>
          </p:txBody>
        </p:sp>
        <p:sp>
          <p:nvSpPr>
            <p:cNvPr id="117" name="Rectangle 1261">
              <a:extLst>
                <a:ext uri="{FF2B5EF4-FFF2-40B4-BE49-F238E27FC236}">
                  <a16:creationId xmlns:a16="http://schemas.microsoft.com/office/drawing/2014/main" id="{28D57449-4C4E-A78A-4413-CCEE706AB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0082" y="5254224"/>
              <a:ext cx="1086964" cy="1149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813390" eaLnBrk="1" hangingPunct="1">
                <a:lnSpc>
                  <a:spcPts val="9322"/>
                </a:lnSpc>
                <a:spcBef>
                  <a:spcPts val="1963"/>
                </a:spcBef>
              </a:pPr>
              <a:r>
                <a:rPr lang="en-US" altLang="ru-RU" sz="7400" b="1" spc="-287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02</a:t>
              </a:r>
              <a:endParaRPr lang="ru-RU" altLang="ru-RU" sz="7400" b="1" spc="-287" dirty="0">
                <a:solidFill>
                  <a:schemeClr val="accent2"/>
                </a:solidFill>
                <a:cs typeface="Poppins" panose="00000500000000000000" pitchFamily="2" charset="0"/>
              </a:endParaRPr>
            </a:p>
          </p:txBody>
        </p:sp>
        <p:sp>
          <p:nvSpPr>
            <p:cNvPr id="118" name="Rectangle 1261">
              <a:extLst>
                <a:ext uri="{FF2B5EF4-FFF2-40B4-BE49-F238E27FC236}">
                  <a16:creationId xmlns:a16="http://schemas.microsoft.com/office/drawing/2014/main" id="{B0BFBF2D-9898-1C4D-9D02-D37117A9A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4339" y="5254224"/>
              <a:ext cx="1119024" cy="1149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813390" eaLnBrk="1" hangingPunct="1">
                <a:lnSpc>
                  <a:spcPts val="9322"/>
                </a:lnSpc>
                <a:spcBef>
                  <a:spcPts val="1963"/>
                </a:spcBef>
              </a:pPr>
              <a:r>
                <a:rPr lang="en-US" altLang="ru-RU" sz="7400" b="1" spc="-287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03</a:t>
              </a:r>
              <a:endParaRPr lang="ru-RU" altLang="ru-RU" sz="7400" b="1" spc="-287" dirty="0">
                <a:solidFill>
                  <a:schemeClr val="accent3"/>
                </a:solidFill>
                <a:cs typeface="Poppins" panose="00000500000000000000" pitchFamily="2" charset="0"/>
              </a:endParaRPr>
            </a:p>
          </p:txBody>
        </p:sp>
        <p:sp>
          <p:nvSpPr>
            <p:cNvPr id="119" name="Rectangle 1261">
              <a:extLst>
                <a:ext uri="{FF2B5EF4-FFF2-40B4-BE49-F238E27FC236}">
                  <a16:creationId xmlns:a16="http://schemas.microsoft.com/office/drawing/2014/main" id="{1C88B5A4-AD58-0438-4245-B571DB857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10656" y="5254224"/>
              <a:ext cx="1187954" cy="1149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813390" eaLnBrk="1" hangingPunct="1">
                <a:lnSpc>
                  <a:spcPts val="9322"/>
                </a:lnSpc>
                <a:spcBef>
                  <a:spcPts val="1963"/>
                </a:spcBef>
              </a:pPr>
              <a:r>
                <a:rPr lang="en-US" altLang="ru-RU" sz="7400" b="1" spc="-287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04</a:t>
              </a:r>
              <a:endParaRPr lang="ru-RU" altLang="ru-RU" sz="7400" b="1" spc="-287" dirty="0">
                <a:solidFill>
                  <a:schemeClr val="accent4"/>
                </a:solidFill>
                <a:cs typeface="Poppins" panose="00000500000000000000" pitchFamily="2" charset="0"/>
              </a:endParaRPr>
            </a:p>
          </p:txBody>
        </p:sp>
        <p:sp>
          <p:nvSpPr>
            <p:cNvPr id="120" name="Rectangle 1261">
              <a:extLst>
                <a:ext uri="{FF2B5EF4-FFF2-40B4-BE49-F238E27FC236}">
                  <a16:creationId xmlns:a16="http://schemas.microsoft.com/office/drawing/2014/main" id="{963B07F2-162D-51AF-9069-29C6323E2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5905" y="5254224"/>
              <a:ext cx="1162306" cy="1149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813390" eaLnBrk="1" hangingPunct="1">
                <a:lnSpc>
                  <a:spcPts val="9322"/>
                </a:lnSpc>
                <a:spcBef>
                  <a:spcPts val="1963"/>
                </a:spcBef>
              </a:pPr>
              <a:r>
                <a:rPr lang="en-US" altLang="ru-RU" sz="7400" b="1" spc="-287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05</a:t>
              </a:r>
              <a:endParaRPr lang="ru-RU" altLang="ru-RU" sz="7400" b="1" spc="-287" dirty="0">
                <a:solidFill>
                  <a:schemeClr val="accent5"/>
                </a:solidFill>
                <a:cs typeface="Poppins" panose="00000500000000000000" pitchFamily="2" charset="0"/>
              </a:endParaRPr>
            </a:p>
          </p:txBody>
        </p:sp>
      </p:grpSp>
      <p:grpSp>
        <p:nvGrpSpPr>
          <p:cNvPr id="126" name="成组">
            <a:extLst>
              <a:ext uri="{FF2B5EF4-FFF2-40B4-BE49-F238E27FC236}">
                <a16:creationId xmlns:a16="http://schemas.microsoft.com/office/drawing/2014/main" id="{36542D1B-4787-A5D1-663B-BD8375618B0A}"/>
              </a:ext>
            </a:extLst>
          </p:cNvPr>
          <p:cNvGrpSpPr/>
          <p:nvPr/>
        </p:nvGrpSpPr>
        <p:grpSpPr>
          <a:xfrm>
            <a:off x="11772777" y="8880814"/>
            <a:ext cx="574919" cy="574915"/>
            <a:chOff x="0" y="0"/>
            <a:chExt cx="457200" cy="457200"/>
          </a:xfrm>
        </p:grpSpPr>
        <p:sp>
          <p:nvSpPr>
            <p:cNvPr id="127" name="任意形状 363">
              <a:extLst>
                <a:ext uri="{FF2B5EF4-FFF2-40B4-BE49-F238E27FC236}">
                  <a16:creationId xmlns:a16="http://schemas.microsoft.com/office/drawing/2014/main" id="{0EE4C876-C995-81F8-E837-02C99DEA01D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28" name="任意形状 364">
              <a:extLst>
                <a:ext uri="{FF2B5EF4-FFF2-40B4-BE49-F238E27FC236}">
                  <a16:creationId xmlns:a16="http://schemas.microsoft.com/office/drawing/2014/main" id="{03E59729-35BE-1F86-5B17-668A2BB428CA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29" name="成组">
            <a:extLst>
              <a:ext uri="{FF2B5EF4-FFF2-40B4-BE49-F238E27FC236}">
                <a16:creationId xmlns:a16="http://schemas.microsoft.com/office/drawing/2014/main" id="{72EDBF63-2490-3F8D-8E18-0493BA0E5CB5}"/>
              </a:ext>
            </a:extLst>
          </p:cNvPr>
          <p:cNvGrpSpPr/>
          <p:nvPr/>
        </p:nvGrpSpPr>
        <p:grpSpPr>
          <a:xfrm>
            <a:off x="19878865" y="8880814"/>
            <a:ext cx="574919" cy="574915"/>
            <a:chOff x="0" y="0"/>
            <a:chExt cx="457200" cy="457200"/>
          </a:xfrm>
        </p:grpSpPr>
        <p:sp>
          <p:nvSpPr>
            <p:cNvPr id="130" name="任意形状 375">
              <a:extLst>
                <a:ext uri="{FF2B5EF4-FFF2-40B4-BE49-F238E27FC236}">
                  <a16:creationId xmlns:a16="http://schemas.microsoft.com/office/drawing/2014/main" id="{EBF1346D-7D69-A739-C3B3-4C6CAF8C164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1" name="任意形状 376">
              <a:extLst>
                <a:ext uri="{FF2B5EF4-FFF2-40B4-BE49-F238E27FC236}">
                  <a16:creationId xmlns:a16="http://schemas.microsoft.com/office/drawing/2014/main" id="{9DBCD9C0-1DED-5516-7216-094998B4F841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32" name="成组">
            <a:extLst>
              <a:ext uri="{FF2B5EF4-FFF2-40B4-BE49-F238E27FC236}">
                <a16:creationId xmlns:a16="http://schemas.microsoft.com/office/drawing/2014/main" id="{E05C7DAD-2E1F-B329-7BDB-7720C06BB187}"/>
              </a:ext>
            </a:extLst>
          </p:cNvPr>
          <p:cNvGrpSpPr/>
          <p:nvPr/>
        </p:nvGrpSpPr>
        <p:grpSpPr>
          <a:xfrm>
            <a:off x="3666691" y="8880814"/>
            <a:ext cx="574919" cy="574915"/>
            <a:chOff x="0" y="0"/>
            <a:chExt cx="457200" cy="457200"/>
          </a:xfrm>
        </p:grpSpPr>
        <p:sp>
          <p:nvSpPr>
            <p:cNvPr id="133" name="任意形状 393">
              <a:extLst>
                <a:ext uri="{FF2B5EF4-FFF2-40B4-BE49-F238E27FC236}">
                  <a16:creationId xmlns:a16="http://schemas.microsoft.com/office/drawing/2014/main" id="{CDD715A0-F9D9-1EDB-3A06-853067E6967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4" name="任意形状 394">
              <a:extLst>
                <a:ext uri="{FF2B5EF4-FFF2-40B4-BE49-F238E27FC236}">
                  <a16:creationId xmlns:a16="http://schemas.microsoft.com/office/drawing/2014/main" id="{0CC76F92-C092-D1DC-D7E0-4B38505B708B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35" name="成组">
            <a:extLst>
              <a:ext uri="{FF2B5EF4-FFF2-40B4-BE49-F238E27FC236}">
                <a16:creationId xmlns:a16="http://schemas.microsoft.com/office/drawing/2014/main" id="{5D416018-BAE6-34C9-A738-9E23473C7F36}"/>
              </a:ext>
            </a:extLst>
          </p:cNvPr>
          <p:cNvGrpSpPr/>
          <p:nvPr/>
        </p:nvGrpSpPr>
        <p:grpSpPr>
          <a:xfrm>
            <a:off x="7518730" y="8880814"/>
            <a:ext cx="574919" cy="574915"/>
            <a:chOff x="0" y="0"/>
            <a:chExt cx="457200" cy="457200"/>
          </a:xfrm>
        </p:grpSpPr>
        <p:sp>
          <p:nvSpPr>
            <p:cNvPr id="136" name="任意形状 399">
              <a:extLst>
                <a:ext uri="{FF2B5EF4-FFF2-40B4-BE49-F238E27FC236}">
                  <a16:creationId xmlns:a16="http://schemas.microsoft.com/office/drawing/2014/main" id="{48B0D31D-63D8-D69C-0C4F-8BFEC16C0A3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7" name="任意形状 400">
              <a:extLst>
                <a:ext uri="{FF2B5EF4-FFF2-40B4-BE49-F238E27FC236}">
                  <a16:creationId xmlns:a16="http://schemas.microsoft.com/office/drawing/2014/main" id="{4EEC4941-B577-FBAF-E0D2-C258CF9A4571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38" name="成组">
            <a:extLst>
              <a:ext uri="{FF2B5EF4-FFF2-40B4-BE49-F238E27FC236}">
                <a16:creationId xmlns:a16="http://schemas.microsoft.com/office/drawing/2014/main" id="{84CA9ABE-932F-073B-8D9A-869E7F19C7B3}"/>
              </a:ext>
            </a:extLst>
          </p:cNvPr>
          <p:cNvGrpSpPr/>
          <p:nvPr/>
        </p:nvGrpSpPr>
        <p:grpSpPr>
          <a:xfrm>
            <a:off x="15825820" y="8880814"/>
            <a:ext cx="574919" cy="574915"/>
            <a:chOff x="0" y="0"/>
            <a:chExt cx="457200" cy="457200"/>
          </a:xfrm>
        </p:grpSpPr>
        <p:sp>
          <p:nvSpPr>
            <p:cNvPr id="139" name="任意形状 477">
              <a:extLst>
                <a:ext uri="{FF2B5EF4-FFF2-40B4-BE49-F238E27FC236}">
                  <a16:creationId xmlns:a16="http://schemas.microsoft.com/office/drawing/2014/main" id="{8820BE10-EA9A-31EF-0CA5-984E9E2C155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0" name="任意形状 478">
              <a:extLst>
                <a:ext uri="{FF2B5EF4-FFF2-40B4-BE49-F238E27FC236}">
                  <a16:creationId xmlns:a16="http://schemas.microsoft.com/office/drawing/2014/main" id="{5B834BD7-EE0B-3F2F-C31A-BEF79C82D551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AE33962-535C-958D-4D08-9C344324C9C7}"/>
              </a:ext>
            </a:extLst>
          </p:cNvPr>
          <p:cNvGrpSpPr/>
          <p:nvPr/>
        </p:nvGrpSpPr>
        <p:grpSpPr>
          <a:xfrm>
            <a:off x="1841288" y="9634789"/>
            <a:ext cx="3776922" cy="1695324"/>
            <a:chOff x="1052824" y="3781080"/>
            <a:chExt cx="3776922" cy="1695324"/>
          </a:xfrm>
        </p:grpSpPr>
        <p:sp>
          <p:nvSpPr>
            <p:cNvPr id="18" name="Shape 891">
              <a:extLst>
                <a:ext uri="{FF2B5EF4-FFF2-40B4-BE49-F238E27FC236}">
                  <a16:creationId xmlns:a16="http://schemas.microsoft.com/office/drawing/2014/main" id="{42B82EC2-4347-6CBC-091E-36F4B76095FC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19" name="Shape 892">
              <a:extLst>
                <a:ext uri="{FF2B5EF4-FFF2-40B4-BE49-F238E27FC236}">
                  <a16:creationId xmlns:a16="http://schemas.microsoft.com/office/drawing/2014/main" id="{D5B9153F-F99D-E7D6-ADC3-03B3003287B1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EAB514-846A-4C0C-E9A9-B7C7CA4758C9}"/>
              </a:ext>
            </a:extLst>
          </p:cNvPr>
          <p:cNvGrpSpPr/>
          <p:nvPr/>
        </p:nvGrpSpPr>
        <p:grpSpPr>
          <a:xfrm>
            <a:off x="10011784" y="9634789"/>
            <a:ext cx="3776922" cy="1695324"/>
            <a:chOff x="1052824" y="3781080"/>
            <a:chExt cx="3776922" cy="1695324"/>
          </a:xfrm>
        </p:grpSpPr>
        <p:sp>
          <p:nvSpPr>
            <p:cNvPr id="21" name="Shape 891">
              <a:extLst>
                <a:ext uri="{FF2B5EF4-FFF2-40B4-BE49-F238E27FC236}">
                  <a16:creationId xmlns:a16="http://schemas.microsoft.com/office/drawing/2014/main" id="{00564C6E-E097-45D4-3138-928C3552147E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2" name="Shape 892">
              <a:extLst>
                <a:ext uri="{FF2B5EF4-FFF2-40B4-BE49-F238E27FC236}">
                  <a16:creationId xmlns:a16="http://schemas.microsoft.com/office/drawing/2014/main" id="{0BB78A29-87FA-3C2C-F48A-D7013924D5ED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DB0AF9-978F-64EF-8571-5DD6F4310743}"/>
              </a:ext>
            </a:extLst>
          </p:cNvPr>
          <p:cNvGrpSpPr/>
          <p:nvPr/>
        </p:nvGrpSpPr>
        <p:grpSpPr>
          <a:xfrm>
            <a:off x="18502265" y="9634789"/>
            <a:ext cx="3776922" cy="1695324"/>
            <a:chOff x="1052824" y="3781080"/>
            <a:chExt cx="3776922" cy="1695324"/>
          </a:xfrm>
        </p:grpSpPr>
        <p:sp>
          <p:nvSpPr>
            <p:cNvPr id="24" name="Shape 891">
              <a:extLst>
                <a:ext uri="{FF2B5EF4-FFF2-40B4-BE49-F238E27FC236}">
                  <a16:creationId xmlns:a16="http://schemas.microsoft.com/office/drawing/2014/main" id="{18057165-38DF-636B-5AFD-FF34131C70B0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5" name="Shape 892">
              <a:extLst>
                <a:ext uri="{FF2B5EF4-FFF2-40B4-BE49-F238E27FC236}">
                  <a16:creationId xmlns:a16="http://schemas.microsoft.com/office/drawing/2014/main" id="{95B3C65D-B0FF-3273-19C4-9EE844B20138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5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5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39E6377-74FE-F0D8-1B70-FBA9F324E2FB}"/>
              </a:ext>
            </a:extLst>
          </p:cNvPr>
          <p:cNvGrpSpPr/>
          <p:nvPr/>
        </p:nvGrpSpPr>
        <p:grpSpPr>
          <a:xfrm>
            <a:off x="5921128" y="9634789"/>
            <a:ext cx="3776922" cy="1695324"/>
            <a:chOff x="1052824" y="3781080"/>
            <a:chExt cx="3776922" cy="1695324"/>
          </a:xfrm>
        </p:grpSpPr>
        <p:sp>
          <p:nvSpPr>
            <p:cNvPr id="27" name="Shape 891">
              <a:extLst>
                <a:ext uri="{FF2B5EF4-FFF2-40B4-BE49-F238E27FC236}">
                  <a16:creationId xmlns:a16="http://schemas.microsoft.com/office/drawing/2014/main" id="{ACC1AF46-9675-73F8-3E65-2B2FAECC096F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8" name="Shape 892">
              <a:extLst>
                <a:ext uri="{FF2B5EF4-FFF2-40B4-BE49-F238E27FC236}">
                  <a16:creationId xmlns:a16="http://schemas.microsoft.com/office/drawing/2014/main" id="{256185C6-3AF5-835B-EA84-B2AF64E1B279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2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0748DA7-2860-20AD-9E02-58B9F4BD8DE0}"/>
              </a:ext>
            </a:extLst>
          </p:cNvPr>
          <p:cNvGrpSpPr/>
          <p:nvPr/>
        </p:nvGrpSpPr>
        <p:grpSpPr>
          <a:xfrm>
            <a:off x="14088396" y="9634789"/>
            <a:ext cx="3776922" cy="1695324"/>
            <a:chOff x="1052824" y="3781080"/>
            <a:chExt cx="3776922" cy="1695324"/>
          </a:xfrm>
        </p:grpSpPr>
        <p:sp>
          <p:nvSpPr>
            <p:cNvPr id="30" name="Shape 891">
              <a:extLst>
                <a:ext uri="{FF2B5EF4-FFF2-40B4-BE49-F238E27FC236}">
                  <a16:creationId xmlns:a16="http://schemas.microsoft.com/office/drawing/2014/main" id="{DB1A2525-85BD-60C3-5D9F-6BD92689C81F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1" name="Shape 892">
              <a:extLst>
                <a:ext uri="{FF2B5EF4-FFF2-40B4-BE49-F238E27FC236}">
                  <a16:creationId xmlns:a16="http://schemas.microsoft.com/office/drawing/2014/main" id="{D6663F63-9130-241E-7131-012A9E40E897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ctr">
                <a:buSzPct val="25000"/>
              </a:pPr>
              <a:r>
                <a: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4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8325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146" name="任意形状 363">
            <a:extLst>
              <a:ext uri="{FF2B5EF4-FFF2-40B4-BE49-F238E27FC236}">
                <a16:creationId xmlns:a16="http://schemas.microsoft.com/office/drawing/2014/main" id="{8468D855-6117-24FB-EEB6-3737F94C90E4}"/>
              </a:ext>
            </a:extLst>
          </p:cNvPr>
          <p:cNvSpPr/>
          <p:nvPr/>
        </p:nvSpPr>
        <p:spPr>
          <a:xfrm>
            <a:off x="9225681" y="12001926"/>
            <a:ext cx="574919" cy="574915"/>
          </a:xfrm>
          <a:prstGeom prst="rect">
            <a:avLst/>
          </a:prstGeom>
          <a:solidFill>
            <a:srgbClr val="FFFFFF">
              <a:alpha val="0"/>
            </a:srgbClr>
          </a:solidFill>
          <a:ln w="12700" cap="flat">
            <a:noFill/>
            <a:miter lim="4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endParaRPr sz="7067"/>
          </a:p>
        </p:txBody>
      </p:sp>
      <p:sp>
        <p:nvSpPr>
          <p:cNvPr id="147" name="任意形状 364">
            <a:extLst>
              <a:ext uri="{FF2B5EF4-FFF2-40B4-BE49-F238E27FC236}">
                <a16:creationId xmlns:a16="http://schemas.microsoft.com/office/drawing/2014/main" id="{BC6EB925-1D02-B2B3-C053-47FF42752BE2}"/>
              </a:ext>
            </a:extLst>
          </p:cNvPr>
          <p:cNvSpPr/>
          <p:nvPr/>
        </p:nvSpPr>
        <p:spPr>
          <a:xfrm>
            <a:off x="9273591" y="12049836"/>
            <a:ext cx="479099" cy="4790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440"/>
                </a:moveTo>
                <a:lnTo>
                  <a:pt x="21600" y="19440"/>
                </a:lnTo>
                <a:lnTo>
                  <a:pt x="21600" y="21600"/>
                </a:lnTo>
                <a:lnTo>
                  <a:pt x="0" y="21600"/>
                </a:lnTo>
                <a:lnTo>
                  <a:pt x="0" y="19440"/>
                </a:lnTo>
                <a:close/>
                <a:moveTo>
                  <a:pt x="2160" y="10800"/>
                </a:moveTo>
                <a:lnTo>
                  <a:pt x="4320" y="10800"/>
                </a:lnTo>
                <a:lnTo>
                  <a:pt x="4320" y="18360"/>
                </a:lnTo>
                <a:lnTo>
                  <a:pt x="2160" y="18360"/>
                </a:lnTo>
                <a:lnTo>
                  <a:pt x="2160" y="10800"/>
                </a:lnTo>
                <a:close/>
                <a:moveTo>
                  <a:pt x="7560" y="10800"/>
                </a:moveTo>
                <a:lnTo>
                  <a:pt x="9720" y="10800"/>
                </a:lnTo>
                <a:lnTo>
                  <a:pt x="9720" y="18360"/>
                </a:lnTo>
                <a:lnTo>
                  <a:pt x="7560" y="18360"/>
                </a:lnTo>
                <a:lnTo>
                  <a:pt x="7560" y="10800"/>
                </a:lnTo>
                <a:close/>
                <a:moveTo>
                  <a:pt x="11880" y="10800"/>
                </a:moveTo>
                <a:lnTo>
                  <a:pt x="14040" y="10800"/>
                </a:lnTo>
                <a:lnTo>
                  <a:pt x="14040" y="18360"/>
                </a:lnTo>
                <a:lnTo>
                  <a:pt x="11880" y="18360"/>
                </a:lnTo>
                <a:lnTo>
                  <a:pt x="11880" y="10800"/>
                </a:lnTo>
                <a:close/>
                <a:moveTo>
                  <a:pt x="17280" y="10800"/>
                </a:moveTo>
                <a:lnTo>
                  <a:pt x="19440" y="10800"/>
                </a:lnTo>
                <a:lnTo>
                  <a:pt x="19440" y="18360"/>
                </a:lnTo>
                <a:lnTo>
                  <a:pt x="17280" y="18360"/>
                </a:lnTo>
                <a:lnTo>
                  <a:pt x="17280" y="10800"/>
                </a:lnTo>
                <a:close/>
                <a:moveTo>
                  <a:pt x="0" y="5400"/>
                </a:moveTo>
                <a:lnTo>
                  <a:pt x="10800" y="0"/>
                </a:lnTo>
                <a:lnTo>
                  <a:pt x="21600" y="5400"/>
                </a:lnTo>
                <a:lnTo>
                  <a:pt x="21600" y="9720"/>
                </a:lnTo>
                <a:lnTo>
                  <a:pt x="0" y="9720"/>
                </a:lnTo>
                <a:lnTo>
                  <a:pt x="0" y="5400"/>
                </a:lnTo>
                <a:close/>
                <a:moveTo>
                  <a:pt x="2160" y="6735"/>
                </a:moveTo>
                <a:lnTo>
                  <a:pt x="2160" y="7560"/>
                </a:lnTo>
                <a:lnTo>
                  <a:pt x="19440" y="7560"/>
                </a:lnTo>
                <a:lnTo>
                  <a:pt x="19440" y="6735"/>
                </a:lnTo>
                <a:lnTo>
                  <a:pt x="10800" y="2415"/>
                </a:lnTo>
                <a:lnTo>
                  <a:pt x="2160" y="6735"/>
                </a:lnTo>
                <a:close/>
                <a:moveTo>
                  <a:pt x="10800" y="6480"/>
                </a:moveTo>
                <a:cubicBezTo>
                  <a:pt x="10203" y="6480"/>
                  <a:pt x="9720" y="5997"/>
                  <a:pt x="9720" y="5400"/>
                </a:cubicBezTo>
                <a:cubicBezTo>
                  <a:pt x="9720" y="4803"/>
                  <a:pt x="10203" y="4320"/>
                  <a:pt x="10800" y="4320"/>
                </a:cubicBezTo>
                <a:cubicBezTo>
                  <a:pt x="11397" y="4320"/>
                  <a:pt x="11880" y="4803"/>
                  <a:pt x="11880" y="5400"/>
                </a:cubicBezTo>
                <a:cubicBezTo>
                  <a:pt x="11880" y="5997"/>
                  <a:pt x="11397" y="6480"/>
                  <a:pt x="10800" y="6480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90450" tIns="90450" rIns="90450" bIns="90450" numCol="1" anchor="ctr">
            <a:noAutofit/>
          </a:bodyPr>
          <a:lstStyle/>
          <a:p>
            <a:endParaRPr sz="7067"/>
          </a:p>
        </p:txBody>
      </p:sp>
      <p:sp>
        <p:nvSpPr>
          <p:cNvPr id="5" name="Freeform 1808">
            <a:extLst>
              <a:ext uri="{FF2B5EF4-FFF2-40B4-BE49-F238E27FC236}">
                <a16:creationId xmlns:a16="http://schemas.microsoft.com/office/drawing/2014/main" id="{6C6FE1DE-510E-FCC6-7BB5-6931C59508EE}"/>
              </a:ext>
            </a:extLst>
          </p:cNvPr>
          <p:cNvSpPr>
            <a:spLocks/>
          </p:cNvSpPr>
          <p:nvPr/>
        </p:nvSpPr>
        <p:spPr bwMode="auto">
          <a:xfrm>
            <a:off x="16257853" y="7329198"/>
            <a:ext cx="2452875" cy="2437173"/>
          </a:xfrm>
          <a:custGeom>
            <a:avLst/>
            <a:gdLst>
              <a:gd name="T0" fmla="*/ 270 w 330"/>
              <a:gd name="T1" fmla="*/ 56 h 328"/>
              <a:gd name="T2" fmla="*/ 270 w 330"/>
              <a:gd name="T3" fmla="*/ 0 h 328"/>
              <a:gd name="T4" fmla="*/ 0 w 330"/>
              <a:gd name="T5" fmla="*/ 209 h 328"/>
              <a:gd name="T6" fmla="*/ 119 w 330"/>
              <a:gd name="T7" fmla="*/ 328 h 328"/>
              <a:gd name="T8" fmla="*/ 330 w 330"/>
              <a:gd name="T9" fmla="*/ 55 h 328"/>
              <a:gd name="T10" fmla="*/ 270 w 330"/>
              <a:gd name="T11" fmla="*/ 56 h 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0" h="328">
                <a:moveTo>
                  <a:pt x="270" y="56"/>
                </a:moveTo>
                <a:cubicBezTo>
                  <a:pt x="270" y="56"/>
                  <a:pt x="267" y="31"/>
                  <a:pt x="270" y="0"/>
                </a:cubicBezTo>
                <a:cubicBezTo>
                  <a:pt x="218" y="103"/>
                  <a:pt x="92" y="209"/>
                  <a:pt x="0" y="209"/>
                </a:cubicBezTo>
                <a:cubicBezTo>
                  <a:pt x="119" y="328"/>
                  <a:pt x="119" y="328"/>
                  <a:pt x="119" y="328"/>
                </a:cubicBezTo>
                <a:cubicBezTo>
                  <a:pt x="119" y="235"/>
                  <a:pt x="227" y="107"/>
                  <a:pt x="330" y="55"/>
                </a:cubicBezTo>
                <a:cubicBezTo>
                  <a:pt x="297" y="60"/>
                  <a:pt x="270" y="56"/>
                  <a:pt x="270" y="5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" name="Freeform 1809">
            <a:extLst>
              <a:ext uri="{FF2B5EF4-FFF2-40B4-BE49-F238E27FC236}">
                <a16:creationId xmlns:a16="http://schemas.microsoft.com/office/drawing/2014/main" id="{246DB42E-9C51-AC61-AB28-510A5068D7A7}"/>
              </a:ext>
            </a:extLst>
          </p:cNvPr>
          <p:cNvSpPr>
            <a:spLocks/>
          </p:cNvSpPr>
          <p:nvPr/>
        </p:nvSpPr>
        <p:spPr bwMode="auto">
          <a:xfrm>
            <a:off x="3952641" y="6688499"/>
            <a:ext cx="3081013" cy="3087296"/>
          </a:xfrm>
          <a:custGeom>
            <a:avLst/>
            <a:gdLst>
              <a:gd name="T0" fmla="*/ 0 w 415"/>
              <a:gd name="T1" fmla="*/ 295 h 415"/>
              <a:gd name="T2" fmla="*/ 295 w 415"/>
              <a:gd name="T3" fmla="*/ 0 h 415"/>
              <a:gd name="T4" fmla="*/ 415 w 415"/>
              <a:gd name="T5" fmla="*/ 119 h 415"/>
              <a:gd name="T6" fmla="*/ 119 w 415"/>
              <a:gd name="T7" fmla="*/ 415 h 415"/>
              <a:gd name="T8" fmla="*/ 0 w 415"/>
              <a:gd name="T9" fmla="*/ 295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5" h="415">
                <a:moveTo>
                  <a:pt x="0" y="295"/>
                </a:moveTo>
                <a:cubicBezTo>
                  <a:pt x="119" y="295"/>
                  <a:pt x="295" y="119"/>
                  <a:pt x="295" y="0"/>
                </a:cubicBezTo>
                <a:cubicBezTo>
                  <a:pt x="415" y="119"/>
                  <a:pt x="415" y="119"/>
                  <a:pt x="415" y="119"/>
                </a:cubicBezTo>
                <a:cubicBezTo>
                  <a:pt x="295" y="119"/>
                  <a:pt x="119" y="295"/>
                  <a:pt x="119" y="415"/>
                </a:cubicBezTo>
                <a:lnTo>
                  <a:pt x="0" y="2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7" name="Freeform 1810">
            <a:extLst>
              <a:ext uri="{FF2B5EF4-FFF2-40B4-BE49-F238E27FC236}">
                <a16:creationId xmlns:a16="http://schemas.microsoft.com/office/drawing/2014/main" id="{C38F65E7-638D-ABE7-88CD-5AC44EE2A7E0}"/>
              </a:ext>
            </a:extLst>
          </p:cNvPr>
          <p:cNvSpPr>
            <a:spLocks/>
          </p:cNvSpPr>
          <p:nvPr/>
        </p:nvSpPr>
        <p:spPr bwMode="auto">
          <a:xfrm>
            <a:off x="13183120" y="6688499"/>
            <a:ext cx="3074731" cy="3087296"/>
          </a:xfrm>
          <a:custGeom>
            <a:avLst/>
            <a:gdLst>
              <a:gd name="T0" fmla="*/ 119 w 414"/>
              <a:gd name="T1" fmla="*/ 0 h 415"/>
              <a:gd name="T2" fmla="*/ 414 w 414"/>
              <a:gd name="T3" fmla="*/ 295 h 415"/>
              <a:gd name="T4" fmla="*/ 295 w 414"/>
              <a:gd name="T5" fmla="*/ 415 h 415"/>
              <a:gd name="T6" fmla="*/ 0 w 414"/>
              <a:gd name="T7" fmla="*/ 119 h 415"/>
              <a:gd name="T8" fmla="*/ 119 w 414"/>
              <a:gd name="T9" fmla="*/ 0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415">
                <a:moveTo>
                  <a:pt x="119" y="0"/>
                </a:moveTo>
                <a:cubicBezTo>
                  <a:pt x="119" y="119"/>
                  <a:pt x="295" y="295"/>
                  <a:pt x="414" y="295"/>
                </a:cubicBezTo>
                <a:cubicBezTo>
                  <a:pt x="295" y="415"/>
                  <a:pt x="295" y="415"/>
                  <a:pt x="295" y="415"/>
                </a:cubicBezTo>
                <a:cubicBezTo>
                  <a:pt x="295" y="295"/>
                  <a:pt x="119" y="119"/>
                  <a:pt x="0" y="119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8" name="Freeform 1811">
            <a:extLst>
              <a:ext uri="{FF2B5EF4-FFF2-40B4-BE49-F238E27FC236}">
                <a16:creationId xmlns:a16="http://schemas.microsoft.com/office/drawing/2014/main" id="{0FAD2ED4-475D-6032-9D3A-D54DEAC2FDA4}"/>
              </a:ext>
            </a:extLst>
          </p:cNvPr>
          <p:cNvSpPr>
            <a:spLocks/>
          </p:cNvSpPr>
          <p:nvPr/>
        </p:nvSpPr>
        <p:spPr bwMode="auto">
          <a:xfrm>
            <a:off x="10108387" y="6688498"/>
            <a:ext cx="3074731" cy="3077873"/>
          </a:xfrm>
          <a:custGeom>
            <a:avLst/>
            <a:gdLst>
              <a:gd name="T0" fmla="*/ 0 w 414"/>
              <a:gd name="T1" fmla="*/ 295 h 414"/>
              <a:gd name="T2" fmla="*/ 294 w 414"/>
              <a:gd name="T3" fmla="*/ 0 h 414"/>
              <a:gd name="T4" fmla="*/ 414 w 414"/>
              <a:gd name="T5" fmla="*/ 119 h 414"/>
              <a:gd name="T6" fmla="*/ 120 w 414"/>
              <a:gd name="T7" fmla="*/ 414 h 414"/>
              <a:gd name="T8" fmla="*/ 0 w 414"/>
              <a:gd name="T9" fmla="*/ 295 h 4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414">
                <a:moveTo>
                  <a:pt x="0" y="295"/>
                </a:moveTo>
                <a:cubicBezTo>
                  <a:pt x="120" y="295"/>
                  <a:pt x="295" y="119"/>
                  <a:pt x="294" y="0"/>
                </a:cubicBezTo>
                <a:cubicBezTo>
                  <a:pt x="414" y="119"/>
                  <a:pt x="414" y="119"/>
                  <a:pt x="414" y="119"/>
                </a:cubicBezTo>
                <a:cubicBezTo>
                  <a:pt x="295" y="119"/>
                  <a:pt x="120" y="295"/>
                  <a:pt x="120" y="414"/>
                </a:cubicBezTo>
                <a:lnTo>
                  <a:pt x="0" y="2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9" name="Freeform 1812">
            <a:extLst>
              <a:ext uri="{FF2B5EF4-FFF2-40B4-BE49-F238E27FC236}">
                <a16:creationId xmlns:a16="http://schemas.microsoft.com/office/drawing/2014/main" id="{606C025C-BE92-4385-A81E-4D96BA6BC19F}"/>
              </a:ext>
            </a:extLst>
          </p:cNvPr>
          <p:cNvSpPr>
            <a:spLocks/>
          </p:cNvSpPr>
          <p:nvPr/>
        </p:nvSpPr>
        <p:spPr bwMode="auto">
          <a:xfrm>
            <a:off x="7033656" y="6688499"/>
            <a:ext cx="3084154" cy="3087296"/>
          </a:xfrm>
          <a:custGeom>
            <a:avLst/>
            <a:gdLst>
              <a:gd name="T0" fmla="*/ 119 w 415"/>
              <a:gd name="T1" fmla="*/ 0 h 415"/>
              <a:gd name="T2" fmla="*/ 415 w 415"/>
              <a:gd name="T3" fmla="*/ 295 h 415"/>
              <a:gd name="T4" fmla="*/ 295 w 415"/>
              <a:gd name="T5" fmla="*/ 415 h 415"/>
              <a:gd name="T6" fmla="*/ 0 w 415"/>
              <a:gd name="T7" fmla="*/ 119 h 415"/>
              <a:gd name="T8" fmla="*/ 119 w 415"/>
              <a:gd name="T9" fmla="*/ 0 h 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5" h="415">
                <a:moveTo>
                  <a:pt x="119" y="0"/>
                </a:moveTo>
                <a:cubicBezTo>
                  <a:pt x="119" y="119"/>
                  <a:pt x="295" y="295"/>
                  <a:pt x="415" y="295"/>
                </a:cubicBezTo>
                <a:cubicBezTo>
                  <a:pt x="295" y="415"/>
                  <a:pt x="295" y="415"/>
                  <a:pt x="295" y="415"/>
                </a:cubicBezTo>
                <a:cubicBezTo>
                  <a:pt x="295" y="295"/>
                  <a:pt x="119" y="119"/>
                  <a:pt x="0" y="119"/>
                </a:cubicBezTo>
                <a:lnTo>
                  <a:pt x="11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1" name="Oval 1813">
            <a:extLst>
              <a:ext uri="{FF2B5EF4-FFF2-40B4-BE49-F238E27FC236}">
                <a16:creationId xmlns:a16="http://schemas.microsoft.com/office/drawing/2014/main" id="{5A81C776-36B0-C177-A27C-DD6B8D3D6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5320" y="8883838"/>
            <a:ext cx="1774487" cy="177762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2" name="Oval 1814">
            <a:extLst>
              <a:ext uri="{FF2B5EF4-FFF2-40B4-BE49-F238E27FC236}">
                <a16:creationId xmlns:a16="http://schemas.microsoft.com/office/drawing/2014/main" id="{7B0C61B9-0030-AA43-227D-DC59C49FC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1166" y="5796544"/>
            <a:ext cx="1777629" cy="177762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3" name="Oval 1815">
            <a:extLst>
              <a:ext uri="{FF2B5EF4-FFF2-40B4-BE49-F238E27FC236}">
                <a16:creationId xmlns:a16="http://schemas.microsoft.com/office/drawing/2014/main" id="{15ACBF50-32E4-83EF-7896-A886F36AD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5855" y="8883838"/>
            <a:ext cx="1774487" cy="177762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4" name="Oval 1816">
            <a:extLst>
              <a:ext uri="{FF2B5EF4-FFF2-40B4-BE49-F238E27FC236}">
                <a16:creationId xmlns:a16="http://schemas.microsoft.com/office/drawing/2014/main" id="{8E91D3DA-E852-DB50-DAB6-D5AA21FA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1701" y="5796544"/>
            <a:ext cx="1777629" cy="17776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5" name="Oval 1817">
            <a:extLst>
              <a:ext uri="{FF2B5EF4-FFF2-40B4-BE49-F238E27FC236}">
                <a16:creationId xmlns:a16="http://schemas.microsoft.com/office/drawing/2014/main" id="{A8D2C899-ADE9-7074-AF0B-804946B66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686" y="8883838"/>
            <a:ext cx="1774487" cy="17776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grpSp>
        <p:nvGrpSpPr>
          <p:cNvPr id="16" name="Группа 13">
            <a:extLst>
              <a:ext uri="{FF2B5EF4-FFF2-40B4-BE49-F238E27FC236}">
                <a16:creationId xmlns:a16="http://schemas.microsoft.com/office/drawing/2014/main" id="{93A26BCA-A684-FD18-A7D1-617A43A32204}"/>
              </a:ext>
            </a:extLst>
          </p:cNvPr>
          <p:cNvGrpSpPr/>
          <p:nvPr/>
        </p:nvGrpSpPr>
        <p:grpSpPr>
          <a:xfrm>
            <a:off x="17774804" y="4590520"/>
            <a:ext cx="3652618" cy="3658899"/>
            <a:chOff x="9142413" y="1757363"/>
            <a:chExt cx="1846262" cy="1849437"/>
          </a:xfrm>
        </p:grpSpPr>
        <p:sp>
          <p:nvSpPr>
            <p:cNvPr id="17" name="Freeform 1818">
              <a:extLst>
                <a:ext uri="{FF2B5EF4-FFF2-40B4-BE49-F238E27FC236}">
                  <a16:creationId xmlns:a16="http://schemas.microsoft.com/office/drawing/2014/main" id="{D42BCAD8-12C0-3EA7-1CA5-A4763ECA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6575" y="2801938"/>
              <a:ext cx="354012" cy="474663"/>
            </a:xfrm>
            <a:custGeom>
              <a:avLst/>
              <a:gdLst>
                <a:gd name="T0" fmla="*/ 53 w 94"/>
                <a:gd name="T1" fmla="*/ 0 h 126"/>
                <a:gd name="T2" fmla="*/ 40 w 94"/>
                <a:gd name="T3" fmla="*/ 11 h 126"/>
                <a:gd name="T4" fmla="*/ 10 w 94"/>
                <a:gd name="T5" fmla="*/ 126 h 126"/>
                <a:gd name="T6" fmla="*/ 94 w 94"/>
                <a:gd name="T7" fmla="*/ 42 h 126"/>
                <a:gd name="T8" fmla="*/ 53 w 94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26">
                  <a:moveTo>
                    <a:pt x="53" y="0"/>
                  </a:moveTo>
                  <a:cubicBezTo>
                    <a:pt x="48" y="3"/>
                    <a:pt x="44" y="7"/>
                    <a:pt x="40" y="11"/>
                  </a:cubicBezTo>
                  <a:cubicBezTo>
                    <a:pt x="0" y="51"/>
                    <a:pt x="10" y="126"/>
                    <a:pt x="10" y="126"/>
                  </a:cubicBezTo>
                  <a:cubicBezTo>
                    <a:pt x="94" y="42"/>
                    <a:pt x="94" y="42"/>
                    <a:pt x="94" y="42"/>
                  </a:cubicBezTo>
                  <a:lnTo>
                    <a:pt x="53" y="0"/>
                  </a:lnTo>
                  <a:close/>
                </a:path>
              </a:pathLst>
            </a:custGeom>
            <a:solidFill>
              <a:srgbClr val="FFCD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8" name="Freeform 1819">
              <a:extLst>
                <a:ext uri="{FF2B5EF4-FFF2-40B4-BE49-F238E27FC236}">
                  <a16:creationId xmlns:a16="http://schemas.microsoft.com/office/drawing/2014/main" id="{BC2A65C1-A841-ED83-3B6D-0039243F1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4675" y="2960688"/>
              <a:ext cx="473075" cy="354013"/>
            </a:xfrm>
            <a:custGeom>
              <a:avLst/>
              <a:gdLst>
                <a:gd name="T0" fmla="*/ 126 w 126"/>
                <a:gd name="T1" fmla="*/ 41 h 94"/>
                <a:gd name="T2" fmla="*/ 84 w 126"/>
                <a:gd name="T3" fmla="*/ 0 h 94"/>
                <a:gd name="T4" fmla="*/ 0 w 126"/>
                <a:gd name="T5" fmla="*/ 84 h 94"/>
                <a:gd name="T6" fmla="*/ 115 w 126"/>
                <a:gd name="T7" fmla="*/ 54 h 94"/>
                <a:gd name="T8" fmla="*/ 126 w 126"/>
                <a:gd name="T9" fmla="*/ 4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94">
                  <a:moveTo>
                    <a:pt x="126" y="41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4"/>
                    <a:pt x="75" y="94"/>
                    <a:pt x="115" y="54"/>
                  </a:cubicBezTo>
                  <a:cubicBezTo>
                    <a:pt x="119" y="50"/>
                    <a:pt x="123" y="46"/>
                    <a:pt x="126" y="41"/>
                  </a:cubicBezTo>
                  <a:close/>
                </a:path>
              </a:pathLst>
            </a:custGeom>
            <a:solidFill>
              <a:srgbClr val="FFAA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9" name="Freeform 1820">
              <a:extLst>
                <a:ext uri="{FF2B5EF4-FFF2-40B4-BE49-F238E27FC236}">
                  <a16:creationId xmlns:a16="http://schemas.microsoft.com/office/drawing/2014/main" id="{BC09835E-91CA-2181-EA95-700E1E3A8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0400" y="2851150"/>
              <a:ext cx="230187" cy="338138"/>
            </a:xfrm>
            <a:custGeom>
              <a:avLst/>
              <a:gdLst>
                <a:gd name="T0" fmla="*/ 32 w 61"/>
                <a:gd name="T1" fmla="*/ 0 h 90"/>
                <a:gd name="T2" fmla="*/ 0 w 61"/>
                <a:gd name="T3" fmla="*/ 90 h 90"/>
                <a:gd name="T4" fmla="*/ 61 w 61"/>
                <a:gd name="T5" fmla="*/ 29 h 90"/>
                <a:gd name="T6" fmla="*/ 32 w 61"/>
                <a:gd name="T7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90">
                  <a:moveTo>
                    <a:pt x="32" y="0"/>
                  </a:moveTo>
                  <a:cubicBezTo>
                    <a:pt x="2" y="39"/>
                    <a:pt x="0" y="90"/>
                    <a:pt x="0" y="90"/>
                  </a:cubicBezTo>
                  <a:cubicBezTo>
                    <a:pt x="61" y="29"/>
                    <a:pt x="61" y="29"/>
                    <a:pt x="61" y="29"/>
                  </a:cubicBezTo>
                  <a:lnTo>
                    <a:pt x="32" y="0"/>
                  </a:lnTo>
                  <a:close/>
                </a:path>
              </a:pathLst>
            </a:custGeom>
            <a:solidFill>
              <a:srgbClr val="FFE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0" name="Freeform 1821">
              <a:extLst>
                <a:ext uri="{FF2B5EF4-FFF2-40B4-BE49-F238E27FC236}">
                  <a16:creationId xmlns:a16="http://schemas.microsoft.com/office/drawing/2014/main" id="{555327FC-8C87-D546-8E74-FE39773F7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0400" y="2960688"/>
              <a:ext cx="338137" cy="228600"/>
            </a:xfrm>
            <a:custGeom>
              <a:avLst/>
              <a:gdLst>
                <a:gd name="T0" fmla="*/ 61 w 90"/>
                <a:gd name="T1" fmla="*/ 0 h 61"/>
                <a:gd name="T2" fmla="*/ 0 w 90"/>
                <a:gd name="T3" fmla="*/ 61 h 61"/>
                <a:gd name="T4" fmla="*/ 90 w 90"/>
                <a:gd name="T5" fmla="*/ 29 h 61"/>
                <a:gd name="T6" fmla="*/ 61 w 90"/>
                <a:gd name="T7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0" h="61">
                  <a:moveTo>
                    <a:pt x="61" y="0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51" y="59"/>
                    <a:pt x="90" y="29"/>
                  </a:cubicBezTo>
                  <a:lnTo>
                    <a:pt x="61" y="0"/>
                  </a:lnTo>
                  <a:close/>
                </a:path>
              </a:pathLst>
            </a:custGeom>
            <a:solidFill>
              <a:srgbClr val="FFDE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1" name="Freeform 1822">
              <a:extLst>
                <a:ext uri="{FF2B5EF4-FFF2-40B4-BE49-F238E27FC236}">
                  <a16:creationId xmlns:a16="http://schemas.microsoft.com/office/drawing/2014/main" id="{2D0C404F-35C6-66A0-63A8-52455D405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0563" y="1790700"/>
              <a:ext cx="1374775" cy="1376363"/>
            </a:xfrm>
            <a:custGeom>
              <a:avLst/>
              <a:gdLst>
                <a:gd name="T0" fmla="*/ 336 w 366"/>
                <a:gd name="T1" fmla="*/ 181 h 366"/>
                <a:gd name="T2" fmla="*/ 361 w 366"/>
                <a:gd name="T3" fmla="*/ 106 h 366"/>
                <a:gd name="T4" fmla="*/ 366 w 366"/>
                <a:gd name="T5" fmla="*/ 83 h 366"/>
                <a:gd name="T6" fmla="*/ 314 w 366"/>
                <a:gd name="T7" fmla="*/ 53 h 366"/>
                <a:gd name="T8" fmla="*/ 283 w 366"/>
                <a:gd name="T9" fmla="*/ 0 h 366"/>
                <a:gd name="T10" fmla="*/ 260 w 366"/>
                <a:gd name="T11" fmla="*/ 5 h 366"/>
                <a:gd name="T12" fmla="*/ 186 w 366"/>
                <a:gd name="T13" fmla="*/ 30 h 366"/>
                <a:gd name="T14" fmla="*/ 123 w 366"/>
                <a:gd name="T15" fmla="*/ 69 h 366"/>
                <a:gd name="T16" fmla="*/ 104 w 366"/>
                <a:gd name="T17" fmla="*/ 87 h 366"/>
                <a:gd name="T18" fmla="*/ 73 w 366"/>
                <a:gd name="T19" fmla="*/ 120 h 366"/>
                <a:gd name="T20" fmla="*/ 31 w 366"/>
                <a:gd name="T21" fmla="*/ 178 h 366"/>
                <a:gd name="T22" fmla="*/ 3 w 366"/>
                <a:gd name="T23" fmla="*/ 233 h 366"/>
                <a:gd name="T24" fmla="*/ 8 w 366"/>
                <a:gd name="T25" fmla="*/ 256 h 366"/>
                <a:gd name="T26" fmla="*/ 110 w 366"/>
                <a:gd name="T27" fmla="*/ 358 h 366"/>
                <a:gd name="T28" fmla="*/ 133 w 366"/>
                <a:gd name="T29" fmla="*/ 363 h 366"/>
                <a:gd name="T30" fmla="*/ 188 w 366"/>
                <a:gd name="T31" fmla="*/ 335 h 366"/>
                <a:gd name="T32" fmla="*/ 246 w 366"/>
                <a:gd name="T33" fmla="*/ 293 h 366"/>
                <a:gd name="T34" fmla="*/ 279 w 366"/>
                <a:gd name="T35" fmla="*/ 262 h 366"/>
                <a:gd name="T36" fmla="*/ 297 w 366"/>
                <a:gd name="T37" fmla="*/ 243 h 366"/>
                <a:gd name="T38" fmla="*/ 336 w 366"/>
                <a:gd name="T39" fmla="*/ 181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66" h="366">
                  <a:moveTo>
                    <a:pt x="336" y="181"/>
                  </a:moveTo>
                  <a:cubicBezTo>
                    <a:pt x="347" y="155"/>
                    <a:pt x="356" y="130"/>
                    <a:pt x="361" y="106"/>
                  </a:cubicBezTo>
                  <a:cubicBezTo>
                    <a:pt x="363" y="98"/>
                    <a:pt x="365" y="90"/>
                    <a:pt x="366" y="83"/>
                  </a:cubicBezTo>
                  <a:cubicBezTo>
                    <a:pt x="348" y="78"/>
                    <a:pt x="329" y="68"/>
                    <a:pt x="314" y="53"/>
                  </a:cubicBezTo>
                  <a:cubicBezTo>
                    <a:pt x="298" y="37"/>
                    <a:pt x="288" y="18"/>
                    <a:pt x="283" y="0"/>
                  </a:cubicBezTo>
                  <a:cubicBezTo>
                    <a:pt x="276" y="1"/>
                    <a:pt x="268" y="3"/>
                    <a:pt x="260" y="5"/>
                  </a:cubicBezTo>
                  <a:cubicBezTo>
                    <a:pt x="236" y="10"/>
                    <a:pt x="211" y="19"/>
                    <a:pt x="186" y="30"/>
                  </a:cubicBezTo>
                  <a:cubicBezTo>
                    <a:pt x="164" y="41"/>
                    <a:pt x="143" y="53"/>
                    <a:pt x="123" y="69"/>
                  </a:cubicBezTo>
                  <a:cubicBezTo>
                    <a:pt x="116" y="74"/>
                    <a:pt x="110" y="80"/>
                    <a:pt x="104" y="87"/>
                  </a:cubicBezTo>
                  <a:cubicBezTo>
                    <a:pt x="93" y="97"/>
                    <a:pt x="83" y="109"/>
                    <a:pt x="73" y="120"/>
                  </a:cubicBezTo>
                  <a:cubicBezTo>
                    <a:pt x="57" y="139"/>
                    <a:pt x="43" y="159"/>
                    <a:pt x="31" y="178"/>
                  </a:cubicBezTo>
                  <a:cubicBezTo>
                    <a:pt x="19" y="197"/>
                    <a:pt x="10" y="215"/>
                    <a:pt x="3" y="233"/>
                  </a:cubicBezTo>
                  <a:cubicBezTo>
                    <a:pt x="0" y="240"/>
                    <a:pt x="3" y="251"/>
                    <a:pt x="8" y="256"/>
                  </a:cubicBezTo>
                  <a:cubicBezTo>
                    <a:pt x="110" y="358"/>
                    <a:pt x="110" y="358"/>
                    <a:pt x="110" y="358"/>
                  </a:cubicBezTo>
                  <a:cubicBezTo>
                    <a:pt x="115" y="363"/>
                    <a:pt x="126" y="366"/>
                    <a:pt x="133" y="363"/>
                  </a:cubicBezTo>
                  <a:cubicBezTo>
                    <a:pt x="151" y="356"/>
                    <a:pt x="169" y="347"/>
                    <a:pt x="188" y="335"/>
                  </a:cubicBezTo>
                  <a:cubicBezTo>
                    <a:pt x="207" y="323"/>
                    <a:pt x="227" y="309"/>
                    <a:pt x="246" y="293"/>
                  </a:cubicBezTo>
                  <a:cubicBezTo>
                    <a:pt x="258" y="283"/>
                    <a:pt x="269" y="273"/>
                    <a:pt x="279" y="262"/>
                  </a:cubicBezTo>
                  <a:cubicBezTo>
                    <a:pt x="286" y="256"/>
                    <a:pt x="292" y="250"/>
                    <a:pt x="297" y="243"/>
                  </a:cubicBezTo>
                  <a:cubicBezTo>
                    <a:pt x="313" y="223"/>
                    <a:pt x="326" y="202"/>
                    <a:pt x="336" y="181"/>
                  </a:cubicBezTo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2" name="Freeform 1823">
              <a:extLst>
                <a:ext uri="{FF2B5EF4-FFF2-40B4-BE49-F238E27FC236}">
                  <a16:creationId xmlns:a16="http://schemas.microsoft.com/office/drawing/2014/main" id="{E506A27E-16AB-4046-D1DE-5D539F62A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4188" y="1757363"/>
              <a:ext cx="344487" cy="346075"/>
            </a:xfrm>
            <a:custGeom>
              <a:avLst/>
              <a:gdLst>
                <a:gd name="T0" fmla="*/ 91 w 92"/>
                <a:gd name="T1" fmla="*/ 27 h 92"/>
                <a:gd name="T2" fmla="*/ 92 w 92"/>
                <a:gd name="T3" fmla="*/ 13 h 92"/>
                <a:gd name="T4" fmla="*/ 79 w 92"/>
                <a:gd name="T5" fmla="*/ 0 h 92"/>
                <a:gd name="T6" fmla="*/ 65 w 92"/>
                <a:gd name="T7" fmla="*/ 1 h 92"/>
                <a:gd name="T8" fmla="*/ 0 w 92"/>
                <a:gd name="T9" fmla="*/ 9 h 92"/>
                <a:gd name="T10" fmla="*/ 31 w 92"/>
                <a:gd name="T11" fmla="*/ 62 h 92"/>
                <a:gd name="T12" fmla="*/ 83 w 92"/>
                <a:gd name="T13" fmla="*/ 92 h 92"/>
                <a:gd name="T14" fmla="*/ 91 w 92"/>
                <a:gd name="T15" fmla="*/ 27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2" h="92">
                  <a:moveTo>
                    <a:pt x="91" y="27"/>
                  </a:moveTo>
                  <a:cubicBezTo>
                    <a:pt x="92" y="22"/>
                    <a:pt x="92" y="17"/>
                    <a:pt x="92" y="13"/>
                  </a:cubicBezTo>
                  <a:cubicBezTo>
                    <a:pt x="92" y="6"/>
                    <a:pt x="86" y="0"/>
                    <a:pt x="79" y="0"/>
                  </a:cubicBezTo>
                  <a:cubicBezTo>
                    <a:pt x="75" y="0"/>
                    <a:pt x="70" y="0"/>
                    <a:pt x="65" y="1"/>
                  </a:cubicBezTo>
                  <a:cubicBezTo>
                    <a:pt x="49" y="2"/>
                    <a:pt x="26" y="4"/>
                    <a:pt x="0" y="9"/>
                  </a:cubicBezTo>
                  <a:cubicBezTo>
                    <a:pt x="5" y="27"/>
                    <a:pt x="15" y="46"/>
                    <a:pt x="31" y="62"/>
                  </a:cubicBezTo>
                  <a:cubicBezTo>
                    <a:pt x="46" y="77"/>
                    <a:pt x="65" y="87"/>
                    <a:pt x="83" y="92"/>
                  </a:cubicBezTo>
                  <a:cubicBezTo>
                    <a:pt x="88" y="66"/>
                    <a:pt x="90" y="43"/>
                    <a:pt x="91" y="27"/>
                  </a:cubicBezTo>
                </a:path>
              </a:pathLst>
            </a:custGeom>
            <a:solidFill>
              <a:srgbClr val="DF2F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3" name="Freeform 1824">
              <a:extLst>
                <a:ext uri="{FF2B5EF4-FFF2-40B4-BE49-F238E27FC236}">
                  <a16:creationId xmlns:a16="http://schemas.microsoft.com/office/drawing/2014/main" id="{0DFA32F4-0EE2-69F5-F28E-98476F38C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0725" y="2760663"/>
              <a:ext cx="368300" cy="369888"/>
            </a:xfrm>
            <a:custGeom>
              <a:avLst/>
              <a:gdLst>
                <a:gd name="T0" fmla="*/ 2 w 98"/>
                <a:gd name="T1" fmla="*/ 0 h 98"/>
                <a:gd name="T2" fmla="*/ 1 w 98"/>
                <a:gd name="T3" fmla="*/ 4 h 98"/>
                <a:gd name="T4" fmla="*/ 4 w 98"/>
                <a:gd name="T5" fmla="*/ 14 h 98"/>
                <a:gd name="T6" fmla="*/ 84 w 98"/>
                <a:gd name="T7" fmla="*/ 94 h 98"/>
                <a:gd name="T8" fmla="*/ 94 w 98"/>
                <a:gd name="T9" fmla="*/ 97 h 98"/>
                <a:gd name="T10" fmla="*/ 98 w 98"/>
                <a:gd name="T11" fmla="*/ 96 h 98"/>
                <a:gd name="T12" fmla="*/ 2 w 98"/>
                <a:gd name="T13" fmla="*/ 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8" h="98">
                  <a:moveTo>
                    <a:pt x="2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0" y="8"/>
                    <a:pt x="1" y="11"/>
                    <a:pt x="4" y="14"/>
                  </a:cubicBezTo>
                  <a:cubicBezTo>
                    <a:pt x="84" y="94"/>
                    <a:pt x="84" y="94"/>
                    <a:pt x="84" y="94"/>
                  </a:cubicBezTo>
                  <a:cubicBezTo>
                    <a:pt x="87" y="97"/>
                    <a:pt x="90" y="98"/>
                    <a:pt x="94" y="97"/>
                  </a:cubicBezTo>
                  <a:cubicBezTo>
                    <a:pt x="98" y="96"/>
                    <a:pt x="98" y="96"/>
                    <a:pt x="98" y="96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8082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4" name="Freeform 1825">
              <a:extLst>
                <a:ext uri="{FF2B5EF4-FFF2-40B4-BE49-F238E27FC236}">
                  <a16:creationId xmlns:a16="http://schemas.microsoft.com/office/drawing/2014/main" id="{4ED9331B-9F1E-79EC-5D62-925FA49E05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93263" y="1757363"/>
              <a:ext cx="1395412" cy="1398588"/>
            </a:xfrm>
            <a:custGeom>
              <a:avLst/>
              <a:gdLst>
                <a:gd name="T0" fmla="*/ 155 w 372"/>
                <a:gd name="T1" fmla="*/ 361 h 372"/>
                <a:gd name="T2" fmla="*/ 130 w 372"/>
                <a:gd name="T3" fmla="*/ 372 h 372"/>
                <a:gd name="T4" fmla="*/ 130 w 372"/>
                <a:gd name="T5" fmla="*/ 372 h 372"/>
                <a:gd name="T6" fmla="*/ 130 w 372"/>
                <a:gd name="T7" fmla="*/ 372 h 372"/>
                <a:gd name="T8" fmla="*/ 155 w 372"/>
                <a:gd name="T9" fmla="*/ 361 h 372"/>
                <a:gd name="T10" fmla="*/ 276 w 372"/>
                <a:gd name="T11" fmla="*/ 271 h 372"/>
                <a:gd name="T12" fmla="*/ 267 w 372"/>
                <a:gd name="T13" fmla="*/ 281 h 372"/>
                <a:gd name="T14" fmla="*/ 276 w 372"/>
                <a:gd name="T15" fmla="*/ 271 h 372"/>
                <a:gd name="T16" fmla="*/ 54 w 372"/>
                <a:gd name="T17" fmla="*/ 149 h 372"/>
                <a:gd name="T18" fmla="*/ 28 w 372"/>
                <a:gd name="T19" fmla="*/ 187 h 372"/>
                <a:gd name="T20" fmla="*/ 0 w 372"/>
                <a:gd name="T21" fmla="*/ 242 h 372"/>
                <a:gd name="T22" fmla="*/ 0 w 372"/>
                <a:gd name="T23" fmla="*/ 242 h 372"/>
                <a:gd name="T24" fmla="*/ 28 w 372"/>
                <a:gd name="T25" fmla="*/ 187 h 372"/>
                <a:gd name="T26" fmla="*/ 54 w 372"/>
                <a:gd name="T27" fmla="*/ 149 h 372"/>
                <a:gd name="T28" fmla="*/ 358 w 372"/>
                <a:gd name="T29" fmla="*/ 0 h 372"/>
                <a:gd name="T30" fmla="*/ 345 w 372"/>
                <a:gd name="T31" fmla="*/ 1 h 372"/>
                <a:gd name="T32" fmla="*/ 345 w 372"/>
                <a:gd name="T33" fmla="*/ 1 h 372"/>
                <a:gd name="T34" fmla="*/ 345 w 372"/>
                <a:gd name="T35" fmla="*/ 1 h 372"/>
                <a:gd name="T36" fmla="*/ 358 w 372"/>
                <a:gd name="T37" fmla="*/ 0 h 372"/>
                <a:gd name="T38" fmla="*/ 359 w 372"/>
                <a:gd name="T39" fmla="*/ 0 h 372"/>
                <a:gd name="T40" fmla="*/ 359 w 372"/>
                <a:gd name="T41" fmla="*/ 0 h 372"/>
                <a:gd name="T42" fmla="*/ 372 w 372"/>
                <a:gd name="T43" fmla="*/ 13 h 372"/>
                <a:gd name="T44" fmla="*/ 371 w 372"/>
                <a:gd name="T45" fmla="*/ 25 h 372"/>
                <a:gd name="T46" fmla="*/ 372 w 372"/>
                <a:gd name="T47" fmla="*/ 13 h 372"/>
                <a:gd name="T48" fmla="*/ 359 w 372"/>
                <a:gd name="T49" fmla="*/ 0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2" h="372">
                  <a:moveTo>
                    <a:pt x="155" y="361"/>
                  </a:moveTo>
                  <a:cubicBezTo>
                    <a:pt x="147" y="365"/>
                    <a:pt x="138" y="369"/>
                    <a:pt x="130" y="372"/>
                  </a:cubicBezTo>
                  <a:cubicBezTo>
                    <a:pt x="130" y="372"/>
                    <a:pt x="130" y="372"/>
                    <a:pt x="130" y="372"/>
                  </a:cubicBezTo>
                  <a:cubicBezTo>
                    <a:pt x="130" y="372"/>
                    <a:pt x="130" y="372"/>
                    <a:pt x="130" y="372"/>
                  </a:cubicBezTo>
                  <a:cubicBezTo>
                    <a:pt x="138" y="369"/>
                    <a:pt x="147" y="365"/>
                    <a:pt x="155" y="361"/>
                  </a:cubicBezTo>
                  <a:moveTo>
                    <a:pt x="276" y="271"/>
                  </a:moveTo>
                  <a:cubicBezTo>
                    <a:pt x="273" y="275"/>
                    <a:pt x="270" y="278"/>
                    <a:pt x="267" y="281"/>
                  </a:cubicBezTo>
                  <a:cubicBezTo>
                    <a:pt x="270" y="278"/>
                    <a:pt x="273" y="275"/>
                    <a:pt x="276" y="271"/>
                  </a:cubicBezTo>
                  <a:moveTo>
                    <a:pt x="54" y="149"/>
                  </a:moveTo>
                  <a:cubicBezTo>
                    <a:pt x="44" y="162"/>
                    <a:pt x="36" y="174"/>
                    <a:pt x="28" y="187"/>
                  </a:cubicBezTo>
                  <a:cubicBezTo>
                    <a:pt x="16" y="206"/>
                    <a:pt x="7" y="224"/>
                    <a:pt x="0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7" y="224"/>
                    <a:pt x="16" y="206"/>
                    <a:pt x="28" y="187"/>
                  </a:cubicBezTo>
                  <a:cubicBezTo>
                    <a:pt x="36" y="174"/>
                    <a:pt x="44" y="162"/>
                    <a:pt x="54" y="149"/>
                  </a:cubicBezTo>
                  <a:moveTo>
                    <a:pt x="358" y="0"/>
                  </a:moveTo>
                  <a:cubicBezTo>
                    <a:pt x="354" y="0"/>
                    <a:pt x="350" y="1"/>
                    <a:pt x="345" y="1"/>
                  </a:cubicBezTo>
                  <a:cubicBezTo>
                    <a:pt x="345" y="1"/>
                    <a:pt x="345" y="1"/>
                    <a:pt x="345" y="1"/>
                  </a:cubicBezTo>
                  <a:cubicBezTo>
                    <a:pt x="345" y="1"/>
                    <a:pt x="345" y="1"/>
                    <a:pt x="345" y="1"/>
                  </a:cubicBezTo>
                  <a:cubicBezTo>
                    <a:pt x="350" y="1"/>
                    <a:pt x="354" y="0"/>
                    <a:pt x="358" y="0"/>
                  </a:cubicBezTo>
                  <a:moveTo>
                    <a:pt x="359" y="0"/>
                  </a:moveTo>
                  <a:cubicBezTo>
                    <a:pt x="359" y="0"/>
                    <a:pt x="359" y="0"/>
                    <a:pt x="359" y="0"/>
                  </a:cubicBezTo>
                  <a:cubicBezTo>
                    <a:pt x="366" y="0"/>
                    <a:pt x="372" y="6"/>
                    <a:pt x="372" y="13"/>
                  </a:cubicBezTo>
                  <a:cubicBezTo>
                    <a:pt x="372" y="17"/>
                    <a:pt x="372" y="21"/>
                    <a:pt x="371" y="25"/>
                  </a:cubicBezTo>
                  <a:cubicBezTo>
                    <a:pt x="372" y="21"/>
                    <a:pt x="372" y="17"/>
                    <a:pt x="372" y="13"/>
                  </a:cubicBezTo>
                  <a:cubicBezTo>
                    <a:pt x="372" y="6"/>
                    <a:pt x="366" y="0"/>
                    <a:pt x="359" y="0"/>
                  </a:cubicBezTo>
                </a:path>
              </a:pathLst>
            </a:custGeom>
            <a:solidFill>
              <a:srgbClr val="E6E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5" name="Freeform 1826">
              <a:extLst>
                <a:ext uri="{FF2B5EF4-FFF2-40B4-BE49-F238E27FC236}">
                  <a16:creationId xmlns:a16="http://schemas.microsoft.com/office/drawing/2014/main" id="{EF17938A-93DF-F63D-13B8-38C497AB5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0563" y="2017713"/>
              <a:ext cx="1374775" cy="1138238"/>
            </a:xfrm>
            <a:custGeom>
              <a:avLst/>
              <a:gdLst>
                <a:gd name="T0" fmla="*/ 321 w 366"/>
                <a:gd name="T1" fmla="*/ 0 h 303"/>
                <a:gd name="T2" fmla="*/ 320 w 366"/>
                <a:gd name="T3" fmla="*/ 7 h 303"/>
                <a:gd name="T4" fmla="*/ 293 w 366"/>
                <a:gd name="T5" fmla="*/ 84 h 303"/>
                <a:gd name="T6" fmla="*/ 254 w 366"/>
                <a:gd name="T7" fmla="*/ 148 h 303"/>
                <a:gd name="T8" fmla="*/ 236 w 366"/>
                <a:gd name="T9" fmla="*/ 168 h 303"/>
                <a:gd name="T10" fmla="*/ 202 w 366"/>
                <a:gd name="T11" fmla="*/ 199 h 303"/>
                <a:gd name="T12" fmla="*/ 142 w 366"/>
                <a:gd name="T13" fmla="*/ 243 h 303"/>
                <a:gd name="T14" fmla="*/ 100 w 366"/>
                <a:gd name="T15" fmla="*/ 265 h 303"/>
                <a:gd name="T16" fmla="*/ 21 w 366"/>
                <a:gd name="T17" fmla="*/ 186 h 303"/>
                <a:gd name="T18" fmla="*/ 18 w 366"/>
                <a:gd name="T19" fmla="*/ 163 h 303"/>
                <a:gd name="T20" fmla="*/ 108 w 366"/>
                <a:gd name="T21" fmla="*/ 23 h 303"/>
                <a:gd name="T22" fmla="*/ 104 w 366"/>
                <a:gd name="T23" fmla="*/ 27 h 303"/>
                <a:gd name="T24" fmla="*/ 104 w 366"/>
                <a:gd name="T25" fmla="*/ 27 h 303"/>
                <a:gd name="T26" fmla="*/ 99 w 366"/>
                <a:gd name="T27" fmla="*/ 32 h 303"/>
                <a:gd name="T28" fmla="*/ 73 w 366"/>
                <a:gd name="T29" fmla="*/ 60 h 303"/>
                <a:gd name="T30" fmla="*/ 57 w 366"/>
                <a:gd name="T31" fmla="*/ 80 h 303"/>
                <a:gd name="T32" fmla="*/ 31 w 366"/>
                <a:gd name="T33" fmla="*/ 118 h 303"/>
                <a:gd name="T34" fmla="*/ 3 w 366"/>
                <a:gd name="T35" fmla="*/ 173 h 303"/>
                <a:gd name="T36" fmla="*/ 8 w 366"/>
                <a:gd name="T37" fmla="*/ 196 h 303"/>
                <a:gd name="T38" fmla="*/ 84 w 366"/>
                <a:gd name="T39" fmla="*/ 272 h 303"/>
                <a:gd name="T40" fmla="*/ 92 w 366"/>
                <a:gd name="T41" fmla="*/ 280 h 303"/>
                <a:gd name="T42" fmla="*/ 131 w 366"/>
                <a:gd name="T43" fmla="*/ 303 h 303"/>
                <a:gd name="T44" fmla="*/ 133 w 366"/>
                <a:gd name="T45" fmla="*/ 303 h 303"/>
                <a:gd name="T46" fmla="*/ 133 w 366"/>
                <a:gd name="T47" fmla="*/ 303 h 303"/>
                <a:gd name="T48" fmla="*/ 158 w 366"/>
                <a:gd name="T49" fmla="*/ 292 h 303"/>
                <a:gd name="T50" fmla="*/ 188 w 366"/>
                <a:gd name="T51" fmla="*/ 275 h 303"/>
                <a:gd name="T52" fmla="*/ 246 w 366"/>
                <a:gd name="T53" fmla="*/ 233 h 303"/>
                <a:gd name="T54" fmla="*/ 270 w 366"/>
                <a:gd name="T55" fmla="*/ 212 h 303"/>
                <a:gd name="T56" fmla="*/ 279 w 366"/>
                <a:gd name="T57" fmla="*/ 202 h 303"/>
                <a:gd name="T58" fmla="*/ 279 w 366"/>
                <a:gd name="T59" fmla="*/ 202 h 303"/>
                <a:gd name="T60" fmla="*/ 297 w 366"/>
                <a:gd name="T61" fmla="*/ 183 h 303"/>
                <a:gd name="T62" fmla="*/ 336 w 366"/>
                <a:gd name="T63" fmla="*/ 121 h 303"/>
                <a:gd name="T64" fmla="*/ 361 w 366"/>
                <a:gd name="T65" fmla="*/ 46 h 303"/>
                <a:gd name="T66" fmla="*/ 366 w 366"/>
                <a:gd name="T67" fmla="*/ 23 h 303"/>
                <a:gd name="T68" fmla="*/ 321 w 366"/>
                <a:gd name="T69" fmla="*/ 0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6" h="303">
                  <a:moveTo>
                    <a:pt x="321" y="0"/>
                  </a:moveTo>
                  <a:cubicBezTo>
                    <a:pt x="321" y="2"/>
                    <a:pt x="320" y="5"/>
                    <a:pt x="320" y="7"/>
                  </a:cubicBezTo>
                  <a:cubicBezTo>
                    <a:pt x="314" y="32"/>
                    <a:pt x="305" y="58"/>
                    <a:pt x="293" y="84"/>
                  </a:cubicBezTo>
                  <a:cubicBezTo>
                    <a:pt x="283" y="106"/>
                    <a:pt x="270" y="128"/>
                    <a:pt x="254" y="148"/>
                  </a:cubicBezTo>
                  <a:cubicBezTo>
                    <a:pt x="248" y="155"/>
                    <a:pt x="242" y="162"/>
                    <a:pt x="236" y="168"/>
                  </a:cubicBezTo>
                  <a:cubicBezTo>
                    <a:pt x="224" y="179"/>
                    <a:pt x="213" y="190"/>
                    <a:pt x="202" y="199"/>
                  </a:cubicBezTo>
                  <a:cubicBezTo>
                    <a:pt x="182" y="216"/>
                    <a:pt x="162" y="231"/>
                    <a:pt x="142" y="243"/>
                  </a:cubicBezTo>
                  <a:cubicBezTo>
                    <a:pt x="128" y="251"/>
                    <a:pt x="114" y="259"/>
                    <a:pt x="100" y="265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15" y="180"/>
                    <a:pt x="14" y="170"/>
                    <a:pt x="18" y="163"/>
                  </a:cubicBezTo>
                  <a:cubicBezTo>
                    <a:pt x="37" y="129"/>
                    <a:pt x="88" y="42"/>
                    <a:pt x="108" y="23"/>
                  </a:cubicBezTo>
                  <a:cubicBezTo>
                    <a:pt x="106" y="24"/>
                    <a:pt x="105" y="25"/>
                    <a:pt x="104" y="27"/>
                  </a:cubicBezTo>
                  <a:cubicBezTo>
                    <a:pt x="104" y="27"/>
                    <a:pt x="104" y="27"/>
                    <a:pt x="104" y="27"/>
                  </a:cubicBezTo>
                  <a:cubicBezTo>
                    <a:pt x="102" y="28"/>
                    <a:pt x="100" y="30"/>
                    <a:pt x="99" y="32"/>
                  </a:cubicBezTo>
                  <a:cubicBezTo>
                    <a:pt x="90" y="41"/>
                    <a:pt x="81" y="50"/>
                    <a:pt x="73" y="60"/>
                  </a:cubicBezTo>
                  <a:cubicBezTo>
                    <a:pt x="68" y="66"/>
                    <a:pt x="62" y="73"/>
                    <a:pt x="57" y="80"/>
                  </a:cubicBezTo>
                  <a:cubicBezTo>
                    <a:pt x="47" y="93"/>
                    <a:pt x="39" y="105"/>
                    <a:pt x="31" y="118"/>
                  </a:cubicBezTo>
                  <a:cubicBezTo>
                    <a:pt x="19" y="137"/>
                    <a:pt x="10" y="155"/>
                    <a:pt x="3" y="173"/>
                  </a:cubicBezTo>
                  <a:cubicBezTo>
                    <a:pt x="0" y="180"/>
                    <a:pt x="3" y="191"/>
                    <a:pt x="8" y="196"/>
                  </a:cubicBezTo>
                  <a:cubicBezTo>
                    <a:pt x="84" y="272"/>
                    <a:pt x="84" y="272"/>
                    <a:pt x="84" y="272"/>
                  </a:cubicBezTo>
                  <a:cubicBezTo>
                    <a:pt x="92" y="280"/>
                    <a:pt x="92" y="280"/>
                    <a:pt x="92" y="280"/>
                  </a:cubicBezTo>
                  <a:cubicBezTo>
                    <a:pt x="98" y="286"/>
                    <a:pt x="122" y="303"/>
                    <a:pt x="131" y="303"/>
                  </a:cubicBezTo>
                  <a:cubicBezTo>
                    <a:pt x="132" y="303"/>
                    <a:pt x="132" y="303"/>
                    <a:pt x="133" y="303"/>
                  </a:cubicBezTo>
                  <a:cubicBezTo>
                    <a:pt x="133" y="303"/>
                    <a:pt x="133" y="303"/>
                    <a:pt x="133" y="303"/>
                  </a:cubicBezTo>
                  <a:cubicBezTo>
                    <a:pt x="141" y="300"/>
                    <a:pt x="150" y="296"/>
                    <a:pt x="158" y="292"/>
                  </a:cubicBezTo>
                  <a:cubicBezTo>
                    <a:pt x="168" y="287"/>
                    <a:pt x="178" y="281"/>
                    <a:pt x="188" y="275"/>
                  </a:cubicBezTo>
                  <a:cubicBezTo>
                    <a:pt x="207" y="263"/>
                    <a:pt x="227" y="249"/>
                    <a:pt x="246" y="233"/>
                  </a:cubicBezTo>
                  <a:cubicBezTo>
                    <a:pt x="254" y="226"/>
                    <a:pt x="262" y="219"/>
                    <a:pt x="270" y="212"/>
                  </a:cubicBezTo>
                  <a:cubicBezTo>
                    <a:pt x="273" y="209"/>
                    <a:pt x="276" y="206"/>
                    <a:pt x="279" y="202"/>
                  </a:cubicBezTo>
                  <a:cubicBezTo>
                    <a:pt x="279" y="202"/>
                    <a:pt x="279" y="202"/>
                    <a:pt x="279" y="202"/>
                  </a:cubicBezTo>
                  <a:cubicBezTo>
                    <a:pt x="286" y="196"/>
                    <a:pt x="292" y="190"/>
                    <a:pt x="297" y="183"/>
                  </a:cubicBezTo>
                  <a:cubicBezTo>
                    <a:pt x="313" y="163"/>
                    <a:pt x="326" y="142"/>
                    <a:pt x="336" y="121"/>
                  </a:cubicBezTo>
                  <a:cubicBezTo>
                    <a:pt x="347" y="95"/>
                    <a:pt x="356" y="70"/>
                    <a:pt x="361" y="46"/>
                  </a:cubicBezTo>
                  <a:cubicBezTo>
                    <a:pt x="363" y="38"/>
                    <a:pt x="365" y="30"/>
                    <a:pt x="366" y="23"/>
                  </a:cubicBezTo>
                  <a:cubicBezTo>
                    <a:pt x="351" y="19"/>
                    <a:pt x="335" y="11"/>
                    <a:pt x="321" y="0"/>
                  </a:cubicBezTo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6" name="Freeform 1827">
              <a:extLst>
                <a:ext uri="{FF2B5EF4-FFF2-40B4-BE49-F238E27FC236}">
                  <a16:creationId xmlns:a16="http://schemas.microsoft.com/office/drawing/2014/main" id="{237CFC33-0EA6-EF53-D713-D0C1E0F4C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3" y="1757363"/>
              <a:ext cx="201612" cy="346075"/>
            </a:xfrm>
            <a:custGeom>
              <a:avLst/>
              <a:gdLst>
                <a:gd name="T0" fmla="*/ 41 w 54"/>
                <a:gd name="T1" fmla="*/ 0 h 92"/>
                <a:gd name="T2" fmla="*/ 41 w 54"/>
                <a:gd name="T3" fmla="*/ 0 h 92"/>
                <a:gd name="T4" fmla="*/ 40 w 54"/>
                <a:gd name="T5" fmla="*/ 0 h 92"/>
                <a:gd name="T6" fmla="*/ 27 w 54"/>
                <a:gd name="T7" fmla="*/ 1 h 92"/>
                <a:gd name="T8" fmla="*/ 27 w 54"/>
                <a:gd name="T9" fmla="*/ 1 h 92"/>
                <a:gd name="T10" fmla="*/ 11 w 54"/>
                <a:gd name="T11" fmla="*/ 2 h 92"/>
                <a:gd name="T12" fmla="*/ 4 w 54"/>
                <a:gd name="T13" fmla="*/ 52 h 92"/>
                <a:gd name="T14" fmla="*/ 0 w 54"/>
                <a:gd name="T15" fmla="*/ 69 h 92"/>
                <a:gd name="T16" fmla="*/ 45 w 54"/>
                <a:gd name="T17" fmla="*/ 92 h 92"/>
                <a:gd name="T18" fmla="*/ 45 w 54"/>
                <a:gd name="T19" fmla="*/ 92 h 92"/>
                <a:gd name="T20" fmla="*/ 53 w 54"/>
                <a:gd name="T21" fmla="*/ 27 h 92"/>
                <a:gd name="T22" fmla="*/ 53 w 54"/>
                <a:gd name="T23" fmla="*/ 25 h 92"/>
                <a:gd name="T24" fmla="*/ 54 w 54"/>
                <a:gd name="T25" fmla="*/ 13 h 92"/>
                <a:gd name="T26" fmla="*/ 41 w 54"/>
                <a:gd name="T2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4" h="92">
                  <a:moveTo>
                    <a:pt x="41" y="0"/>
                  </a:moveTo>
                  <a:cubicBezTo>
                    <a:pt x="41" y="0"/>
                    <a:pt x="41" y="0"/>
                    <a:pt x="41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36" y="0"/>
                    <a:pt x="32" y="1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2" y="1"/>
                    <a:pt x="17" y="1"/>
                    <a:pt x="11" y="2"/>
                  </a:cubicBezTo>
                  <a:cubicBezTo>
                    <a:pt x="9" y="16"/>
                    <a:pt x="7" y="34"/>
                    <a:pt x="4" y="52"/>
                  </a:cubicBezTo>
                  <a:cubicBezTo>
                    <a:pt x="3" y="58"/>
                    <a:pt x="2" y="63"/>
                    <a:pt x="0" y="69"/>
                  </a:cubicBezTo>
                  <a:cubicBezTo>
                    <a:pt x="14" y="80"/>
                    <a:pt x="30" y="88"/>
                    <a:pt x="45" y="92"/>
                  </a:cubicBezTo>
                  <a:cubicBezTo>
                    <a:pt x="45" y="92"/>
                    <a:pt x="45" y="92"/>
                    <a:pt x="45" y="92"/>
                  </a:cubicBezTo>
                  <a:cubicBezTo>
                    <a:pt x="50" y="66"/>
                    <a:pt x="52" y="43"/>
                    <a:pt x="53" y="27"/>
                  </a:cubicBezTo>
                  <a:cubicBezTo>
                    <a:pt x="53" y="26"/>
                    <a:pt x="53" y="25"/>
                    <a:pt x="53" y="25"/>
                  </a:cubicBezTo>
                  <a:cubicBezTo>
                    <a:pt x="54" y="21"/>
                    <a:pt x="54" y="17"/>
                    <a:pt x="54" y="13"/>
                  </a:cubicBezTo>
                  <a:cubicBezTo>
                    <a:pt x="54" y="6"/>
                    <a:pt x="48" y="0"/>
                    <a:pt x="41" y="0"/>
                  </a:cubicBezTo>
                </a:path>
              </a:pathLst>
            </a:custGeom>
            <a:solidFill>
              <a:srgbClr val="C92B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7" name="Freeform 1828">
              <a:extLst>
                <a:ext uri="{FF2B5EF4-FFF2-40B4-BE49-F238E27FC236}">
                  <a16:creationId xmlns:a16="http://schemas.microsoft.com/office/drawing/2014/main" id="{65EDF947-CCF9-CBF0-5E93-5428CE203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0175" y="2046288"/>
              <a:ext cx="409575" cy="411163"/>
            </a:xfrm>
            <a:custGeom>
              <a:avLst/>
              <a:gdLst>
                <a:gd name="T0" fmla="*/ 90 w 109"/>
                <a:gd name="T1" fmla="*/ 90 h 109"/>
                <a:gd name="T2" fmla="*/ 19 w 109"/>
                <a:gd name="T3" fmla="*/ 90 h 109"/>
                <a:gd name="T4" fmla="*/ 19 w 109"/>
                <a:gd name="T5" fmla="*/ 19 h 109"/>
                <a:gd name="T6" fmla="*/ 90 w 109"/>
                <a:gd name="T7" fmla="*/ 19 h 109"/>
                <a:gd name="T8" fmla="*/ 90 w 109"/>
                <a:gd name="T9" fmla="*/ 9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9">
                  <a:moveTo>
                    <a:pt x="90" y="90"/>
                  </a:moveTo>
                  <a:cubicBezTo>
                    <a:pt x="70" y="109"/>
                    <a:pt x="39" y="109"/>
                    <a:pt x="19" y="90"/>
                  </a:cubicBezTo>
                  <a:cubicBezTo>
                    <a:pt x="0" y="70"/>
                    <a:pt x="0" y="39"/>
                    <a:pt x="19" y="19"/>
                  </a:cubicBezTo>
                  <a:cubicBezTo>
                    <a:pt x="39" y="0"/>
                    <a:pt x="70" y="0"/>
                    <a:pt x="90" y="19"/>
                  </a:cubicBezTo>
                  <a:cubicBezTo>
                    <a:pt x="109" y="39"/>
                    <a:pt x="109" y="70"/>
                    <a:pt x="90" y="90"/>
                  </a:cubicBezTo>
                  <a:close/>
                </a:path>
              </a:pathLst>
            </a:custGeom>
            <a:solidFill>
              <a:srgbClr val="04A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8" name="Freeform 1829">
              <a:extLst>
                <a:ext uri="{FF2B5EF4-FFF2-40B4-BE49-F238E27FC236}">
                  <a16:creationId xmlns:a16="http://schemas.microsoft.com/office/drawing/2014/main" id="{CECAE8C2-F9AD-379C-F56E-7E047804D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2100" y="2076450"/>
              <a:ext cx="109537" cy="109538"/>
            </a:xfrm>
            <a:custGeom>
              <a:avLst/>
              <a:gdLst>
                <a:gd name="T0" fmla="*/ 24 w 29"/>
                <a:gd name="T1" fmla="*/ 24 h 29"/>
                <a:gd name="T2" fmla="*/ 5 w 29"/>
                <a:gd name="T3" fmla="*/ 24 h 29"/>
                <a:gd name="T4" fmla="*/ 5 w 29"/>
                <a:gd name="T5" fmla="*/ 5 h 29"/>
                <a:gd name="T6" fmla="*/ 24 w 29"/>
                <a:gd name="T7" fmla="*/ 5 h 29"/>
                <a:gd name="T8" fmla="*/ 24 w 29"/>
                <a:gd name="T9" fmla="*/ 2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29">
                  <a:moveTo>
                    <a:pt x="24" y="24"/>
                  </a:moveTo>
                  <a:cubicBezTo>
                    <a:pt x="19" y="29"/>
                    <a:pt x="10" y="29"/>
                    <a:pt x="5" y="24"/>
                  </a:cubicBezTo>
                  <a:cubicBezTo>
                    <a:pt x="0" y="19"/>
                    <a:pt x="0" y="10"/>
                    <a:pt x="5" y="5"/>
                  </a:cubicBezTo>
                  <a:cubicBezTo>
                    <a:pt x="10" y="0"/>
                    <a:pt x="19" y="0"/>
                    <a:pt x="24" y="5"/>
                  </a:cubicBezTo>
                  <a:cubicBezTo>
                    <a:pt x="29" y="10"/>
                    <a:pt x="29" y="19"/>
                    <a:pt x="24" y="24"/>
                  </a:cubicBezTo>
                  <a:close/>
                </a:path>
              </a:pathLst>
            </a:custGeom>
            <a:solidFill>
              <a:srgbClr val="05DB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9" name="Freeform 1830">
              <a:extLst>
                <a:ext uri="{FF2B5EF4-FFF2-40B4-BE49-F238E27FC236}">
                  <a16:creationId xmlns:a16="http://schemas.microsoft.com/office/drawing/2014/main" id="{2A228913-97DA-E10B-A037-73E13EE45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90175" y="2111375"/>
              <a:ext cx="409575" cy="346075"/>
            </a:xfrm>
            <a:custGeom>
              <a:avLst/>
              <a:gdLst>
                <a:gd name="T0" fmla="*/ 90 w 109"/>
                <a:gd name="T1" fmla="*/ 2 h 92"/>
                <a:gd name="T2" fmla="*/ 87 w 109"/>
                <a:gd name="T3" fmla="*/ 0 h 92"/>
                <a:gd name="T4" fmla="*/ 85 w 109"/>
                <a:gd name="T5" fmla="*/ 57 h 92"/>
                <a:gd name="T6" fmla="*/ 24 w 109"/>
                <a:gd name="T7" fmla="*/ 57 h 92"/>
                <a:gd name="T8" fmla="*/ 22 w 109"/>
                <a:gd name="T9" fmla="*/ 0 h 92"/>
                <a:gd name="T10" fmla="*/ 19 w 109"/>
                <a:gd name="T11" fmla="*/ 2 h 92"/>
                <a:gd name="T12" fmla="*/ 19 w 109"/>
                <a:gd name="T13" fmla="*/ 73 h 92"/>
                <a:gd name="T14" fmla="*/ 90 w 109"/>
                <a:gd name="T15" fmla="*/ 73 h 92"/>
                <a:gd name="T16" fmla="*/ 90 w 109"/>
                <a:gd name="T17" fmla="*/ 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" h="92">
                  <a:moveTo>
                    <a:pt x="90" y="2"/>
                  </a:moveTo>
                  <a:cubicBezTo>
                    <a:pt x="89" y="1"/>
                    <a:pt x="88" y="1"/>
                    <a:pt x="87" y="0"/>
                  </a:cubicBezTo>
                  <a:cubicBezTo>
                    <a:pt x="101" y="17"/>
                    <a:pt x="100" y="42"/>
                    <a:pt x="85" y="57"/>
                  </a:cubicBezTo>
                  <a:cubicBezTo>
                    <a:pt x="68" y="74"/>
                    <a:pt x="41" y="74"/>
                    <a:pt x="24" y="57"/>
                  </a:cubicBezTo>
                  <a:cubicBezTo>
                    <a:pt x="9" y="42"/>
                    <a:pt x="8" y="17"/>
                    <a:pt x="22" y="0"/>
                  </a:cubicBezTo>
                  <a:cubicBezTo>
                    <a:pt x="21" y="1"/>
                    <a:pt x="20" y="1"/>
                    <a:pt x="19" y="2"/>
                  </a:cubicBezTo>
                  <a:cubicBezTo>
                    <a:pt x="0" y="22"/>
                    <a:pt x="0" y="53"/>
                    <a:pt x="19" y="73"/>
                  </a:cubicBezTo>
                  <a:cubicBezTo>
                    <a:pt x="39" y="92"/>
                    <a:pt x="70" y="92"/>
                    <a:pt x="90" y="73"/>
                  </a:cubicBezTo>
                  <a:cubicBezTo>
                    <a:pt x="109" y="53"/>
                    <a:pt x="109" y="22"/>
                    <a:pt x="90" y="2"/>
                  </a:cubicBezTo>
                  <a:close/>
                </a:path>
              </a:pathLst>
            </a:custGeom>
            <a:solidFill>
              <a:srgbClr val="037E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0" name="Freeform 1831">
              <a:extLst>
                <a:ext uri="{FF2B5EF4-FFF2-40B4-BE49-F238E27FC236}">
                  <a16:creationId xmlns:a16="http://schemas.microsoft.com/office/drawing/2014/main" id="{13026C53-4DA0-83EE-E7D2-A0C8CD723F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75888" y="2032000"/>
              <a:ext cx="439737" cy="439738"/>
            </a:xfrm>
            <a:custGeom>
              <a:avLst/>
              <a:gdLst>
                <a:gd name="T0" fmla="*/ 21 w 117"/>
                <a:gd name="T1" fmla="*/ 96 h 117"/>
                <a:gd name="T2" fmla="*/ 21 w 117"/>
                <a:gd name="T3" fmla="*/ 21 h 117"/>
                <a:gd name="T4" fmla="*/ 96 w 117"/>
                <a:gd name="T5" fmla="*/ 21 h 117"/>
                <a:gd name="T6" fmla="*/ 96 w 117"/>
                <a:gd name="T7" fmla="*/ 96 h 117"/>
                <a:gd name="T8" fmla="*/ 21 w 117"/>
                <a:gd name="T9" fmla="*/ 96 h 117"/>
                <a:gd name="T10" fmla="*/ 91 w 117"/>
                <a:gd name="T11" fmla="*/ 26 h 117"/>
                <a:gd name="T12" fmla="*/ 26 w 117"/>
                <a:gd name="T13" fmla="*/ 26 h 117"/>
                <a:gd name="T14" fmla="*/ 26 w 117"/>
                <a:gd name="T15" fmla="*/ 91 h 117"/>
                <a:gd name="T16" fmla="*/ 91 w 117"/>
                <a:gd name="T17" fmla="*/ 91 h 117"/>
                <a:gd name="T18" fmla="*/ 91 w 117"/>
                <a:gd name="T19" fmla="*/ 2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" h="117">
                  <a:moveTo>
                    <a:pt x="21" y="96"/>
                  </a:moveTo>
                  <a:cubicBezTo>
                    <a:pt x="0" y="75"/>
                    <a:pt x="0" y="42"/>
                    <a:pt x="21" y="21"/>
                  </a:cubicBezTo>
                  <a:cubicBezTo>
                    <a:pt x="42" y="0"/>
                    <a:pt x="75" y="0"/>
                    <a:pt x="96" y="21"/>
                  </a:cubicBezTo>
                  <a:cubicBezTo>
                    <a:pt x="117" y="42"/>
                    <a:pt x="117" y="75"/>
                    <a:pt x="96" y="96"/>
                  </a:cubicBezTo>
                  <a:cubicBezTo>
                    <a:pt x="75" y="117"/>
                    <a:pt x="42" y="117"/>
                    <a:pt x="21" y="96"/>
                  </a:cubicBezTo>
                  <a:close/>
                  <a:moveTo>
                    <a:pt x="91" y="26"/>
                  </a:moveTo>
                  <a:cubicBezTo>
                    <a:pt x="73" y="8"/>
                    <a:pt x="44" y="8"/>
                    <a:pt x="26" y="26"/>
                  </a:cubicBezTo>
                  <a:cubicBezTo>
                    <a:pt x="8" y="44"/>
                    <a:pt x="8" y="73"/>
                    <a:pt x="26" y="91"/>
                  </a:cubicBezTo>
                  <a:cubicBezTo>
                    <a:pt x="44" y="109"/>
                    <a:pt x="73" y="109"/>
                    <a:pt x="91" y="91"/>
                  </a:cubicBezTo>
                  <a:cubicBezTo>
                    <a:pt x="109" y="73"/>
                    <a:pt x="109" y="44"/>
                    <a:pt x="91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1" name="Freeform 1832">
              <a:extLst>
                <a:ext uri="{FF2B5EF4-FFF2-40B4-BE49-F238E27FC236}">
                  <a16:creationId xmlns:a16="http://schemas.microsoft.com/office/drawing/2014/main" id="{F36B3E09-D5A5-1DE5-9EED-DAD87B91A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8663" y="2652713"/>
              <a:ext cx="469900" cy="469900"/>
            </a:xfrm>
            <a:custGeom>
              <a:avLst/>
              <a:gdLst>
                <a:gd name="T0" fmla="*/ 116 w 125"/>
                <a:gd name="T1" fmla="*/ 5 h 125"/>
                <a:gd name="T2" fmla="*/ 99 w 125"/>
                <a:gd name="T3" fmla="*/ 5 h 125"/>
                <a:gd name="T4" fmla="*/ 1 w 125"/>
                <a:gd name="T5" fmla="*/ 120 h 125"/>
                <a:gd name="T6" fmla="*/ 1 w 125"/>
                <a:gd name="T7" fmla="*/ 124 h 125"/>
                <a:gd name="T8" fmla="*/ 5 w 125"/>
                <a:gd name="T9" fmla="*/ 124 h 125"/>
                <a:gd name="T10" fmla="*/ 120 w 125"/>
                <a:gd name="T11" fmla="*/ 26 h 125"/>
                <a:gd name="T12" fmla="*/ 120 w 125"/>
                <a:gd name="T13" fmla="*/ 9 h 125"/>
                <a:gd name="T14" fmla="*/ 116 w 125"/>
                <a:gd name="T15" fmla="*/ 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5" h="125">
                  <a:moveTo>
                    <a:pt x="116" y="5"/>
                  </a:moveTo>
                  <a:cubicBezTo>
                    <a:pt x="111" y="0"/>
                    <a:pt x="103" y="0"/>
                    <a:pt x="99" y="5"/>
                  </a:cubicBezTo>
                  <a:cubicBezTo>
                    <a:pt x="1" y="120"/>
                    <a:pt x="1" y="120"/>
                    <a:pt x="1" y="120"/>
                  </a:cubicBezTo>
                  <a:cubicBezTo>
                    <a:pt x="0" y="121"/>
                    <a:pt x="0" y="123"/>
                    <a:pt x="1" y="124"/>
                  </a:cubicBezTo>
                  <a:cubicBezTo>
                    <a:pt x="2" y="125"/>
                    <a:pt x="4" y="125"/>
                    <a:pt x="5" y="124"/>
                  </a:cubicBezTo>
                  <a:cubicBezTo>
                    <a:pt x="120" y="26"/>
                    <a:pt x="120" y="26"/>
                    <a:pt x="120" y="26"/>
                  </a:cubicBezTo>
                  <a:cubicBezTo>
                    <a:pt x="125" y="22"/>
                    <a:pt x="125" y="14"/>
                    <a:pt x="120" y="9"/>
                  </a:cubicBezTo>
                  <a:lnTo>
                    <a:pt x="116" y="5"/>
                  </a:ln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2" name="Freeform 1833">
              <a:extLst>
                <a:ext uri="{FF2B5EF4-FFF2-40B4-BE49-F238E27FC236}">
                  <a16:creationId xmlns:a16="http://schemas.microsoft.com/office/drawing/2014/main" id="{DD4CA550-C4D8-8862-5C95-835F6345B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2413" y="2125663"/>
              <a:ext cx="754062" cy="711200"/>
            </a:xfrm>
            <a:custGeom>
              <a:avLst/>
              <a:gdLst>
                <a:gd name="T0" fmla="*/ 178 w 201"/>
                <a:gd name="T1" fmla="*/ 74 h 189"/>
                <a:gd name="T2" fmla="*/ 201 w 201"/>
                <a:gd name="T3" fmla="*/ 39 h 189"/>
                <a:gd name="T4" fmla="*/ 3 w 201"/>
                <a:gd name="T5" fmla="*/ 178 h 189"/>
                <a:gd name="T6" fmla="*/ 10 w 201"/>
                <a:gd name="T7" fmla="*/ 185 h 189"/>
                <a:gd name="T8" fmla="*/ 148 w 201"/>
                <a:gd name="T9" fmla="*/ 131 h 189"/>
                <a:gd name="T10" fmla="*/ 178 w 201"/>
                <a:gd name="T11" fmla="*/ 7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1" h="189">
                  <a:moveTo>
                    <a:pt x="178" y="74"/>
                  </a:moveTo>
                  <a:cubicBezTo>
                    <a:pt x="186" y="63"/>
                    <a:pt x="193" y="51"/>
                    <a:pt x="201" y="39"/>
                  </a:cubicBezTo>
                  <a:cubicBezTo>
                    <a:pt x="178" y="14"/>
                    <a:pt x="121" y="0"/>
                    <a:pt x="3" y="178"/>
                  </a:cubicBezTo>
                  <a:cubicBezTo>
                    <a:pt x="0" y="183"/>
                    <a:pt x="6" y="189"/>
                    <a:pt x="10" y="185"/>
                  </a:cubicBezTo>
                  <a:cubicBezTo>
                    <a:pt x="70" y="137"/>
                    <a:pt x="106" y="116"/>
                    <a:pt x="148" y="131"/>
                  </a:cubicBezTo>
                  <a:cubicBezTo>
                    <a:pt x="157" y="112"/>
                    <a:pt x="167" y="93"/>
                    <a:pt x="178" y="74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3" name="Freeform 1834">
              <a:extLst>
                <a:ext uri="{FF2B5EF4-FFF2-40B4-BE49-F238E27FC236}">
                  <a16:creationId xmlns:a16="http://schemas.microsoft.com/office/drawing/2014/main" id="{5A13075D-9309-1937-700F-D53B6FF84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5588" y="2125663"/>
              <a:ext cx="750887" cy="700088"/>
            </a:xfrm>
            <a:custGeom>
              <a:avLst/>
              <a:gdLst>
                <a:gd name="T0" fmla="*/ 196 w 200"/>
                <a:gd name="T1" fmla="*/ 46 h 186"/>
                <a:gd name="T2" fmla="*/ 200 w 200"/>
                <a:gd name="T3" fmla="*/ 39 h 186"/>
                <a:gd name="T4" fmla="*/ 2 w 200"/>
                <a:gd name="T5" fmla="*/ 178 h 186"/>
                <a:gd name="T6" fmla="*/ 5 w 200"/>
                <a:gd name="T7" fmla="*/ 186 h 186"/>
                <a:gd name="T8" fmla="*/ 196 w 200"/>
                <a:gd name="T9" fmla="*/ 46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0" h="186">
                  <a:moveTo>
                    <a:pt x="196" y="46"/>
                  </a:moveTo>
                  <a:cubicBezTo>
                    <a:pt x="197" y="44"/>
                    <a:pt x="199" y="42"/>
                    <a:pt x="200" y="39"/>
                  </a:cubicBezTo>
                  <a:cubicBezTo>
                    <a:pt x="177" y="14"/>
                    <a:pt x="120" y="0"/>
                    <a:pt x="2" y="178"/>
                  </a:cubicBezTo>
                  <a:cubicBezTo>
                    <a:pt x="0" y="181"/>
                    <a:pt x="2" y="185"/>
                    <a:pt x="5" y="186"/>
                  </a:cubicBezTo>
                  <a:cubicBezTo>
                    <a:pt x="113" y="22"/>
                    <a:pt x="170" y="24"/>
                    <a:pt x="196" y="46"/>
                  </a:cubicBezTo>
                  <a:close/>
                </a:path>
              </a:pathLst>
            </a:custGeom>
            <a:solidFill>
              <a:srgbClr val="656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4" name="Freeform 1835">
              <a:extLst>
                <a:ext uri="{FF2B5EF4-FFF2-40B4-BE49-F238E27FC236}">
                  <a16:creationId xmlns:a16="http://schemas.microsoft.com/office/drawing/2014/main" id="{7C51B304-9D6B-803D-3852-1A05F4805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5525" y="2851150"/>
              <a:ext cx="704850" cy="755650"/>
            </a:xfrm>
            <a:custGeom>
              <a:avLst/>
              <a:gdLst>
                <a:gd name="T0" fmla="*/ 114 w 188"/>
                <a:gd name="T1" fmla="*/ 23 h 201"/>
                <a:gd name="T2" fmla="*/ 149 w 188"/>
                <a:gd name="T3" fmla="*/ 0 h 201"/>
                <a:gd name="T4" fmla="*/ 10 w 188"/>
                <a:gd name="T5" fmla="*/ 198 h 201"/>
                <a:gd name="T6" fmla="*/ 3 w 188"/>
                <a:gd name="T7" fmla="*/ 191 h 201"/>
                <a:gd name="T8" fmla="*/ 57 w 188"/>
                <a:gd name="T9" fmla="*/ 53 h 201"/>
                <a:gd name="T10" fmla="*/ 114 w 188"/>
                <a:gd name="T11" fmla="*/ 2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8" h="201">
                  <a:moveTo>
                    <a:pt x="114" y="23"/>
                  </a:moveTo>
                  <a:cubicBezTo>
                    <a:pt x="125" y="16"/>
                    <a:pt x="137" y="8"/>
                    <a:pt x="149" y="0"/>
                  </a:cubicBezTo>
                  <a:cubicBezTo>
                    <a:pt x="174" y="24"/>
                    <a:pt x="188" y="80"/>
                    <a:pt x="10" y="198"/>
                  </a:cubicBezTo>
                  <a:cubicBezTo>
                    <a:pt x="5" y="201"/>
                    <a:pt x="0" y="195"/>
                    <a:pt x="3" y="191"/>
                  </a:cubicBezTo>
                  <a:cubicBezTo>
                    <a:pt x="51" y="131"/>
                    <a:pt x="72" y="95"/>
                    <a:pt x="57" y="53"/>
                  </a:cubicBezTo>
                  <a:cubicBezTo>
                    <a:pt x="76" y="44"/>
                    <a:pt x="95" y="34"/>
                    <a:pt x="114" y="23"/>
                  </a:cubicBezTo>
                  <a:close/>
                </a:path>
              </a:pathLst>
            </a:custGeom>
            <a:solidFill>
              <a:srgbClr val="4140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5" name="Freeform 1836">
              <a:extLst>
                <a:ext uri="{FF2B5EF4-FFF2-40B4-BE49-F238E27FC236}">
                  <a16:creationId xmlns:a16="http://schemas.microsoft.com/office/drawing/2014/main" id="{2C69BD3A-C249-6BEC-AAD7-C596ABE3E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3463" y="2851150"/>
              <a:ext cx="696912" cy="752475"/>
            </a:xfrm>
            <a:custGeom>
              <a:avLst/>
              <a:gdLst>
                <a:gd name="T0" fmla="*/ 140 w 186"/>
                <a:gd name="T1" fmla="*/ 4 h 200"/>
                <a:gd name="T2" fmla="*/ 147 w 186"/>
                <a:gd name="T3" fmla="*/ 0 h 200"/>
                <a:gd name="T4" fmla="*/ 8 w 186"/>
                <a:gd name="T5" fmla="*/ 198 h 200"/>
                <a:gd name="T6" fmla="*/ 0 w 186"/>
                <a:gd name="T7" fmla="*/ 195 h 200"/>
                <a:gd name="T8" fmla="*/ 140 w 186"/>
                <a:gd name="T9" fmla="*/ 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" h="200">
                  <a:moveTo>
                    <a:pt x="140" y="4"/>
                  </a:moveTo>
                  <a:cubicBezTo>
                    <a:pt x="142" y="3"/>
                    <a:pt x="144" y="1"/>
                    <a:pt x="147" y="0"/>
                  </a:cubicBezTo>
                  <a:cubicBezTo>
                    <a:pt x="172" y="24"/>
                    <a:pt x="186" y="80"/>
                    <a:pt x="8" y="198"/>
                  </a:cubicBezTo>
                  <a:cubicBezTo>
                    <a:pt x="5" y="200"/>
                    <a:pt x="1" y="198"/>
                    <a:pt x="0" y="195"/>
                  </a:cubicBezTo>
                  <a:cubicBezTo>
                    <a:pt x="164" y="87"/>
                    <a:pt x="162" y="30"/>
                    <a:pt x="140" y="4"/>
                  </a:cubicBezTo>
                  <a:close/>
                </a:path>
              </a:pathLst>
            </a:custGeom>
            <a:solidFill>
              <a:srgbClr val="3231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sp>
        <p:nvSpPr>
          <p:cNvPr id="37" name="Oval 1837">
            <a:extLst>
              <a:ext uri="{FF2B5EF4-FFF2-40B4-BE49-F238E27FC236}">
                <a16:creationId xmlns:a16="http://schemas.microsoft.com/office/drawing/2014/main" id="{61FA82E0-06CB-B026-459C-A356A1F69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2606" y="9091122"/>
            <a:ext cx="1359916" cy="13599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8" name="Oval 1838">
            <a:extLst>
              <a:ext uri="{FF2B5EF4-FFF2-40B4-BE49-F238E27FC236}">
                <a16:creationId xmlns:a16="http://schemas.microsoft.com/office/drawing/2014/main" id="{4C3AE070-A25D-668E-108C-EC4ABC903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1591" y="6003828"/>
            <a:ext cx="1356777" cy="13599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9" name="Oval 1839">
            <a:extLst>
              <a:ext uri="{FF2B5EF4-FFF2-40B4-BE49-F238E27FC236}">
                <a16:creationId xmlns:a16="http://schemas.microsoft.com/office/drawing/2014/main" id="{EADD038C-4A13-788E-C19E-F42A8D9B3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3140" y="9091122"/>
            <a:ext cx="1359916" cy="13599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40" name="Oval 1840">
            <a:extLst>
              <a:ext uri="{FF2B5EF4-FFF2-40B4-BE49-F238E27FC236}">
                <a16:creationId xmlns:a16="http://schemas.microsoft.com/office/drawing/2014/main" id="{B7D0E583-AEB8-0F25-D34F-FFE33EF3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2126" y="6003828"/>
            <a:ext cx="1356777" cy="13599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41" name="Oval 1841">
            <a:extLst>
              <a:ext uri="{FF2B5EF4-FFF2-40B4-BE49-F238E27FC236}">
                <a16:creationId xmlns:a16="http://schemas.microsoft.com/office/drawing/2014/main" id="{EA4B5739-8617-7897-0533-A98FD5019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971" y="9091122"/>
            <a:ext cx="1359916" cy="135991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25" name="Rectangle 1261">
            <a:extLst>
              <a:ext uri="{FF2B5EF4-FFF2-40B4-BE49-F238E27FC236}">
                <a16:creationId xmlns:a16="http://schemas.microsoft.com/office/drawing/2014/main" id="{043916C9-DBA4-6F34-5CFA-5ED9F6965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728" y="9200952"/>
            <a:ext cx="894604" cy="1192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813390" eaLnBrk="1" hangingPunct="1">
              <a:lnSpc>
                <a:spcPts val="9322"/>
              </a:lnSpc>
              <a:spcBef>
                <a:spcPts val="1963"/>
              </a:spcBef>
            </a:pPr>
            <a:r>
              <a:rPr lang="en-US" altLang="ru-RU" sz="7400" b="1" spc="-287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  <a:endParaRPr lang="ru-RU" altLang="ru-RU" sz="7400" b="1" spc="-287" dirty="0">
              <a:solidFill>
                <a:schemeClr val="accent1"/>
              </a:solidFill>
              <a:cs typeface="Poppins" panose="00000500000000000000" pitchFamily="2" charset="0"/>
            </a:endParaRPr>
          </a:p>
        </p:txBody>
      </p:sp>
      <p:sp>
        <p:nvSpPr>
          <p:cNvPr id="126" name="Rectangle 1261">
            <a:extLst>
              <a:ext uri="{FF2B5EF4-FFF2-40B4-BE49-F238E27FC236}">
                <a16:creationId xmlns:a16="http://schemas.microsoft.com/office/drawing/2014/main" id="{DBF2D34F-F6BB-F454-EDD7-218C36FE5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166" y="6125905"/>
            <a:ext cx="1086964" cy="114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813390" eaLnBrk="1" hangingPunct="1">
              <a:lnSpc>
                <a:spcPts val="9322"/>
              </a:lnSpc>
              <a:spcBef>
                <a:spcPts val="1963"/>
              </a:spcBef>
            </a:pPr>
            <a:r>
              <a:rPr lang="en-US" altLang="ru-RU" sz="7400" b="1" spc="-287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  <a:endParaRPr lang="ru-RU" altLang="ru-RU" sz="7400" b="1" spc="-287" dirty="0">
              <a:solidFill>
                <a:schemeClr val="accent2"/>
              </a:solidFill>
              <a:cs typeface="Poppins" panose="00000500000000000000" pitchFamily="2" charset="0"/>
            </a:endParaRPr>
          </a:p>
        </p:txBody>
      </p:sp>
      <p:sp>
        <p:nvSpPr>
          <p:cNvPr id="127" name="Rectangle 1261">
            <a:extLst>
              <a:ext uri="{FF2B5EF4-FFF2-40B4-BE49-F238E27FC236}">
                <a16:creationId xmlns:a16="http://schemas.microsoft.com/office/drawing/2014/main" id="{B9CC4C0D-E295-030E-397F-0F3949B2E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3586" y="9196533"/>
            <a:ext cx="1119024" cy="114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813390" eaLnBrk="1" hangingPunct="1">
              <a:lnSpc>
                <a:spcPts val="9322"/>
              </a:lnSpc>
              <a:spcBef>
                <a:spcPts val="1963"/>
              </a:spcBef>
            </a:pPr>
            <a:r>
              <a:rPr lang="en-US" altLang="ru-RU" sz="7400" b="1" spc="-287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03</a:t>
            </a:r>
            <a:endParaRPr lang="ru-RU" altLang="ru-RU" sz="7400" b="1" spc="-287" dirty="0">
              <a:solidFill>
                <a:schemeClr val="accent3"/>
              </a:solidFill>
              <a:cs typeface="Poppins" panose="00000500000000000000" pitchFamily="2" charset="0"/>
            </a:endParaRPr>
          </a:p>
        </p:txBody>
      </p:sp>
      <p:sp>
        <p:nvSpPr>
          <p:cNvPr id="128" name="Rectangle 1261">
            <a:extLst>
              <a:ext uri="{FF2B5EF4-FFF2-40B4-BE49-F238E27FC236}">
                <a16:creationId xmlns:a16="http://schemas.microsoft.com/office/drawing/2014/main" id="{433ACB47-A8AA-5232-DD1E-E667E69E2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6003" y="6110810"/>
            <a:ext cx="1187954" cy="114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813390" eaLnBrk="1" hangingPunct="1">
              <a:lnSpc>
                <a:spcPts val="9322"/>
              </a:lnSpc>
              <a:spcBef>
                <a:spcPts val="1963"/>
              </a:spcBef>
            </a:pPr>
            <a:r>
              <a:rPr lang="en-US" altLang="ru-RU" sz="7400" b="1" spc="-287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  <a:endParaRPr lang="ru-RU" altLang="ru-RU" sz="7400" b="1" spc="-287" dirty="0">
              <a:solidFill>
                <a:schemeClr val="accent4"/>
              </a:solidFill>
              <a:cs typeface="Poppins" panose="00000500000000000000" pitchFamily="2" charset="0"/>
            </a:endParaRPr>
          </a:p>
        </p:txBody>
      </p:sp>
      <p:sp>
        <p:nvSpPr>
          <p:cNvPr id="129" name="Rectangle 1261">
            <a:extLst>
              <a:ext uri="{FF2B5EF4-FFF2-40B4-BE49-F238E27FC236}">
                <a16:creationId xmlns:a16="http://schemas.microsoft.com/office/drawing/2014/main" id="{AE99DB22-FF0A-36CA-6349-2B9E35415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1410" y="9198104"/>
            <a:ext cx="1162306" cy="1149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1813390" eaLnBrk="1" hangingPunct="1">
              <a:lnSpc>
                <a:spcPts val="9322"/>
              </a:lnSpc>
              <a:spcBef>
                <a:spcPts val="1963"/>
              </a:spcBef>
            </a:pPr>
            <a:r>
              <a:rPr lang="en-US" altLang="ru-RU" sz="7400" b="1" spc="-287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05</a:t>
            </a:r>
            <a:endParaRPr lang="ru-RU" altLang="ru-RU" sz="7400" b="1" spc="-287" dirty="0">
              <a:solidFill>
                <a:schemeClr val="accent5"/>
              </a:solidFill>
              <a:cs typeface="Poppins" panose="00000500000000000000" pitchFamily="2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A059B10-C003-051E-C6F5-9EAE5C9D6500}"/>
              </a:ext>
            </a:extLst>
          </p:cNvPr>
          <p:cNvGrpSpPr/>
          <p:nvPr/>
        </p:nvGrpSpPr>
        <p:grpSpPr>
          <a:xfrm>
            <a:off x="2693052" y="11192950"/>
            <a:ext cx="4689688" cy="1695324"/>
            <a:chOff x="3005464" y="10391290"/>
            <a:chExt cx="4689688" cy="1695324"/>
          </a:xfrm>
        </p:grpSpPr>
        <p:grpSp>
          <p:nvGrpSpPr>
            <p:cNvPr id="151" name="成组">
              <a:extLst>
                <a:ext uri="{FF2B5EF4-FFF2-40B4-BE49-F238E27FC236}">
                  <a16:creationId xmlns:a16="http://schemas.microsoft.com/office/drawing/2014/main" id="{7B5F0944-687F-3447-AF11-947EFD7A4CE4}"/>
                </a:ext>
              </a:extLst>
            </p:cNvPr>
            <p:cNvGrpSpPr/>
            <p:nvPr/>
          </p:nvGrpSpPr>
          <p:grpSpPr>
            <a:xfrm>
              <a:off x="3005464" y="10951495"/>
              <a:ext cx="574919" cy="574915"/>
              <a:chOff x="0" y="0"/>
              <a:chExt cx="457200" cy="457200"/>
            </a:xfrm>
          </p:grpSpPr>
          <p:sp>
            <p:nvSpPr>
              <p:cNvPr id="152" name="任意形状 393">
                <a:extLst>
                  <a:ext uri="{FF2B5EF4-FFF2-40B4-BE49-F238E27FC236}">
                    <a16:creationId xmlns:a16="http://schemas.microsoft.com/office/drawing/2014/main" id="{8186CEC6-40B8-7248-56A2-1A57BEC9D278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153" name="任意形状 394">
                <a:extLst>
                  <a:ext uri="{FF2B5EF4-FFF2-40B4-BE49-F238E27FC236}">
                    <a16:creationId xmlns:a16="http://schemas.microsoft.com/office/drawing/2014/main" id="{F5A5545B-542D-564B-C21D-C30F3F59B2CE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20" y="21600"/>
                    </a:moveTo>
                    <a:lnTo>
                      <a:pt x="1080" y="21600"/>
                    </a:lnTo>
                    <a:cubicBezTo>
                      <a:pt x="483" y="21600"/>
                      <a:pt x="0" y="21063"/>
                      <a:pt x="0" y="20400"/>
                    </a:cubicBezTo>
                    <a:lnTo>
                      <a:pt x="0" y="11384"/>
                    </a:lnTo>
                    <a:cubicBezTo>
                      <a:pt x="0" y="11037"/>
                      <a:pt x="135" y="10708"/>
                      <a:pt x="370" y="10480"/>
                    </a:cubicBezTo>
                    <a:lnTo>
                      <a:pt x="4320" y="6653"/>
                    </a:lnTo>
                    <a:lnTo>
                      <a:pt x="4320" y="1200"/>
                    </a:lnTo>
                    <a:cubicBezTo>
                      <a:pt x="4320" y="537"/>
                      <a:pt x="4803" y="0"/>
                      <a:pt x="5400" y="0"/>
                    </a:cubicBezTo>
                    <a:lnTo>
                      <a:pt x="20520" y="0"/>
                    </a:lnTo>
                    <a:cubicBezTo>
                      <a:pt x="21117" y="0"/>
                      <a:pt x="21600" y="537"/>
                      <a:pt x="21600" y="1200"/>
                    </a:cubicBezTo>
                    <a:lnTo>
                      <a:pt x="21600" y="20400"/>
                    </a:lnTo>
                    <a:cubicBezTo>
                      <a:pt x="21600" y="21063"/>
                      <a:pt x="21117" y="21600"/>
                      <a:pt x="20520" y="21600"/>
                    </a:cubicBezTo>
                    <a:close/>
                    <a:moveTo>
                      <a:pt x="7560" y="19200"/>
                    </a:moveTo>
                    <a:lnTo>
                      <a:pt x="10800" y="19200"/>
                    </a:lnTo>
                    <a:lnTo>
                      <a:pt x="10800" y="11930"/>
                    </a:lnTo>
                    <a:lnTo>
                      <a:pt x="6480" y="7745"/>
                    </a:lnTo>
                    <a:lnTo>
                      <a:pt x="2160" y="11930"/>
                    </a:lnTo>
                    <a:lnTo>
                      <a:pt x="2160" y="19200"/>
                    </a:lnTo>
                    <a:lnTo>
                      <a:pt x="5400" y="19200"/>
                    </a:lnTo>
                    <a:lnTo>
                      <a:pt x="5400" y="14400"/>
                    </a:lnTo>
                    <a:lnTo>
                      <a:pt x="7560" y="14400"/>
                    </a:lnTo>
                    <a:lnTo>
                      <a:pt x="7560" y="19200"/>
                    </a:lnTo>
                    <a:close/>
                    <a:moveTo>
                      <a:pt x="12960" y="19200"/>
                    </a:moveTo>
                    <a:lnTo>
                      <a:pt x="19440" y="19200"/>
                    </a:lnTo>
                    <a:lnTo>
                      <a:pt x="19440" y="2400"/>
                    </a:lnTo>
                    <a:lnTo>
                      <a:pt x="6480" y="2400"/>
                    </a:lnTo>
                    <a:lnTo>
                      <a:pt x="6480" y="4952"/>
                    </a:lnTo>
                    <a:cubicBezTo>
                      <a:pt x="6733" y="4952"/>
                      <a:pt x="6986" y="5051"/>
                      <a:pt x="7190" y="5249"/>
                    </a:cubicBezTo>
                    <a:lnTo>
                      <a:pt x="12590" y="10480"/>
                    </a:lnTo>
                    <a:cubicBezTo>
                      <a:pt x="12825" y="10708"/>
                      <a:pt x="12960" y="11037"/>
                      <a:pt x="12960" y="11384"/>
                    </a:cubicBezTo>
                    <a:lnTo>
                      <a:pt x="12960" y="19200"/>
                    </a:lnTo>
                    <a:close/>
                    <a:moveTo>
                      <a:pt x="15120" y="9600"/>
                    </a:moveTo>
                    <a:lnTo>
                      <a:pt x="17280" y="9600"/>
                    </a:lnTo>
                    <a:lnTo>
                      <a:pt x="17280" y="12000"/>
                    </a:lnTo>
                    <a:lnTo>
                      <a:pt x="15120" y="12000"/>
                    </a:lnTo>
                    <a:lnTo>
                      <a:pt x="15120" y="9600"/>
                    </a:lnTo>
                    <a:close/>
                    <a:moveTo>
                      <a:pt x="15120" y="14400"/>
                    </a:moveTo>
                    <a:lnTo>
                      <a:pt x="17280" y="14400"/>
                    </a:lnTo>
                    <a:lnTo>
                      <a:pt x="17280" y="16800"/>
                    </a:lnTo>
                    <a:lnTo>
                      <a:pt x="15120" y="16800"/>
                    </a:lnTo>
                    <a:lnTo>
                      <a:pt x="15120" y="14400"/>
                    </a:lnTo>
                    <a:close/>
                    <a:moveTo>
                      <a:pt x="15120" y="4800"/>
                    </a:moveTo>
                    <a:lnTo>
                      <a:pt x="17280" y="4800"/>
                    </a:lnTo>
                    <a:lnTo>
                      <a:pt x="17280" y="7200"/>
                    </a:lnTo>
                    <a:lnTo>
                      <a:pt x="15120" y="7200"/>
                    </a:lnTo>
                    <a:lnTo>
                      <a:pt x="15120" y="4800"/>
                    </a:lnTo>
                    <a:close/>
                    <a:moveTo>
                      <a:pt x="10800" y="4800"/>
                    </a:moveTo>
                    <a:lnTo>
                      <a:pt x="12960" y="4800"/>
                    </a:lnTo>
                    <a:lnTo>
                      <a:pt x="12960" y="7200"/>
                    </a:lnTo>
                    <a:lnTo>
                      <a:pt x="10800" y="7200"/>
                    </a:lnTo>
                    <a:lnTo>
                      <a:pt x="10800" y="48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C30793F-624C-FC15-0C25-3C01A905A8A9}"/>
                </a:ext>
              </a:extLst>
            </p:cNvPr>
            <p:cNvGrpSpPr/>
            <p:nvPr/>
          </p:nvGrpSpPr>
          <p:grpSpPr>
            <a:xfrm>
              <a:off x="3918230" y="10391290"/>
              <a:ext cx="3776922" cy="1695324"/>
              <a:chOff x="1052824" y="3781080"/>
              <a:chExt cx="3776922" cy="1695324"/>
            </a:xfrm>
          </p:grpSpPr>
          <p:sp>
            <p:nvSpPr>
              <p:cNvPr id="10" name="Shape 891">
                <a:extLst>
                  <a:ext uri="{FF2B5EF4-FFF2-40B4-BE49-F238E27FC236}">
                    <a16:creationId xmlns:a16="http://schemas.microsoft.com/office/drawing/2014/main" id="{7404E1A5-36DD-E19F-E800-641BDAF2B861}"/>
                  </a:ext>
                </a:extLst>
              </p:cNvPr>
              <p:cNvSpPr/>
              <p:nvPr/>
            </p:nvSpPr>
            <p:spPr>
              <a:xfrm>
                <a:off x="1052826" y="4378662"/>
                <a:ext cx="3776920" cy="1097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  <p:sp>
            <p:nvSpPr>
              <p:cNvPr id="42" name="Shape 892">
                <a:extLst>
                  <a:ext uri="{FF2B5EF4-FFF2-40B4-BE49-F238E27FC236}">
                    <a16:creationId xmlns:a16="http://schemas.microsoft.com/office/drawing/2014/main" id="{1054B0A2-266F-EA87-D926-5F2211E58127}"/>
                  </a:ext>
                </a:extLst>
              </p:cNvPr>
              <p:cNvSpPr txBox="1"/>
              <p:nvPr/>
            </p:nvSpPr>
            <p:spPr>
              <a:xfrm>
                <a:off x="1052824" y="3781080"/>
                <a:ext cx="3710462" cy="81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id-ID" sz="3400" b="1" dirty="0">
                    <a:solidFill>
                      <a:schemeClr val="accent1"/>
                    </a:solidFill>
                    <a:latin typeface="Poppins" panose="00000500000000000000" pitchFamily="2" charset="0"/>
                    <a:ea typeface="Lato"/>
                    <a:cs typeface="Poppins" panose="00000500000000000000" pitchFamily="2" charset="0"/>
                    <a:sym typeface="Lato"/>
                  </a:rPr>
                  <a:t>YOUR TEXT</a:t>
                </a:r>
                <a:endPara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A337B36-D26E-2326-BAB9-9C84A6FE6AB0}"/>
              </a:ext>
            </a:extLst>
          </p:cNvPr>
          <p:cNvGrpSpPr/>
          <p:nvPr/>
        </p:nvGrpSpPr>
        <p:grpSpPr>
          <a:xfrm>
            <a:off x="9859364" y="11192950"/>
            <a:ext cx="3776922" cy="1695324"/>
            <a:chOff x="1052824" y="3781080"/>
            <a:chExt cx="3776922" cy="1695324"/>
          </a:xfrm>
        </p:grpSpPr>
        <p:sp>
          <p:nvSpPr>
            <p:cNvPr id="44" name="Shape 891">
              <a:extLst>
                <a:ext uri="{FF2B5EF4-FFF2-40B4-BE49-F238E27FC236}">
                  <a16:creationId xmlns:a16="http://schemas.microsoft.com/office/drawing/2014/main" id="{1441051C-C985-7194-944D-CAF34560347F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45" name="Shape 892">
              <a:extLst>
                <a:ext uri="{FF2B5EF4-FFF2-40B4-BE49-F238E27FC236}">
                  <a16:creationId xmlns:a16="http://schemas.microsoft.com/office/drawing/2014/main" id="{4ADCB858-C4F9-04B9-8AE2-8769F37360F4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D109FC4-2108-D23A-C5F3-4045D3311BB3}"/>
              </a:ext>
            </a:extLst>
          </p:cNvPr>
          <p:cNvGrpSpPr/>
          <p:nvPr/>
        </p:nvGrpSpPr>
        <p:grpSpPr>
          <a:xfrm>
            <a:off x="15206189" y="11192950"/>
            <a:ext cx="4750345" cy="1695324"/>
            <a:chOff x="15518601" y="10610361"/>
            <a:chExt cx="4750345" cy="1695324"/>
          </a:xfrm>
        </p:grpSpPr>
        <p:grpSp>
          <p:nvGrpSpPr>
            <p:cNvPr id="148" name="成组">
              <a:extLst>
                <a:ext uri="{FF2B5EF4-FFF2-40B4-BE49-F238E27FC236}">
                  <a16:creationId xmlns:a16="http://schemas.microsoft.com/office/drawing/2014/main" id="{D3DFB339-7747-8BB9-E35D-4A15D4F73100}"/>
                </a:ext>
              </a:extLst>
            </p:cNvPr>
            <p:cNvGrpSpPr/>
            <p:nvPr/>
          </p:nvGrpSpPr>
          <p:grpSpPr>
            <a:xfrm>
              <a:off x="15518601" y="11170566"/>
              <a:ext cx="574919" cy="574915"/>
              <a:chOff x="0" y="0"/>
              <a:chExt cx="457200" cy="457200"/>
            </a:xfrm>
          </p:grpSpPr>
          <p:sp>
            <p:nvSpPr>
              <p:cNvPr id="149" name="任意形状 375">
                <a:extLst>
                  <a:ext uri="{FF2B5EF4-FFF2-40B4-BE49-F238E27FC236}">
                    <a16:creationId xmlns:a16="http://schemas.microsoft.com/office/drawing/2014/main" id="{ECBF0365-4DAA-D56C-CF2C-2DC4EBE5F860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150" name="任意形状 376">
                <a:extLst>
                  <a:ext uri="{FF2B5EF4-FFF2-40B4-BE49-F238E27FC236}">
                    <a16:creationId xmlns:a16="http://schemas.microsoft.com/office/drawing/2014/main" id="{EBF46621-43E4-A00C-5A3B-221DAF151E31}"/>
                  </a:ext>
                </a:extLst>
              </p:cNvPr>
              <p:cNvSpPr/>
              <p:nvPr/>
            </p:nvSpPr>
            <p:spPr>
              <a:xfrm>
                <a:off x="57150" y="19050"/>
                <a:ext cx="3429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400" y="9840"/>
                    </a:moveTo>
                    <a:lnTo>
                      <a:pt x="8400" y="0"/>
                    </a:lnTo>
                    <a:lnTo>
                      <a:pt x="21600" y="648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480"/>
                    </a:lnTo>
                    <a:lnTo>
                      <a:pt x="8400" y="9840"/>
                    </a:lnTo>
                    <a:close/>
                    <a:moveTo>
                      <a:pt x="10800" y="3639"/>
                    </a:moveTo>
                    <a:lnTo>
                      <a:pt x="10800" y="13164"/>
                    </a:lnTo>
                    <a:lnTo>
                      <a:pt x="2400" y="9804"/>
                    </a:lnTo>
                    <a:lnTo>
                      <a:pt x="2400" y="19440"/>
                    </a:lnTo>
                    <a:lnTo>
                      <a:pt x="19200" y="19440"/>
                    </a:lnTo>
                    <a:lnTo>
                      <a:pt x="19200" y="7762"/>
                    </a:lnTo>
                    <a:lnTo>
                      <a:pt x="10800" y="364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C37EE80-BBE1-70B4-C597-1B02FFE9D20B}"/>
                </a:ext>
              </a:extLst>
            </p:cNvPr>
            <p:cNvGrpSpPr/>
            <p:nvPr/>
          </p:nvGrpSpPr>
          <p:grpSpPr>
            <a:xfrm>
              <a:off x="16492024" y="10610361"/>
              <a:ext cx="3776922" cy="1695324"/>
              <a:chOff x="1052824" y="3781080"/>
              <a:chExt cx="3776922" cy="1695324"/>
            </a:xfrm>
          </p:grpSpPr>
          <p:sp>
            <p:nvSpPr>
              <p:cNvPr id="47" name="Shape 891">
                <a:extLst>
                  <a:ext uri="{FF2B5EF4-FFF2-40B4-BE49-F238E27FC236}">
                    <a16:creationId xmlns:a16="http://schemas.microsoft.com/office/drawing/2014/main" id="{168CA1EF-F763-24B0-0031-0BC39412BBBA}"/>
                  </a:ext>
                </a:extLst>
              </p:cNvPr>
              <p:cNvSpPr/>
              <p:nvPr/>
            </p:nvSpPr>
            <p:spPr>
              <a:xfrm>
                <a:off x="1052826" y="4378662"/>
                <a:ext cx="3776920" cy="1097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  <p:sp>
            <p:nvSpPr>
              <p:cNvPr id="48" name="Shape 892">
                <a:extLst>
                  <a:ext uri="{FF2B5EF4-FFF2-40B4-BE49-F238E27FC236}">
                    <a16:creationId xmlns:a16="http://schemas.microsoft.com/office/drawing/2014/main" id="{BE2212FF-2CDA-FA3D-6CB8-FD58E2830763}"/>
                  </a:ext>
                </a:extLst>
              </p:cNvPr>
              <p:cNvSpPr txBox="1"/>
              <p:nvPr/>
            </p:nvSpPr>
            <p:spPr>
              <a:xfrm>
                <a:off x="1052824" y="3781080"/>
                <a:ext cx="3710462" cy="81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id-ID" sz="3400" b="1" dirty="0">
                    <a:solidFill>
                      <a:schemeClr val="accent5"/>
                    </a:solidFill>
                    <a:latin typeface="Poppins" panose="00000500000000000000" pitchFamily="2" charset="0"/>
                    <a:ea typeface="Lato"/>
                    <a:cs typeface="Poppins" panose="00000500000000000000" pitchFamily="2" charset="0"/>
                    <a:sym typeface="Lato"/>
                  </a:rPr>
                  <a:t>YOUR TEXT</a:t>
                </a:r>
                <a:endPara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endParaRPr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A8F5AD7-B4DA-4176-E878-AB330CB8630C}"/>
              </a:ext>
            </a:extLst>
          </p:cNvPr>
          <p:cNvGrpSpPr/>
          <p:nvPr/>
        </p:nvGrpSpPr>
        <p:grpSpPr>
          <a:xfrm>
            <a:off x="6070838" y="3393309"/>
            <a:ext cx="4728683" cy="1695324"/>
            <a:chOff x="6019789" y="2809269"/>
            <a:chExt cx="4728683" cy="1695324"/>
          </a:xfrm>
        </p:grpSpPr>
        <p:grpSp>
          <p:nvGrpSpPr>
            <p:cNvPr id="154" name="成组">
              <a:extLst>
                <a:ext uri="{FF2B5EF4-FFF2-40B4-BE49-F238E27FC236}">
                  <a16:creationId xmlns:a16="http://schemas.microsoft.com/office/drawing/2014/main" id="{B6066415-F7A1-7DC5-DAE7-C76545B23062}"/>
                </a:ext>
              </a:extLst>
            </p:cNvPr>
            <p:cNvGrpSpPr/>
            <p:nvPr/>
          </p:nvGrpSpPr>
          <p:grpSpPr>
            <a:xfrm>
              <a:off x="6019789" y="3369474"/>
              <a:ext cx="574919" cy="574915"/>
              <a:chOff x="0" y="0"/>
              <a:chExt cx="457200" cy="457200"/>
            </a:xfrm>
          </p:grpSpPr>
          <p:sp>
            <p:nvSpPr>
              <p:cNvPr id="155" name="任意形状 399">
                <a:extLst>
                  <a:ext uri="{FF2B5EF4-FFF2-40B4-BE49-F238E27FC236}">
                    <a16:creationId xmlns:a16="http://schemas.microsoft.com/office/drawing/2014/main" id="{57D4C945-0D91-F95E-DC4F-4C3D49AEDB26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156" name="任意形状 400">
                <a:extLst>
                  <a:ext uri="{FF2B5EF4-FFF2-40B4-BE49-F238E27FC236}">
                    <a16:creationId xmlns:a16="http://schemas.microsoft.com/office/drawing/2014/main" id="{796120F0-B463-C773-87AD-1FBC2B33F06B}"/>
                  </a:ext>
                </a:extLst>
              </p:cNvPr>
              <p:cNvSpPr/>
              <p:nvPr/>
            </p:nvSpPr>
            <p:spPr>
              <a:xfrm>
                <a:off x="19050" y="57150"/>
                <a:ext cx="4191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5" y="3600"/>
                    </a:moveTo>
                    <a:lnTo>
                      <a:pt x="21600" y="3600"/>
                    </a:lnTo>
                    <a:lnTo>
                      <a:pt x="21600" y="6000"/>
                    </a:lnTo>
                    <a:lnTo>
                      <a:pt x="20618" y="6000"/>
                    </a:lnTo>
                    <a:lnTo>
                      <a:pt x="20618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200"/>
                    </a:lnTo>
                    <a:lnTo>
                      <a:pt x="982" y="19200"/>
                    </a:lnTo>
                    <a:lnTo>
                      <a:pt x="982" y="6000"/>
                    </a:lnTo>
                    <a:lnTo>
                      <a:pt x="0" y="6000"/>
                    </a:lnTo>
                    <a:lnTo>
                      <a:pt x="0" y="3600"/>
                    </a:lnTo>
                    <a:lnTo>
                      <a:pt x="2945" y="3600"/>
                    </a:lnTo>
                    <a:lnTo>
                      <a:pt x="2945" y="1200"/>
                    </a:lnTo>
                    <a:cubicBezTo>
                      <a:pt x="2945" y="537"/>
                      <a:pt x="3385" y="0"/>
                      <a:pt x="3927" y="0"/>
                    </a:cubicBezTo>
                    <a:lnTo>
                      <a:pt x="17673" y="0"/>
                    </a:lnTo>
                    <a:cubicBezTo>
                      <a:pt x="18215" y="0"/>
                      <a:pt x="18655" y="537"/>
                      <a:pt x="18655" y="1200"/>
                    </a:cubicBezTo>
                    <a:lnTo>
                      <a:pt x="18655" y="3600"/>
                    </a:lnTo>
                    <a:close/>
                    <a:moveTo>
                      <a:pt x="18655" y="6000"/>
                    </a:moveTo>
                    <a:lnTo>
                      <a:pt x="2945" y="6000"/>
                    </a:lnTo>
                    <a:lnTo>
                      <a:pt x="2945" y="19200"/>
                    </a:lnTo>
                    <a:lnTo>
                      <a:pt x="5891" y="19200"/>
                    </a:lnTo>
                    <a:lnTo>
                      <a:pt x="5891" y="10800"/>
                    </a:lnTo>
                    <a:lnTo>
                      <a:pt x="7855" y="10800"/>
                    </a:lnTo>
                    <a:lnTo>
                      <a:pt x="7855" y="19200"/>
                    </a:lnTo>
                    <a:lnTo>
                      <a:pt x="9818" y="19200"/>
                    </a:lnTo>
                    <a:lnTo>
                      <a:pt x="9818" y="10800"/>
                    </a:lnTo>
                    <a:lnTo>
                      <a:pt x="11782" y="10800"/>
                    </a:lnTo>
                    <a:lnTo>
                      <a:pt x="11782" y="19200"/>
                    </a:lnTo>
                    <a:lnTo>
                      <a:pt x="13745" y="19200"/>
                    </a:lnTo>
                    <a:lnTo>
                      <a:pt x="13745" y="10800"/>
                    </a:lnTo>
                    <a:lnTo>
                      <a:pt x="15709" y="10800"/>
                    </a:lnTo>
                    <a:lnTo>
                      <a:pt x="15709" y="19200"/>
                    </a:lnTo>
                    <a:lnTo>
                      <a:pt x="18655" y="19200"/>
                    </a:lnTo>
                    <a:lnTo>
                      <a:pt x="18655" y="6000"/>
                    </a:lnTo>
                    <a:close/>
                    <a:moveTo>
                      <a:pt x="4909" y="2400"/>
                    </a:moveTo>
                    <a:lnTo>
                      <a:pt x="4909" y="3600"/>
                    </a:lnTo>
                    <a:lnTo>
                      <a:pt x="16691" y="3600"/>
                    </a:lnTo>
                    <a:lnTo>
                      <a:pt x="16691" y="2400"/>
                    </a:lnTo>
                    <a:lnTo>
                      <a:pt x="4909" y="240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DD7A66D-2A18-BC1D-B027-40AD34BF35B9}"/>
                </a:ext>
              </a:extLst>
            </p:cNvPr>
            <p:cNvGrpSpPr/>
            <p:nvPr/>
          </p:nvGrpSpPr>
          <p:grpSpPr>
            <a:xfrm>
              <a:off x="6971550" y="2809269"/>
              <a:ext cx="3776922" cy="1695324"/>
              <a:chOff x="1052824" y="3781080"/>
              <a:chExt cx="3776922" cy="1695324"/>
            </a:xfrm>
          </p:grpSpPr>
          <p:sp>
            <p:nvSpPr>
              <p:cNvPr id="50" name="Shape 891">
                <a:extLst>
                  <a:ext uri="{FF2B5EF4-FFF2-40B4-BE49-F238E27FC236}">
                    <a16:creationId xmlns:a16="http://schemas.microsoft.com/office/drawing/2014/main" id="{511BAD49-B4F9-6A1A-DCFF-E5D270314A80}"/>
                  </a:ext>
                </a:extLst>
              </p:cNvPr>
              <p:cNvSpPr/>
              <p:nvPr/>
            </p:nvSpPr>
            <p:spPr>
              <a:xfrm>
                <a:off x="1052826" y="4378662"/>
                <a:ext cx="3776920" cy="1097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  <p:sp>
            <p:nvSpPr>
              <p:cNvPr id="51" name="Shape 892">
                <a:extLst>
                  <a:ext uri="{FF2B5EF4-FFF2-40B4-BE49-F238E27FC236}">
                    <a16:creationId xmlns:a16="http://schemas.microsoft.com/office/drawing/2014/main" id="{58C95D6A-35B3-9AD6-FA75-F3E80D2AF9A8}"/>
                  </a:ext>
                </a:extLst>
              </p:cNvPr>
              <p:cNvSpPr txBox="1"/>
              <p:nvPr/>
            </p:nvSpPr>
            <p:spPr>
              <a:xfrm>
                <a:off x="1052824" y="3781080"/>
                <a:ext cx="3710462" cy="81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id-ID" sz="3400" b="1" dirty="0">
                    <a:solidFill>
                      <a:schemeClr val="accent2"/>
                    </a:solidFill>
                    <a:latin typeface="Poppins" panose="00000500000000000000" pitchFamily="2" charset="0"/>
                    <a:ea typeface="Lato"/>
                    <a:cs typeface="Poppins" panose="00000500000000000000" pitchFamily="2" charset="0"/>
                    <a:sym typeface="Lato"/>
                  </a:rPr>
                  <a:t>YOUR TEXT</a:t>
                </a:r>
                <a:endPara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endParaRP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5A241EA-CD80-A727-A437-AB53EAD9C976}"/>
              </a:ext>
            </a:extLst>
          </p:cNvPr>
          <p:cNvGrpSpPr/>
          <p:nvPr/>
        </p:nvGrpSpPr>
        <p:grpSpPr>
          <a:xfrm>
            <a:off x="11944245" y="3393309"/>
            <a:ext cx="4634503" cy="1695324"/>
            <a:chOff x="11893196" y="2871570"/>
            <a:chExt cx="4634503" cy="1695324"/>
          </a:xfrm>
        </p:grpSpPr>
        <p:grpSp>
          <p:nvGrpSpPr>
            <p:cNvPr id="157" name="成组">
              <a:extLst>
                <a:ext uri="{FF2B5EF4-FFF2-40B4-BE49-F238E27FC236}">
                  <a16:creationId xmlns:a16="http://schemas.microsoft.com/office/drawing/2014/main" id="{0E588FE5-2BD1-EDA8-DC72-19FE685DE254}"/>
                </a:ext>
              </a:extLst>
            </p:cNvPr>
            <p:cNvGrpSpPr/>
            <p:nvPr/>
          </p:nvGrpSpPr>
          <p:grpSpPr>
            <a:xfrm>
              <a:off x="11893196" y="3431775"/>
              <a:ext cx="574919" cy="574915"/>
              <a:chOff x="0" y="0"/>
              <a:chExt cx="457200" cy="457200"/>
            </a:xfrm>
          </p:grpSpPr>
          <p:sp>
            <p:nvSpPr>
              <p:cNvPr id="158" name="任意形状 477">
                <a:extLst>
                  <a:ext uri="{FF2B5EF4-FFF2-40B4-BE49-F238E27FC236}">
                    <a16:creationId xmlns:a16="http://schemas.microsoft.com/office/drawing/2014/main" id="{5D68CF12-93FF-5CA2-375B-267CC0C3560B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159" name="任意形状 478">
                <a:extLst>
                  <a:ext uri="{FF2B5EF4-FFF2-40B4-BE49-F238E27FC236}">
                    <a16:creationId xmlns:a16="http://schemas.microsoft.com/office/drawing/2014/main" id="{E84235ED-AD13-BE29-2E56-028B28A40976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19200"/>
                    </a:lnTo>
                    <a:lnTo>
                      <a:pt x="1080" y="19200"/>
                    </a:lnTo>
                    <a:lnTo>
                      <a:pt x="1080" y="1200"/>
                    </a:lnTo>
                    <a:cubicBezTo>
                      <a:pt x="1080" y="537"/>
                      <a:pt x="1563" y="0"/>
                      <a:pt x="2160" y="0"/>
                    </a:cubicBezTo>
                    <a:lnTo>
                      <a:pt x="17280" y="0"/>
                    </a:lnTo>
                    <a:cubicBezTo>
                      <a:pt x="17877" y="0"/>
                      <a:pt x="18360" y="537"/>
                      <a:pt x="18360" y="1200"/>
                    </a:cubicBezTo>
                    <a:lnTo>
                      <a:pt x="18360" y="7200"/>
                    </a:lnTo>
                    <a:lnTo>
                      <a:pt x="20520" y="7200"/>
                    </a:lnTo>
                    <a:lnTo>
                      <a:pt x="20520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close/>
                    <a:moveTo>
                      <a:pt x="16200" y="19200"/>
                    </a:moveTo>
                    <a:lnTo>
                      <a:pt x="18360" y="19200"/>
                    </a:lnTo>
                    <a:lnTo>
                      <a:pt x="18360" y="9600"/>
                    </a:lnTo>
                    <a:lnTo>
                      <a:pt x="11880" y="9600"/>
                    </a:lnTo>
                    <a:lnTo>
                      <a:pt x="11880" y="19200"/>
                    </a:lnTo>
                    <a:lnTo>
                      <a:pt x="14040" y="19200"/>
                    </a:lnTo>
                    <a:lnTo>
                      <a:pt x="14040" y="12000"/>
                    </a:lnTo>
                    <a:lnTo>
                      <a:pt x="16200" y="12000"/>
                    </a:lnTo>
                    <a:lnTo>
                      <a:pt x="16200" y="19200"/>
                    </a:lnTo>
                    <a:close/>
                    <a:moveTo>
                      <a:pt x="16200" y="7200"/>
                    </a:moveTo>
                    <a:lnTo>
                      <a:pt x="16200" y="2400"/>
                    </a:lnTo>
                    <a:lnTo>
                      <a:pt x="3240" y="2400"/>
                    </a:lnTo>
                    <a:lnTo>
                      <a:pt x="3240" y="19200"/>
                    </a:lnTo>
                    <a:lnTo>
                      <a:pt x="9720" y="19200"/>
                    </a:lnTo>
                    <a:lnTo>
                      <a:pt x="9720" y="7200"/>
                    </a:lnTo>
                    <a:lnTo>
                      <a:pt x="16200" y="7200"/>
                    </a:lnTo>
                    <a:close/>
                    <a:moveTo>
                      <a:pt x="5400" y="9600"/>
                    </a:moveTo>
                    <a:lnTo>
                      <a:pt x="7560" y="9600"/>
                    </a:lnTo>
                    <a:lnTo>
                      <a:pt x="7560" y="12000"/>
                    </a:lnTo>
                    <a:lnTo>
                      <a:pt x="5400" y="12000"/>
                    </a:lnTo>
                    <a:lnTo>
                      <a:pt x="5400" y="9600"/>
                    </a:lnTo>
                    <a:close/>
                    <a:moveTo>
                      <a:pt x="5400" y="14400"/>
                    </a:moveTo>
                    <a:lnTo>
                      <a:pt x="7560" y="14400"/>
                    </a:lnTo>
                    <a:lnTo>
                      <a:pt x="7560" y="16800"/>
                    </a:lnTo>
                    <a:lnTo>
                      <a:pt x="5400" y="16800"/>
                    </a:lnTo>
                    <a:lnTo>
                      <a:pt x="5400" y="14400"/>
                    </a:lnTo>
                    <a:close/>
                    <a:moveTo>
                      <a:pt x="5400" y="4800"/>
                    </a:moveTo>
                    <a:lnTo>
                      <a:pt x="7560" y="4800"/>
                    </a:lnTo>
                    <a:lnTo>
                      <a:pt x="7560" y="7200"/>
                    </a:lnTo>
                    <a:lnTo>
                      <a:pt x="5400" y="7200"/>
                    </a:lnTo>
                    <a:lnTo>
                      <a:pt x="5400" y="480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12980E0-FB6B-6B02-459D-560B755D800C}"/>
                </a:ext>
              </a:extLst>
            </p:cNvPr>
            <p:cNvGrpSpPr/>
            <p:nvPr/>
          </p:nvGrpSpPr>
          <p:grpSpPr>
            <a:xfrm>
              <a:off x="12750777" y="2871570"/>
              <a:ext cx="3776922" cy="1695324"/>
              <a:chOff x="1052824" y="3781080"/>
              <a:chExt cx="3776922" cy="1695324"/>
            </a:xfrm>
          </p:grpSpPr>
          <p:sp>
            <p:nvSpPr>
              <p:cNvPr id="53" name="Shape 891">
                <a:extLst>
                  <a:ext uri="{FF2B5EF4-FFF2-40B4-BE49-F238E27FC236}">
                    <a16:creationId xmlns:a16="http://schemas.microsoft.com/office/drawing/2014/main" id="{CD8FCF48-9F75-5674-55AE-37C6C11DBD9B}"/>
                  </a:ext>
                </a:extLst>
              </p:cNvPr>
              <p:cNvSpPr/>
              <p:nvPr/>
            </p:nvSpPr>
            <p:spPr>
              <a:xfrm>
                <a:off x="1052826" y="4378662"/>
                <a:ext cx="3776920" cy="1097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lnSpc>
                    <a:spcPts val="3600"/>
                  </a:lnSpc>
                  <a:spcAft>
                    <a:spcPts val="2374"/>
                  </a:spcAft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  <p:sp>
            <p:nvSpPr>
              <p:cNvPr id="54" name="Shape 892">
                <a:extLst>
                  <a:ext uri="{FF2B5EF4-FFF2-40B4-BE49-F238E27FC236}">
                    <a16:creationId xmlns:a16="http://schemas.microsoft.com/office/drawing/2014/main" id="{376DD7B0-B21F-C239-1055-B9AE511C6CC3}"/>
                  </a:ext>
                </a:extLst>
              </p:cNvPr>
              <p:cNvSpPr txBox="1"/>
              <p:nvPr/>
            </p:nvSpPr>
            <p:spPr>
              <a:xfrm>
                <a:off x="1052824" y="3781080"/>
                <a:ext cx="3710462" cy="8127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180874" tIns="90412" rIns="180874" bIns="90412" anchor="t" anchorCtr="0">
                <a:noAutofit/>
              </a:bodyPr>
              <a:lstStyle/>
              <a:p>
                <a:pPr>
                  <a:buSzPct val="25000"/>
                </a:pPr>
                <a:r>
                  <a:rPr lang="id-ID" sz="3400" b="1" dirty="0">
                    <a:solidFill>
                      <a:schemeClr val="accent4"/>
                    </a:solidFill>
                    <a:latin typeface="Poppins" panose="00000500000000000000" pitchFamily="2" charset="0"/>
                    <a:ea typeface="Lato"/>
                    <a:cs typeface="Poppins" panose="00000500000000000000" pitchFamily="2" charset="0"/>
                    <a:sym typeface="Lato"/>
                  </a:rPr>
                  <a:t>YOUR TEXT</a:t>
                </a:r>
                <a:endPara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4530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12" name="Oval 1922">
            <a:extLst>
              <a:ext uri="{FF2B5EF4-FFF2-40B4-BE49-F238E27FC236}">
                <a16:creationId xmlns:a16="http://schemas.microsoft.com/office/drawing/2014/main" id="{A6462BE5-C1A5-DDDF-5059-26DA36F86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3596" y="8077518"/>
            <a:ext cx="2547098" cy="25439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3" name="Freeform 1929">
            <a:extLst>
              <a:ext uri="{FF2B5EF4-FFF2-40B4-BE49-F238E27FC236}">
                <a16:creationId xmlns:a16="http://schemas.microsoft.com/office/drawing/2014/main" id="{9CB6F526-72C0-B8B8-F096-CBD89F5B8701}"/>
              </a:ext>
            </a:extLst>
          </p:cNvPr>
          <p:cNvSpPr>
            <a:spLocks noEditPoints="1"/>
          </p:cNvSpPr>
          <p:nvPr/>
        </p:nvSpPr>
        <p:spPr bwMode="auto">
          <a:xfrm>
            <a:off x="5854239" y="8730780"/>
            <a:ext cx="119346" cy="276380"/>
          </a:xfrm>
          <a:custGeom>
            <a:avLst/>
            <a:gdLst>
              <a:gd name="T0" fmla="*/ 0 w 16"/>
              <a:gd name="T1" fmla="*/ 37 h 37"/>
              <a:gd name="T2" fmla="*/ 0 w 16"/>
              <a:gd name="T3" fmla="*/ 37 h 37"/>
              <a:gd name="T4" fmla="*/ 1 w 16"/>
              <a:gd name="T5" fmla="*/ 36 h 37"/>
              <a:gd name="T6" fmla="*/ 1 w 16"/>
              <a:gd name="T7" fmla="*/ 36 h 37"/>
              <a:gd name="T8" fmla="*/ 1 w 16"/>
              <a:gd name="T9" fmla="*/ 36 h 37"/>
              <a:gd name="T10" fmla="*/ 1 w 16"/>
              <a:gd name="T11" fmla="*/ 36 h 37"/>
              <a:gd name="T12" fmla="*/ 1 w 16"/>
              <a:gd name="T13" fmla="*/ 35 h 37"/>
              <a:gd name="T14" fmla="*/ 1 w 16"/>
              <a:gd name="T15" fmla="*/ 35 h 37"/>
              <a:gd name="T16" fmla="*/ 1 w 16"/>
              <a:gd name="T17" fmla="*/ 35 h 37"/>
              <a:gd name="T18" fmla="*/ 1 w 16"/>
              <a:gd name="T19" fmla="*/ 35 h 37"/>
              <a:gd name="T20" fmla="*/ 1 w 16"/>
              <a:gd name="T21" fmla="*/ 35 h 37"/>
              <a:gd name="T22" fmla="*/ 1 w 16"/>
              <a:gd name="T23" fmla="*/ 34 h 37"/>
              <a:gd name="T24" fmla="*/ 1 w 16"/>
              <a:gd name="T25" fmla="*/ 34 h 37"/>
              <a:gd name="T26" fmla="*/ 1 w 16"/>
              <a:gd name="T27" fmla="*/ 34 h 37"/>
              <a:gd name="T28" fmla="*/ 1 w 16"/>
              <a:gd name="T29" fmla="*/ 34 h 37"/>
              <a:gd name="T30" fmla="*/ 1 w 16"/>
              <a:gd name="T31" fmla="*/ 33 h 37"/>
              <a:gd name="T32" fmla="*/ 13 w 16"/>
              <a:gd name="T33" fmla="*/ 6 h 37"/>
              <a:gd name="T34" fmla="*/ 13 w 16"/>
              <a:gd name="T35" fmla="*/ 6 h 37"/>
              <a:gd name="T36" fmla="*/ 13 w 16"/>
              <a:gd name="T37" fmla="*/ 5 h 37"/>
              <a:gd name="T38" fmla="*/ 13 w 16"/>
              <a:gd name="T39" fmla="*/ 5 h 37"/>
              <a:gd name="T40" fmla="*/ 13 w 16"/>
              <a:gd name="T41" fmla="*/ 5 h 37"/>
              <a:gd name="T42" fmla="*/ 13 w 16"/>
              <a:gd name="T43" fmla="*/ 5 h 37"/>
              <a:gd name="T44" fmla="*/ 13 w 16"/>
              <a:gd name="T45" fmla="*/ 5 h 37"/>
              <a:gd name="T46" fmla="*/ 13 w 16"/>
              <a:gd name="T47" fmla="*/ 5 h 37"/>
              <a:gd name="T48" fmla="*/ 13 w 16"/>
              <a:gd name="T49" fmla="*/ 4 h 37"/>
              <a:gd name="T50" fmla="*/ 13 w 16"/>
              <a:gd name="T51" fmla="*/ 4 h 37"/>
              <a:gd name="T52" fmla="*/ 14 w 16"/>
              <a:gd name="T53" fmla="*/ 4 h 37"/>
              <a:gd name="T54" fmla="*/ 14 w 16"/>
              <a:gd name="T55" fmla="*/ 4 h 37"/>
              <a:gd name="T56" fmla="*/ 14 w 16"/>
              <a:gd name="T57" fmla="*/ 4 h 37"/>
              <a:gd name="T58" fmla="*/ 14 w 16"/>
              <a:gd name="T59" fmla="*/ 3 h 37"/>
              <a:gd name="T60" fmla="*/ 14 w 16"/>
              <a:gd name="T61" fmla="*/ 3 h 37"/>
              <a:gd name="T62" fmla="*/ 14 w 16"/>
              <a:gd name="T63" fmla="*/ 3 h 37"/>
              <a:gd name="T64" fmla="*/ 14 w 16"/>
              <a:gd name="T65" fmla="*/ 3 h 37"/>
              <a:gd name="T66" fmla="*/ 14 w 16"/>
              <a:gd name="T67" fmla="*/ 3 h 37"/>
              <a:gd name="T68" fmla="*/ 14 w 16"/>
              <a:gd name="T69" fmla="*/ 3 h 37"/>
              <a:gd name="T70" fmla="*/ 14 w 16"/>
              <a:gd name="T71" fmla="*/ 2 h 37"/>
              <a:gd name="T72" fmla="*/ 15 w 16"/>
              <a:gd name="T73" fmla="*/ 2 h 37"/>
              <a:gd name="T74" fmla="*/ 15 w 16"/>
              <a:gd name="T75" fmla="*/ 2 h 37"/>
              <a:gd name="T76" fmla="*/ 15 w 16"/>
              <a:gd name="T77" fmla="*/ 2 h 37"/>
              <a:gd name="T78" fmla="*/ 15 w 16"/>
              <a:gd name="T79" fmla="*/ 1 h 37"/>
              <a:gd name="T80" fmla="*/ 15 w 16"/>
              <a:gd name="T81" fmla="*/ 1 h 37"/>
              <a:gd name="T82" fmla="*/ 15 w 16"/>
              <a:gd name="T83" fmla="*/ 1 h 37"/>
              <a:gd name="T84" fmla="*/ 15 w 16"/>
              <a:gd name="T85" fmla="*/ 1 h 37"/>
              <a:gd name="T86" fmla="*/ 15 w 16"/>
              <a:gd name="T87" fmla="*/ 1 h 37"/>
              <a:gd name="T88" fmla="*/ 15 w 16"/>
              <a:gd name="T89" fmla="*/ 0 h 37"/>
              <a:gd name="T90" fmla="*/ 15 w 16"/>
              <a:gd name="T91" fmla="*/ 0 h 37"/>
              <a:gd name="T92" fmla="*/ 15 w 16"/>
              <a:gd name="T93" fmla="*/ 0 h 37"/>
              <a:gd name="T94" fmla="*/ 16 w 16"/>
              <a:gd name="T95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6" h="37">
                <a:moveTo>
                  <a:pt x="0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37"/>
                  <a:pt x="0" y="37"/>
                  <a:pt x="0" y="37"/>
                </a:cubicBezTo>
                <a:moveTo>
                  <a:pt x="0" y="37"/>
                </a:moveTo>
                <a:cubicBezTo>
                  <a:pt x="0" y="37"/>
                  <a:pt x="0" y="37"/>
                  <a:pt x="0" y="37"/>
                </a:cubicBezTo>
                <a:cubicBezTo>
                  <a:pt x="0" y="37"/>
                  <a:pt x="0" y="37"/>
                  <a:pt x="0" y="37"/>
                </a:cubicBezTo>
                <a:moveTo>
                  <a:pt x="1" y="36"/>
                </a:moveTo>
                <a:cubicBezTo>
                  <a:pt x="1" y="36"/>
                  <a:pt x="0" y="36"/>
                  <a:pt x="0" y="36"/>
                </a:cubicBezTo>
                <a:cubicBezTo>
                  <a:pt x="0" y="36"/>
                  <a:pt x="1" y="36"/>
                  <a:pt x="1" y="36"/>
                </a:cubicBezTo>
                <a:moveTo>
                  <a:pt x="1" y="36"/>
                </a:moveTo>
                <a:cubicBezTo>
                  <a:pt x="1" y="36"/>
                  <a:pt x="1" y="36"/>
                  <a:pt x="1" y="36"/>
                </a:cubicBezTo>
                <a:cubicBezTo>
                  <a:pt x="1" y="36"/>
                  <a:pt x="1" y="36"/>
                  <a:pt x="1" y="36"/>
                </a:cubicBezTo>
                <a:moveTo>
                  <a:pt x="1" y="36"/>
                </a:moveTo>
                <a:cubicBezTo>
                  <a:pt x="1" y="36"/>
                  <a:pt x="1" y="36"/>
                  <a:pt x="1" y="36"/>
                </a:cubicBezTo>
                <a:cubicBezTo>
                  <a:pt x="1" y="36"/>
                  <a:pt x="1" y="36"/>
                  <a:pt x="1" y="36"/>
                </a:cubicBezTo>
                <a:moveTo>
                  <a:pt x="1" y="36"/>
                </a:moveTo>
                <a:cubicBezTo>
                  <a:pt x="1" y="36"/>
                  <a:pt x="1" y="36"/>
                  <a:pt x="1" y="36"/>
                </a:cubicBezTo>
                <a:cubicBezTo>
                  <a:pt x="1" y="36"/>
                  <a:pt x="1" y="36"/>
                  <a:pt x="1" y="36"/>
                </a:cubicBezTo>
                <a:moveTo>
                  <a:pt x="1" y="35"/>
                </a:moveTo>
                <a:cubicBezTo>
                  <a:pt x="1" y="35"/>
                  <a:pt x="1" y="36"/>
                  <a:pt x="1" y="36"/>
                </a:cubicBezTo>
                <a:cubicBezTo>
                  <a:pt x="1" y="36"/>
                  <a:pt x="1" y="35"/>
                  <a:pt x="1" y="35"/>
                </a:cubicBezTo>
                <a:moveTo>
                  <a:pt x="1" y="35"/>
                </a:moveTo>
                <a:cubicBezTo>
                  <a:pt x="1" y="35"/>
                  <a:pt x="1" y="35"/>
                  <a:pt x="1" y="35"/>
                </a:cubicBezTo>
                <a:cubicBezTo>
                  <a:pt x="1" y="35"/>
                  <a:pt x="1" y="35"/>
                  <a:pt x="1" y="35"/>
                </a:cubicBezTo>
                <a:moveTo>
                  <a:pt x="1" y="35"/>
                </a:moveTo>
                <a:cubicBezTo>
                  <a:pt x="1" y="35"/>
                  <a:pt x="1" y="35"/>
                  <a:pt x="1" y="35"/>
                </a:cubicBezTo>
                <a:cubicBezTo>
                  <a:pt x="1" y="35"/>
                  <a:pt x="1" y="35"/>
                  <a:pt x="1" y="35"/>
                </a:cubicBezTo>
                <a:moveTo>
                  <a:pt x="1" y="35"/>
                </a:moveTo>
                <a:cubicBezTo>
                  <a:pt x="1" y="35"/>
                  <a:pt x="1" y="35"/>
                  <a:pt x="1" y="35"/>
                </a:cubicBezTo>
                <a:cubicBezTo>
                  <a:pt x="1" y="35"/>
                  <a:pt x="1" y="35"/>
                  <a:pt x="1" y="35"/>
                </a:cubicBezTo>
                <a:moveTo>
                  <a:pt x="1" y="35"/>
                </a:moveTo>
                <a:cubicBezTo>
                  <a:pt x="1" y="35"/>
                  <a:pt x="1" y="35"/>
                  <a:pt x="1" y="35"/>
                </a:cubicBezTo>
                <a:cubicBezTo>
                  <a:pt x="1" y="35"/>
                  <a:pt x="1" y="35"/>
                  <a:pt x="1" y="35"/>
                </a:cubicBezTo>
                <a:moveTo>
                  <a:pt x="1" y="34"/>
                </a:moveTo>
                <a:cubicBezTo>
                  <a:pt x="1" y="34"/>
                  <a:pt x="1" y="34"/>
                  <a:pt x="1" y="34"/>
                </a:cubicBezTo>
                <a:cubicBezTo>
                  <a:pt x="1" y="34"/>
                  <a:pt x="1" y="34"/>
                  <a:pt x="1" y="34"/>
                </a:cubicBezTo>
                <a:moveTo>
                  <a:pt x="1" y="34"/>
                </a:moveTo>
                <a:cubicBezTo>
                  <a:pt x="1" y="34"/>
                  <a:pt x="1" y="34"/>
                  <a:pt x="1" y="34"/>
                </a:cubicBezTo>
                <a:cubicBezTo>
                  <a:pt x="1" y="34"/>
                  <a:pt x="1" y="34"/>
                  <a:pt x="1" y="34"/>
                </a:cubicBezTo>
                <a:moveTo>
                  <a:pt x="1" y="34"/>
                </a:moveTo>
                <a:cubicBezTo>
                  <a:pt x="1" y="34"/>
                  <a:pt x="1" y="34"/>
                  <a:pt x="1" y="34"/>
                </a:cubicBezTo>
                <a:cubicBezTo>
                  <a:pt x="1" y="34"/>
                  <a:pt x="1" y="34"/>
                  <a:pt x="1" y="34"/>
                </a:cubicBezTo>
                <a:moveTo>
                  <a:pt x="1" y="34"/>
                </a:moveTo>
                <a:cubicBezTo>
                  <a:pt x="1" y="34"/>
                  <a:pt x="1" y="34"/>
                  <a:pt x="1" y="34"/>
                </a:cubicBezTo>
                <a:cubicBezTo>
                  <a:pt x="1" y="34"/>
                  <a:pt x="1" y="34"/>
                  <a:pt x="1" y="34"/>
                </a:cubicBezTo>
                <a:moveTo>
                  <a:pt x="1" y="33"/>
                </a:moveTo>
                <a:cubicBezTo>
                  <a:pt x="1" y="33"/>
                  <a:pt x="1" y="34"/>
                  <a:pt x="1" y="34"/>
                </a:cubicBezTo>
                <a:cubicBezTo>
                  <a:pt x="1" y="34"/>
                  <a:pt x="1" y="33"/>
                  <a:pt x="1" y="33"/>
                </a:cubicBezTo>
                <a:moveTo>
                  <a:pt x="13" y="6"/>
                </a:moveTo>
                <a:cubicBezTo>
                  <a:pt x="8" y="14"/>
                  <a:pt x="5" y="23"/>
                  <a:pt x="1" y="33"/>
                </a:cubicBezTo>
                <a:cubicBezTo>
                  <a:pt x="5" y="23"/>
                  <a:pt x="8" y="14"/>
                  <a:pt x="13" y="6"/>
                </a:cubicBezTo>
                <a:moveTo>
                  <a:pt x="13" y="6"/>
                </a:moveTo>
                <a:cubicBezTo>
                  <a:pt x="13" y="6"/>
                  <a:pt x="13" y="6"/>
                  <a:pt x="13" y="6"/>
                </a:cubicBezTo>
                <a:cubicBezTo>
                  <a:pt x="13" y="6"/>
                  <a:pt x="13" y="6"/>
                  <a:pt x="13" y="6"/>
                </a:cubicBezTo>
                <a:moveTo>
                  <a:pt x="13" y="5"/>
                </a:moveTo>
                <a:cubicBezTo>
                  <a:pt x="13" y="5"/>
                  <a:pt x="13" y="6"/>
                  <a:pt x="13" y="6"/>
                </a:cubicBezTo>
                <a:cubicBezTo>
                  <a:pt x="13" y="6"/>
                  <a:pt x="13" y="5"/>
                  <a:pt x="13" y="5"/>
                </a:cubicBezTo>
                <a:moveTo>
                  <a:pt x="13" y="5"/>
                </a:move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moveTo>
                  <a:pt x="13" y="5"/>
                </a:move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moveTo>
                  <a:pt x="13" y="5"/>
                </a:move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moveTo>
                  <a:pt x="13" y="5"/>
                </a:move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moveTo>
                  <a:pt x="13" y="5"/>
                </a:moveTo>
                <a:cubicBezTo>
                  <a:pt x="13" y="5"/>
                  <a:pt x="13" y="5"/>
                  <a:pt x="13" y="5"/>
                </a:cubicBezTo>
                <a:cubicBezTo>
                  <a:pt x="13" y="5"/>
                  <a:pt x="13" y="5"/>
                  <a:pt x="13" y="5"/>
                </a:cubicBezTo>
                <a:moveTo>
                  <a:pt x="13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4"/>
                  <a:pt x="13" y="4"/>
                  <a:pt x="13" y="4"/>
                </a:cubicBezTo>
                <a:moveTo>
                  <a:pt x="13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4"/>
                  <a:pt x="13" y="4"/>
                  <a:pt x="13" y="4"/>
                </a:cubicBezTo>
                <a:moveTo>
                  <a:pt x="14" y="4"/>
                </a:moveTo>
                <a:cubicBezTo>
                  <a:pt x="13" y="4"/>
                  <a:pt x="13" y="4"/>
                  <a:pt x="13" y="4"/>
                </a:cubicBezTo>
                <a:cubicBezTo>
                  <a:pt x="13" y="4"/>
                  <a:pt x="13" y="4"/>
                  <a:pt x="14" y="4"/>
                </a:cubicBezTo>
                <a:moveTo>
                  <a:pt x="14" y="4"/>
                </a:move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moveTo>
                  <a:pt x="14" y="4"/>
                </a:moveTo>
                <a:cubicBezTo>
                  <a:pt x="14" y="4"/>
                  <a:pt x="14" y="4"/>
                  <a:pt x="14" y="4"/>
                </a:cubicBezTo>
                <a:cubicBezTo>
                  <a:pt x="14" y="4"/>
                  <a:pt x="14" y="4"/>
                  <a:pt x="14" y="4"/>
                </a:cubicBezTo>
                <a:moveTo>
                  <a:pt x="14" y="3"/>
                </a:moveTo>
                <a:cubicBezTo>
                  <a:pt x="14" y="3"/>
                  <a:pt x="14" y="4"/>
                  <a:pt x="14" y="4"/>
                </a:cubicBezTo>
                <a:cubicBezTo>
                  <a:pt x="14" y="4"/>
                  <a:pt x="14" y="3"/>
                  <a:pt x="14" y="3"/>
                </a:cubicBezTo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moveTo>
                  <a:pt x="14" y="3"/>
                </a:moveTo>
                <a:cubicBezTo>
                  <a:pt x="14" y="3"/>
                  <a:pt x="14" y="3"/>
                  <a:pt x="14" y="3"/>
                </a:cubicBezTo>
                <a:cubicBezTo>
                  <a:pt x="14" y="3"/>
                  <a:pt x="14" y="3"/>
                  <a:pt x="14" y="3"/>
                </a:cubicBezTo>
                <a:moveTo>
                  <a:pt x="14" y="2"/>
                </a:moveTo>
                <a:cubicBezTo>
                  <a:pt x="14" y="2"/>
                  <a:pt x="14" y="2"/>
                  <a:pt x="14" y="2"/>
                </a:cubicBezTo>
                <a:cubicBezTo>
                  <a:pt x="14" y="2"/>
                  <a:pt x="14" y="2"/>
                  <a:pt x="14" y="2"/>
                </a:cubicBezTo>
                <a:moveTo>
                  <a:pt x="15" y="2"/>
                </a:move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moveTo>
                  <a:pt x="15" y="2"/>
                </a:move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moveTo>
                  <a:pt x="15" y="2"/>
                </a:moveTo>
                <a:cubicBezTo>
                  <a:pt x="15" y="2"/>
                  <a:pt x="15" y="2"/>
                  <a:pt x="15" y="2"/>
                </a:cubicBezTo>
                <a:cubicBezTo>
                  <a:pt x="15" y="2"/>
                  <a:pt x="15" y="2"/>
                  <a:pt x="15" y="2"/>
                </a:cubicBezTo>
                <a:moveTo>
                  <a:pt x="15" y="1"/>
                </a:moveTo>
                <a:cubicBezTo>
                  <a:pt x="15" y="1"/>
                  <a:pt x="15" y="1"/>
                  <a:pt x="15" y="1"/>
                </a:cubicBezTo>
                <a:cubicBezTo>
                  <a:pt x="15" y="1"/>
                  <a:pt x="15" y="1"/>
                  <a:pt x="15" y="1"/>
                </a:cubicBezTo>
                <a:moveTo>
                  <a:pt x="15" y="1"/>
                </a:moveTo>
                <a:cubicBezTo>
                  <a:pt x="15" y="1"/>
                  <a:pt x="15" y="1"/>
                  <a:pt x="15" y="1"/>
                </a:cubicBezTo>
                <a:cubicBezTo>
                  <a:pt x="15" y="1"/>
                  <a:pt x="15" y="1"/>
                  <a:pt x="15" y="1"/>
                </a:cubicBezTo>
                <a:moveTo>
                  <a:pt x="15" y="1"/>
                </a:moveTo>
                <a:cubicBezTo>
                  <a:pt x="15" y="1"/>
                  <a:pt x="15" y="1"/>
                  <a:pt x="15" y="1"/>
                </a:cubicBezTo>
                <a:cubicBezTo>
                  <a:pt x="15" y="1"/>
                  <a:pt x="15" y="1"/>
                  <a:pt x="15" y="1"/>
                </a:cubicBezTo>
                <a:moveTo>
                  <a:pt x="15" y="1"/>
                </a:moveTo>
                <a:cubicBezTo>
                  <a:pt x="15" y="1"/>
                  <a:pt x="15" y="1"/>
                  <a:pt x="15" y="1"/>
                </a:cubicBezTo>
                <a:cubicBezTo>
                  <a:pt x="15" y="1"/>
                  <a:pt x="15" y="1"/>
                  <a:pt x="15" y="1"/>
                </a:cubicBezTo>
                <a:moveTo>
                  <a:pt x="15" y="1"/>
                </a:moveTo>
                <a:cubicBezTo>
                  <a:pt x="15" y="1"/>
                  <a:pt x="15" y="1"/>
                  <a:pt x="15" y="1"/>
                </a:cubicBezTo>
                <a:cubicBezTo>
                  <a:pt x="15" y="1"/>
                  <a:pt x="15" y="1"/>
                  <a:pt x="15" y="1"/>
                </a:cubicBezTo>
                <a:moveTo>
                  <a:pt x="15" y="0"/>
                </a:moveTo>
                <a:cubicBezTo>
                  <a:pt x="15" y="1"/>
                  <a:pt x="15" y="1"/>
                  <a:pt x="15" y="1"/>
                </a:cubicBezTo>
                <a:cubicBezTo>
                  <a:pt x="15" y="1"/>
                  <a:pt x="15" y="1"/>
                  <a:pt x="15" y="0"/>
                </a:cubicBezTo>
                <a:moveTo>
                  <a:pt x="15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moveTo>
                  <a:pt x="15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0"/>
                  <a:pt x="15" y="0"/>
                  <a:pt x="15" y="0"/>
                </a:cubicBezTo>
                <a:moveTo>
                  <a:pt x="16" y="0"/>
                </a:moveTo>
                <a:cubicBezTo>
                  <a:pt x="16" y="0"/>
                  <a:pt x="16" y="0"/>
                  <a:pt x="16" y="0"/>
                </a:cubicBezTo>
                <a:cubicBezTo>
                  <a:pt x="16" y="0"/>
                  <a:pt x="16" y="0"/>
                  <a:pt x="16" y="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4" name="Freeform 1931">
            <a:extLst>
              <a:ext uri="{FF2B5EF4-FFF2-40B4-BE49-F238E27FC236}">
                <a16:creationId xmlns:a16="http://schemas.microsoft.com/office/drawing/2014/main" id="{2B94E53D-FF8B-D4CE-1F4E-A90F4775158F}"/>
              </a:ext>
            </a:extLst>
          </p:cNvPr>
          <p:cNvSpPr>
            <a:spLocks noEditPoints="1"/>
          </p:cNvSpPr>
          <p:nvPr/>
        </p:nvSpPr>
        <p:spPr bwMode="auto">
          <a:xfrm>
            <a:off x="8275709" y="6708178"/>
            <a:ext cx="229271" cy="744344"/>
          </a:xfrm>
          <a:custGeom>
            <a:avLst/>
            <a:gdLst>
              <a:gd name="T0" fmla="*/ 31 w 31"/>
              <a:gd name="T1" fmla="*/ 100 h 100"/>
              <a:gd name="T2" fmla="*/ 31 w 31"/>
              <a:gd name="T3" fmla="*/ 100 h 100"/>
              <a:gd name="T4" fmla="*/ 31 w 31"/>
              <a:gd name="T5" fmla="*/ 100 h 100"/>
              <a:gd name="T6" fmla="*/ 31 w 31"/>
              <a:gd name="T7" fmla="*/ 99 h 100"/>
              <a:gd name="T8" fmla="*/ 31 w 31"/>
              <a:gd name="T9" fmla="*/ 100 h 100"/>
              <a:gd name="T10" fmla="*/ 31 w 31"/>
              <a:gd name="T11" fmla="*/ 99 h 100"/>
              <a:gd name="T12" fmla="*/ 30 w 31"/>
              <a:gd name="T13" fmla="*/ 99 h 100"/>
              <a:gd name="T14" fmla="*/ 31 w 31"/>
              <a:gd name="T15" fmla="*/ 99 h 100"/>
              <a:gd name="T16" fmla="*/ 30 w 31"/>
              <a:gd name="T17" fmla="*/ 99 h 100"/>
              <a:gd name="T18" fmla="*/ 30 w 31"/>
              <a:gd name="T19" fmla="*/ 99 h 100"/>
              <a:gd name="T20" fmla="*/ 30 w 31"/>
              <a:gd name="T21" fmla="*/ 99 h 100"/>
              <a:gd name="T22" fmla="*/ 30 w 31"/>
              <a:gd name="T23" fmla="*/ 99 h 100"/>
              <a:gd name="T24" fmla="*/ 30 w 31"/>
              <a:gd name="T25" fmla="*/ 99 h 100"/>
              <a:gd name="T26" fmla="*/ 30 w 31"/>
              <a:gd name="T27" fmla="*/ 99 h 100"/>
              <a:gd name="T28" fmla="*/ 30 w 31"/>
              <a:gd name="T29" fmla="*/ 99 h 100"/>
              <a:gd name="T30" fmla="*/ 30 w 31"/>
              <a:gd name="T31" fmla="*/ 99 h 100"/>
              <a:gd name="T32" fmla="*/ 30 w 31"/>
              <a:gd name="T33" fmla="*/ 99 h 100"/>
              <a:gd name="T34" fmla="*/ 30 w 31"/>
              <a:gd name="T35" fmla="*/ 99 h 100"/>
              <a:gd name="T36" fmla="*/ 30 w 31"/>
              <a:gd name="T37" fmla="*/ 99 h 100"/>
              <a:gd name="T38" fmla="*/ 30 w 31"/>
              <a:gd name="T39" fmla="*/ 99 h 100"/>
              <a:gd name="T40" fmla="*/ 30 w 31"/>
              <a:gd name="T41" fmla="*/ 99 h 100"/>
              <a:gd name="T42" fmla="*/ 30 w 31"/>
              <a:gd name="T43" fmla="*/ 98 h 100"/>
              <a:gd name="T44" fmla="*/ 30 w 31"/>
              <a:gd name="T45" fmla="*/ 99 h 100"/>
              <a:gd name="T46" fmla="*/ 30 w 31"/>
              <a:gd name="T47" fmla="*/ 98 h 100"/>
              <a:gd name="T48" fmla="*/ 0 w 31"/>
              <a:gd name="T49" fmla="*/ 0 h 100"/>
              <a:gd name="T50" fmla="*/ 0 w 31"/>
              <a:gd name="T51" fmla="*/ 0 h 100"/>
              <a:gd name="T52" fmla="*/ 30 w 31"/>
              <a:gd name="T53" fmla="*/ 98 h 100"/>
              <a:gd name="T54" fmla="*/ 0 w 31"/>
              <a:gd name="T55" fmla="*/ 0 h 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1" h="100">
                <a:moveTo>
                  <a:pt x="31" y="100"/>
                </a:moveTo>
                <a:cubicBezTo>
                  <a:pt x="31" y="100"/>
                  <a:pt x="31" y="100"/>
                  <a:pt x="31" y="100"/>
                </a:cubicBezTo>
                <a:cubicBezTo>
                  <a:pt x="31" y="100"/>
                  <a:pt x="31" y="100"/>
                  <a:pt x="31" y="100"/>
                </a:cubicBezTo>
                <a:moveTo>
                  <a:pt x="31" y="99"/>
                </a:moveTo>
                <a:cubicBezTo>
                  <a:pt x="31" y="100"/>
                  <a:pt x="31" y="100"/>
                  <a:pt x="31" y="100"/>
                </a:cubicBezTo>
                <a:cubicBezTo>
                  <a:pt x="31" y="100"/>
                  <a:pt x="31" y="100"/>
                  <a:pt x="31" y="99"/>
                </a:cubicBezTo>
                <a:moveTo>
                  <a:pt x="30" y="99"/>
                </a:moveTo>
                <a:cubicBezTo>
                  <a:pt x="30" y="99"/>
                  <a:pt x="30" y="99"/>
                  <a:pt x="31" y="99"/>
                </a:cubicBezTo>
                <a:cubicBezTo>
                  <a:pt x="30" y="99"/>
                  <a:pt x="30" y="99"/>
                  <a:pt x="30" y="99"/>
                </a:cubicBezTo>
                <a:moveTo>
                  <a:pt x="30" y="99"/>
                </a:moveTo>
                <a:cubicBezTo>
                  <a:pt x="30" y="99"/>
                  <a:pt x="30" y="99"/>
                  <a:pt x="30" y="99"/>
                </a:cubicBezTo>
                <a:cubicBezTo>
                  <a:pt x="30" y="99"/>
                  <a:pt x="30" y="99"/>
                  <a:pt x="30" y="99"/>
                </a:cubicBezTo>
                <a:moveTo>
                  <a:pt x="30" y="99"/>
                </a:moveTo>
                <a:cubicBezTo>
                  <a:pt x="30" y="99"/>
                  <a:pt x="30" y="99"/>
                  <a:pt x="30" y="99"/>
                </a:cubicBezTo>
                <a:cubicBezTo>
                  <a:pt x="30" y="99"/>
                  <a:pt x="30" y="99"/>
                  <a:pt x="30" y="99"/>
                </a:cubicBezTo>
                <a:moveTo>
                  <a:pt x="30" y="99"/>
                </a:moveTo>
                <a:cubicBezTo>
                  <a:pt x="30" y="99"/>
                  <a:pt x="30" y="99"/>
                  <a:pt x="30" y="99"/>
                </a:cubicBezTo>
                <a:cubicBezTo>
                  <a:pt x="30" y="99"/>
                  <a:pt x="30" y="99"/>
                  <a:pt x="30" y="99"/>
                </a:cubicBezTo>
                <a:moveTo>
                  <a:pt x="30" y="99"/>
                </a:moveTo>
                <a:cubicBezTo>
                  <a:pt x="30" y="99"/>
                  <a:pt x="30" y="99"/>
                  <a:pt x="30" y="99"/>
                </a:cubicBezTo>
                <a:cubicBezTo>
                  <a:pt x="30" y="99"/>
                  <a:pt x="30" y="99"/>
                  <a:pt x="30" y="99"/>
                </a:cubicBezTo>
                <a:moveTo>
                  <a:pt x="30" y="98"/>
                </a:moveTo>
                <a:cubicBezTo>
                  <a:pt x="30" y="98"/>
                  <a:pt x="30" y="98"/>
                  <a:pt x="30" y="99"/>
                </a:cubicBezTo>
                <a:cubicBezTo>
                  <a:pt x="30" y="98"/>
                  <a:pt x="30" y="98"/>
                  <a:pt x="30" y="98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7" y="41"/>
                  <a:pt x="16" y="73"/>
                  <a:pt x="30" y="98"/>
                </a:cubicBezTo>
                <a:cubicBezTo>
                  <a:pt x="16" y="73"/>
                  <a:pt x="7" y="41"/>
                  <a:pt x="0" y="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5" name="Freeform 1933">
            <a:extLst>
              <a:ext uri="{FF2B5EF4-FFF2-40B4-BE49-F238E27FC236}">
                <a16:creationId xmlns:a16="http://schemas.microsoft.com/office/drawing/2014/main" id="{BCE96435-9CBE-2087-FA29-E9B5E781EE4F}"/>
              </a:ext>
            </a:extLst>
          </p:cNvPr>
          <p:cNvSpPr>
            <a:spLocks/>
          </p:cNvSpPr>
          <p:nvPr/>
        </p:nvSpPr>
        <p:spPr bwMode="auto">
          <a:xfrm>
            <a:off x="11648807" y="8196864"/>
            <a:ext cx="43970" cy="6281"/>
          </a:xfrm>
          <a:custGeom>
            <a:avLst/>
            <a:gdLst>
              <a:gd name="T0" fmla="*/ 0 w 6"/>
              <a:gd name="T1" fmla="*/ 0 h 1"/>
              <a:gd name="T2" fmla="*/ 6 w 6"/>
              <a:gd name="T3" fmla="*/ 1 h 1"/>
              <a:gd name="T4" fmla="*/ 6 w 6"/>
              <a:gd name="T5" fmla="*/ 1 h 1"/>
              <a:gd name="T6" fmla="*/ 0 w 6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" h="1">
                <a:moveTo>
                  <a:pt x="0" y="0"/>
                </a:moveTo>
                <a:cubicBezTo>
                  <a:pt x="2" y="0"/>
                  <a:pt x="4" y="1"/>
                  <a:pt x="6" y="1"/>
                </a:cubicBezTo>
                <a:cubicBezTo>
                  <a:pt x="6" y="1"/>
                  <a:pt x="6" y="1"/>
                  <a:pt x="6" y="1"/>
                </a:cubicBezTo>
                <a:cubicBezTo>
                  <a:pt x="4" y="1"/>
                  <a:pt x="2" y="0"/>
                  <a:pt x="0" y="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6" name="Freeform 1935">
            <a:extLst>
              <a:ext uri="{FF2B5EF4-FFF2-40B4-BE49-F238E27FC236}">
                <a16:creationId xmlns:a16="http://schemas.microsoft.com/office/drawing/2014/main" id="{83CF5A14-087C-1278-772A-21519D5E75CE}"/>
              </a:ext>
            </a:extLst>
          </p:cNvPr>
          <p:cNvSpPr>
            <a:spLocks noEditPoints="1"/>
          </p:cNvSpPr>
          <p:nvPr/>
        </p:nvSpPr>
        <p:spPr bwMode="auto">
          <a:xfrm>
            <a:off x="18385580" y="6708178"/>
            <a:ext cx="244974" cy="782032"/>
          </a:xfrm>
          <a:custGeom>
            <a:avLst/>
            <a:gdLst>
              <a:gd name="T0" fmla="*/ 33 w 33"/>
              <a:gd name="T1" fmla="*/ 105 h 105"/>
              <a:gd name="T2" fmla="*/ 33 w 33"/>
              <a:gd name="T3" fmla="*/ 105 h 105"/>
              <a:gd name="T4" fmla="*/ 33 w 33"/>
              <a:gd name="T5" fmla="*/ 105 h 105"/>
              <a:gd name="T6" fmla="*/ 33 w 33"/>
              <a:gd name="T7" fmla="*/ 105 h 105"/>
              <a:gd name="T8" fmla="*/ 33 w 33"/>
              <a:gd name="T9" fmla="*/ 105 h 105"/>
              <a:gd name="T10" fmla="*/ 33 w 33"/>
              <a:gd name="T11" fmla="*/ 105 h 105"/>
              <a:gd name="T12" fmla="*/ 33 w 33"/>
              <a:gd name="T13" fmla="*/ 105 h 105"/>
              <a:gd name="T14" fmla="*/ 33 w 33"/>
              <a:gd name="T15" fmla="*/ 105 h 105"/>
              <a:gd name="T16" fmla="*/ 33 w 33"/>
              <a:gd name="T17" fmla="*/ 105 h 105"/>
              <a:gd name="T18" fmla="*/ 33 w 33"/>
              <a:gd name="T19" fmla="*/ 105 h 105"/>
              <a:gd name="T20" fmla="*/ 33 w 33"/>
              <a:gd name="T21" fmla="*/ 105 h 105"/>
              <a:gd name="T22" fmla="*/ 33 w 33"/>
              <a:gd name="T23" fmla="*/ 105 h 105"/>
              <a:gd name="T24" fmla="*/ 33 w 33"/>
              <a:gd name="T25" fmla="*/ 105 h 105"/>
              <a:gd name="T26" fmla="*/ 33 w 33"/>
              <a:gd name="T27" fmla="*/ 105 h 105"/>
              <a:gd name="T28" fmla="*/ 33 w 33"/>
              <a:gd name="T29" fmla="*/ 105 h 105"/>
              <a:gd name="T30" fmla="*/ 0 w 33"/>
              <a:gd name="T31" fmla="*/ 0 h 105"/>
              <a:gd name="T32" fmla="*/ 0 w 33"/>
              <a:gd name="T33" fmla="*/ 0 h 105"/>
              <a:gd name="T34" fmla="*/ 33 w 33"/>
              <a:gd name="T35" fmla="*/ 105 h 105"/>
              <a:gd name="T36" fmla="*/ 0 w 33"/>
              <a:gd name="T37" fmla="*/ 0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3" h="105">
                <a:moveTo>
                  <a:pt x="33" y="105"/>
                </a:moveTo>
                <a:cubicBezTo>
                  <a:pt x="33" y="105"/>
                  <a:pt x="33" y="105"/>
                  <a:pt x="33" y="105"/>
                </a:cubicBezTo>
                <a:cubicBezTo>
                  <a:pt x="33" y="105"/>
                  <a:pt x="33" y="105"/>
                  <a:pt x="33" y="105"/>
                </a:cubicBezTo>
                <a:moveTo>
                  <a:pt x="33" y="105"/>
                </a:moveTo>
                <a:cubicBezTo>
                  <a:pt x="33" y="105"/>
                  <a:pt x="33" y="105"/>
                  <a:pt x="33" y="105"/>
                </a:cubicBezTo>
                <a:cubicBezTo>
                  <a:pt x="33" y="105"/>
                  <a:pt x="33" y="105"/>
                  <a:pt x="33" y="105"/>
                </a:cubicBezTo>
                <a:moveTo>
                  <a:pt x="33" y="105"/>
                </a:moveTo>
                <a:cubicBezTo>
                  <a:pt x="33" y="105"/>
                  <a:pt x="33" y="105"/>
                  <a:pt x="33" y="105"/>
                </a:cubicBezTo>
                <a:cubicBezTo>
                  <a:pt x="33" y="105"/>
                  <a:pt x="33" y="105"/>
                  <a:pt x="33" y="105"/>
                </a:cubicBezTo>
                <a:moveTo>
                  <a:pt x="33" y="105"/>
                </a:moveTo>
                <a:cubicBezTo>
                  <a:pt x="33" y="105"/>
                  <a:pt x="33" y="105"/>
                  <a:pt x="33" y="105"/>
                </a:cubicBezTo>
                <a:cubicBezTo>
                  <a:pt x="33" y="105"/>
                  <a:pt x="33" y="105"/>
                  <a:pt x="33" y="105"/>
                </a:cubicBezTo>
                <a:moveTo>
                  <a:pt x="33" y="105"/>
                </a:moveTo>
                <a:cubicBezTo>
                  <a:pt x="33" y="105"/>
                  <a:pt x="33" y="105"/>
                  <a:pt x="33" y="105"/>
                </a:cubicBezTo>
                <a:cubicBezTo>
                  <a:pt x="33" y="105"/>
                  <a:pt x="33" y="105"/>
                  <a:pt x="33" y="105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7" y="45"/>
                  <a:pt x="17" y="79"/>
                  <a:pt x="33" y="105"/>
                </a:cubicBezTo>
                <a:cubicBezTo>
                  <a:pt x="17" y="79"/>
                  <a:pt x="7" y="45"/>
                  <a:pt x="0" y="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7" name="Freeform 1937">
            <a:extLst>
              <a:ext uri="{FF2B5EF4-FFF2-40B4-BE49-F238E27FC236}">
                <a16:creationId xmlns:a16="http://schemas.microsoft.com/office/drawing/2014/main" id="{8A274143-104E-DC15-6839-F446DE7045A5}"/>
              </a:ext>
            </a:extLst>
          </p:cNvPr>
          <p:cNvSpPr>
            <a:spLocks/>
          </p:cNvSpPr>
          <p:nvPr/>
        </p:nvSpPr>
        <p:spPr bwMode="auto">
          <a:xfrm>
            <a:off x="15860467" y="8203146"/>
            <a:ext cx="882534" cy="1265698"/>
          </a:xfrm>
          <a:custGeom>
            <a:avLst/>
            <a:gdLst>
              <a:gd name="T0" fmla="*/ 119 w 119"/>
              <a:gd name="T1" fmla="*/ 0 h 170"/>
              <a:gd name="T2" fmla="*/ 0 w 119"/>
              <a:gd name="T3" fmla="*/ 169 h 170"/>
              <a:gd name="T4" fmla="*/ 0 w 119"/>
              <a:gd name="T5" fmla="*/ 170 h 170"/>
              <a:gd name="T6" fmla="*/ 119 w 119"/>
              <a:gd name="T7" fmla="*/ 0 h 170"/>
              <a:gd name="T8" fmla="*/ 119 w 119"/>
              <a:gd name="T9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9" h="170">
                <a:moveTo>
                  <a:pt x="119" y="0"/>
                </a:moveTo>
                <a:cubicBezTo>
                  <a:pt x="44" y="25"/>
                  <a:pt x="17" y="69"/>
                  <a:pt x="0" y="169"/>
                </a:cubicBezTo>
                <a:cubicBezTo>
                  <a:pt x="0" y="169"/>
                  <a:pt x="0" y="169"/>
                  <a:pt x="0" y="170"/>
                </a:cubicBezTo>
                <a:cubicBezTo>
                  <a:pt x="17" y="69"/>
                  <a:pt x="44" y="25"/>
                  <a:pt x="119" y="0"/>
                </a:cubicBezTo>
                <a:cubicBezTo>
                  <a:pt x="119" y="0"/>
                  <a:pt x="119" y="0"/>
                  <a:pt x="119" y="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18" name="Freeform 1939">
            <a:extLst>
              <a:ext uri="{FF2B5EF4-FFF2-40B4-BE49-F238E27FC236}">
                <a16:creationId xmlns:a16="http://schemas.microsoft.com/office/drawing/2014/main" id="{D8B4AE93-4FE1-FE9B-8131-3941288BC45A}"/>
              </a:ext>
            </a:extLst>
          </p:cNvPr>
          <p:cNvSpPr>
            <a:spLocks noEditPoints="1"/>
          </p:cNvSpPr>
          <p:nvPr/>
        </p:nvSpPr>
        <p:spPr bwMode="auto">
          <a:xfrm>
            <a:off x="13325934" y="6708179"/>
            <a:ext cx="15704" cy="81658"/>
          </a:xfrm>
          <a:custGeom>
            <a:avLst/>
            <a:gdLst>
              <a:gd name="T0" fmla="*/ 2 w 2"/>
              <a:gd name="T1" fmla="*/ 11 h 11"/>
              <a:gd name="T2" fmla="*/ 2 w 2"/>
              <a:gd name="T3" fmla="*/ 11 h 11"/>
              <a:gd name="T4" fmla="*/ 2 w 2"/>
              <a:gd name="T5" fmla="*/ 11 h 11"/>
              <a:gd name="T6" fmla="*/ 2 w 2"/>
              <a:gd name="T7" fmla="*/ 10 h 11"/>
              <a:gd name="T8" fmla="*/ 2 w 2"/>
              <a:gd name="T9" fmla="*/ 10 h 11"/>
              <a:gd name="T10" fmla="*/ 2 w 2"/>
              <a:gd name="T11" fmla="*/ 10 h 11"/>
              <a:gd name="T12" fmla="*/ 2 w 2"/>
              <a:gd name="T13" fmla="*/ 10 h 11"/>
              <a:gd name="T14" fmla="*/ 2 w 2"/>
              <a:gd name="T15" fmla="*/ 10 h 11"/>
              <a:gd name="T16" fmla="*/ 2 w 2"/>
              <a:gd name="T17" fmla="*/ 10 h 11"/>
              <a:gd name="T18" fmla="*/ 2 w 2"/>
              <a:gd name="T19" fmla="*/ 10 h 11"/>
              <a:gd name="T20" fmla="*/ 2 w 2"/>
              <a:gd name="T21" fmla="*/ 10 h 11"/>
              <a:gd name="T22" fmla="*/ 2 w 2"/>
              <a:gd name="T23" fmla="*/ 10 h 11"/>
              <a:gd name="T24" fmla="*/ 2 w 2"/>
              <a:gd name="T25" fmla="*/ 9 h 11"/>
              <a:gd name="T26" fmla="*/ 2 w 2"/>
              <a:gd name="T27" fmla="*/ 10 h 11"/>
              <a:gd name="T28" fmla="*/ 2 w 2"/>
              <a:gd name="T29" fmla="*/ 9 h 11"/>
              <a:gd name="T30" fmla="*/ 2 w 2"/>
              <a:gd name="T31" fmla="*/ 9 h 11"/>
              <a:gd name="T32" fmla="*/ 2 w 2"/>
              <a:gd name="T33" fmla="*/ 9 h 11"/>
              <a:gd name="T34" fmla="*/ 2 w 2"/>
              <a:gd name="T35" fmla="*/ 9 h 11"/>
              <a:gd name="T36" fmla="*/ 2 w 2"/>
              <a:gd name="T37" fmla="*/ 9 h 11"/>
              <a:gd name="T38" fmla="*/ 2 w 2"/>
              <a:gd name="T39" fmla="*/ 9 h 11"/>
              <a:gd name="T40" fmla="*/ 2 w 2"/>
              <a:gd name="T41" fmla="*/ 9 h 11"/>
              <a:gd name="T42" fmla="*/ 2 w 2"/>
              <a:gd name="T43" fmla="*/ 9 h 11"/>
              <a:gd name="T44" fmla="*/ 2 w 2"/>
              <a:gd name="T45" fmla="*/ 9 h 11"/>
              <a:gd name="T46" fmla="*/ 2 w 2"/>
              <a:gd name="T47" fmla="*/ 9 h 11"/>
              <a:gd name="T48" fmla="*/ 2 w 2"/>
              <a:gd name="T49" fmla="*/ 8 h 11"/>
              <a:gd name="T50" fmla="*/ 2 w 2"/>
              <a:gd name="T51" fmla="*/ 8 h 11"/>
              <a:gd name="T52" fmla="*/ 2 w 2"/>
              <a:gd name="T53" fmla="*/ 8 h 11"/>
              <a:gd name="T54" fmla="*/ 2 w 2"/>
              <a:gd name="T55" fmla="*/ 8 h 11"/>
              <a:gd name="T56" fmla="*/ 2 w 2"/>
              <a:gd name="T57" fmla="*/ 8 h 11"/>
              <a:gd name="T58" fmla="*/ 2 w 2"/>
              <a:gd name="T59" fmla="*/ 8 h 11"/>
              <a:gd name="T60" fmla="*/ 2 w 2"/>
              <a:gd name="T61" fmla="*/ 8 h 11"/>
              <a:gd name="T62" fmla="*/ 2 w 2"/>
              <a:gd name="T63" fmla="*/ 8 h 11"/>
              <a:gd name="T64" fmla="*/ 2 w 2"/>
              <a:gd name="T65" fmla="*/ 8 h 11"/>
              <a:gd name="T66" fmla="*/ 2 w 2"/>
              <a:gd name="T67" fmla="*/ 7 h 11"/>
              <a:gd name="T68" fmla="*/ 2 w 2"/>
              <a:gd name="T69" fmla="*/ 8 h 11"/>
              <a:gd name="T70" fmla="*/ 2 w 2"/>
              <a:gd name="T71" fmla="*/ 7 h 11"/>
              <a:gd name="T72" fmla="*/ 2 w 2"/>
              <a:gd name="T73" fmla="*/ 7 h 11"/>
              <a:gd name="T74" fmla="*/ 2 w 2"/>
              <a:gd name="T75" fmla="*/ 7 h 11"/>
              <a:gd name="T76" fmla="*/ 2 w 2"/>
              <a:gd name="T77" fmla="*/ 7 h 11"/>
              <a:gd name="T78" fmla="*/ 2 w 2"/>
              <a:gd name="T79" fmla="*/ 7 h 11"/>
              <a:gd name="T80" fmla="*/ 2 w 2"/>
              <a:gd name="T81" fmla="*/ 7 h 11"/>
              <a:gd name="T82" fmla="*/ 2 w 2"/>
              <a:gd name="T83" fmla="*/ 7 h 11"/>
              <a:gd name="T84" fmla="*/ 2 w 2"/>
              <a:gd name="T85" fmla="*/ 7 h 11"/>
              <a:gd name="T86" fmla="*/ 2 w 2"/>
              <a:gd name="T87" fmla="*/ 7 h 11"/>
              <a:gd name="T88" fmla="*/ 2 w 2"/>
              <a:gd name="T89" fmla="*/ 7 h 11"/>
              <a:gd name="T90" fmla="*/ 2 w 2"/>
              <a:gd name="T91" fmla="*/ 6 h 11"/>
              <a:gd name="T92" fmla="*/ 2 w 2"/>
              <a:gd name="T93" fmla="*/ 6 h 11"/>
              <a:gd name="T94" fmla="*/ 2 w 2"/>
              <a:gd name="T95" fmla="*/ 6 h 11"/>
              <a:gd name="T96" fmla="*/ 2 w 2"/>
              <a:gd name="T97" fmla="*/ 6 h 11"/>
              <a:gd name="T98" fmla="*/ 2 w 2"/>
              <a:gd name="T99" fmla="*/ 6 h 11"/>
              <a:gd name="T100" fmla="*/ 2 w 2"/>
              <a:gd name="T101" fmla="*/ 6 h 11"/>
              <a:gd name="T102" fmla="*/ 1 w 2"/>
              <a:gd name="T103" fmla="*/ 6 h 11"/>
              <a:gd name="T104" fmla="*/ 2 w 2"/>
              <a:gd name="T105" fmla="*/ 6 h 11"/>
              <a:gd name="T106" fmla="*/ 1 w 2"/>
              <a:gd name="T107" fmla="*/ 6 h 11"/>
              <a:gd name="T108" fmla="*/ 0 w 2"/>
              <a:gd name="T109" fmla="*/ 0 h 11"/>
              <a:gd name="T110" fmla="*/ 0 w 2"/>
              <a:gd name="T111" fmla="*/ 0 h 11"/>
              <a:gd name="T112" fmla="*/ 1 w 2"/>
              <a:gd name="T113" fmla="*/ 6 h 11"/>
              <a:gd name="T114" fmla="*/ 0 w 2"/>
              <a:gd name="T115" fmla="*/ 0 h 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" h="11">
                <a:moveTo>
                  <a:pt x="2" y="11"/>
                </a:moveTo>
                <a:cubicBezTo>
                  <a:pt x="2" y="11"/>
                  <a:pt x="2" y="11"/>
                  <a:pt x="2" y="11"/>
                </a:cubicBezTo>
                <a:cubicBezTo>
                  <a:pt x="2" y="11"/>
                  <a:pt x="2" y="11"/>
                  <a:pt x="2" y="11"/>
                </a:cubicBezTo>
                <a:moveTo>
                  <a:pt x="2" y="10"/>
                </a:move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moveTo>
                  <a:pt x="2" y="10"/>
                </a:move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moveTo>
                  <a:pt x="2" y="10"/>
                </a:moveTo>
                <a:cubicBezTo>
                  <a:pt x="2" y="10"/>
                  <a:pt x="2" y="10"/>
                  <a:pt x="2" y="10"/>
                </a:cubicBezTo>
                <a:cubicBezTo>
                  <a:pt x="2" y="10"/>
                  <a:pt x="2" y="10"/>
                  <a:pt x="2" y="10"/>
                </a:cubicBezTo>
                <a:moveTo>
                  <a:pt x="2" y="9"/>
                </a:moveTo>
                <a:cubicBezTo>
                  <a:pt x="2" y="9"/>
                  <a:pt x="2" y="10"/>
                  <a:pt x="2" y="10"/>
                </a:cubicBezTo>
                <a:cubicBezTo>
                  <a:pt x="2" y="10"/>
                  <a:pt x="2" y="9"/>
                  <a:pt x="2" y="9"/>
                </a:cubicBezTo>
                <a:moveTo>
                  <a:pt x="2" y="9"/>
                </a:move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moveTo>
                  <a:pt x="2" y="9"/>
                </a:move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moveTo>
                  <a:pt x="2" y="9"/>
                </a:moveTo>
                <a:cubicBezTo>
                  <a:pt x="2" y="9"/>
                  <a:pt x="2" y="9"/>
                  <a:pt x="2" y="9"/>
                </a:cubicBezTo>
                <a:cubicBezTo>
                  <a:pt x="2" y="9"/>
                  <a:pt x="2" y="9"/>
                  <a:pt x="2" y="9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7"/>
                </a:moveTo>
                <a:cubicBezTo>
                  <a:pt x="2" y="7"/>
                  <a:pt x="2" y="8"/>
                  <a:pt x="2" y="8"/>
                </a:cubicBezTo>
                <a:cubicBezTo>
                  <a:pt x="2" y="8"/>
                  <a:pt x="2" y="7"/>
                  <a:pt x="2" y="7"/>
                </a:cubicBezTo>
                <a:moveTo>
                  <a:pt x="2" y="7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moveTo>
                  <a:pt x="2" y="7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moveTo>
                  <a:pt x="2" y="7"/>
                </a:moveTo>
                <a:cubicBezTo>
                  <a:pt x="2" y="7"/>
                  <a:pt x="2" y="7"/>
                  <a:pt x="2" y="7"/>
                </a:cubicBezTo>
                <a:cubicBezTo>
                  <a:pt x="2" y="7"/>
                  <a:pt x="2" y="7"/>
                  <a:pt x="2" y="7"/>
                </a:cubicBezTo>
                <a:moveTo>
                  <a:pt x="2" y="6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moveTo>
                  <a:pt x="2" y="6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2" y="6"/>
                </a:cubicBezTo>
                <a:moveTo>
                  <a:pt x="1" y="6"/>
                </a:moveTo>
                <a:cubicBezTo>
                  <a:pt x="2" y="6"/>
                  <a:pt x="2" y="6"/>
                  <a:pt x="2" y="6"/>
                </a:cubicBezTo>
                <a:cubicBezTo>
                  <a:pt x="2" y="6"/>
                  <a:pt x="2" y="6"/>
                  <a:pt x="1" y="6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2"/>
                  <a:pt x="1" y="4"/>
                  <a:pt x="1" y="6"/>
                </a:cubicBezTo>
                <a:cubicBezTo>
                  <a:pt x="1" y="4"/>
                  <a:pt x="1" y="2"/>
                  <a:pt x="0" y="0"/>
                </a:cubicBezTo>
              </a:path>
            </a:pathLst>
          </a:custGeom>
          <a:solidFill>
            <a:srgbClr val="D1D3D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20" name="Freeform 1924">
            <a:extLst>
              <a:ext uri="{FF2B5EF4-FFF2-40B4-BE49-F238E27FC236}">
                <a16:creationId xmlns:a16="http://schemas.microsoft.com/office/drawing/2014/main" id="{999D7050-E577-8147-117D-FB3A82C663ED}"/>
              </a:ext>
            </a:extLst>
          </p:cNvPr>
          <p:cNvSpPr>
            <a:spLocks/>
          </p:cNvSpPr>
          <p:nvPr/>
        </p:nvSpPr>
        <p:spPr bwMode="auto">
          <a:xfrm>
            <a:off x="13310229" y="7185563"/>
            <a:ext cx="3432772" cy="3435911"/>
          </a:xfrm>
          <a:custGeom>
            <a:avLst/>
            <a:gdLst>
              <a:gd name="T0" fmla="*/ 325 w 462"/>
              <a:gd name="T1" fmla="*/ 0 h 462"/>
              <a:gd name="T2" fmla="*/ 146 w 462"/>
              <a:gd name="T3" fmla="*/ 122 h 462"/>
              <a:gd name="T4" fmla="*/ 0 w 462"/>
              <a:gd name="T5" fmla="*/ 291 h 462"/>
              <a:gd name="T6" fmla="*/ 171 w 462"/>
              <a:gd name="T7" fmla="*/ 462 h 462"/>
              <a:gd name="T8" fmla="*/ 341 w 462"/>
              <a:gd name="T9" fmla="*/ 317 h 462"/>
              <a:gd name="T10" fmla="*/ 462 w 462"/>
              <a:gd name="T11" fmla="*/ 137 h 462"/>
              <a:gd name="T12" fmla="*/ 325 w 462"/>
              <a:gd name="T13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2" h="462">
                <a:moveTo>
                  <a:pt x="325" y="0"/>
                </a:moveTo>
                <a:cubicBezTo>
                  <a:pt x="299" y="77"/>
                  <a:pt x="253" y="104"/>
                  <a:pt x="146" y="122"/>
                </a:cubicBezTo>
                <a:cubicBezTo>
                  <a:pt x="63" y="134"/>
                  <a:pt x="0" y="205"/>
                  <a:pt x="0" y="291"/>
                </a:cubicBezTo>
                <a:cubicBezTo>
                  <a:pt x="0" y="386"/>
                  <a:pt x="77" y="462"/>
                  <a:pt x="171" y="462"/>
                </a:cubicBezTo>
                <a:cubicBezTo>
                  <a:pt x="257" y="462"/>
                  <a:pt x="328" y="399"/>
                  <a:pt x="341" y="317"/>
                </a:cubicBezTo>
                <a:cubicBezTo>
                  <a:pt x="358" y="209"/>
                  <a:pt x="385" y="163"/>
                  <a:pt x="462" y="137"/>
                </a:cubicBezTo>
                <a:cubicBezTo>
                  <a:pt x="395" y="120"/>
                  <a:pt x="343" y="67"/>
                  <a:pt x="325" y="0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21" name="Freeform 1923">
            <a:extLst>
              <a:ext uri="{FF2B5EF4-FFF2-40B4-BE49-F238E27FC236}">
                <a16:creationId xmlns:a16="http://schemas.microsoft.com/office/drawing/2014/main" id="{2414DC10-70AD-2DB4-BA04-87F21FBFE62F}"/>
              </a:ext>
            </a:extLst>
          </p:cNvPr>
          <p:cNvSpPr>
            <a:spLocks/>
          </p:cNvSpPr>
          <p:nvPr/>
        </p:nvSpPr>
        <p:spPr bwMode="auto">
          <a:xfrm>
            <a:off x="15838483" y="5549266"/>
            <a:ext cx="3429630" cy="3426490"/>
          </a:xfrm>
          <a:custGeom>
            <a:avLst/>
            <a:gdLst>
              <a:gd name="T0" fmla="*/ 462 w 462"/>
              <a:gd name="T1" fmla="*/ 324 h 461"/>
              <a:gd name="T2" fmla="*/ 341 w 462"/>
              <a:gd name="T3" fmla="*/ 145 h 461"/>
              <a:gd name="T4" fmla="*/ 171 w 462"/>
              <a:gd name="T5" fmla="*/ 0 h 461"/>
              <a:gd name="T6" fmla="*/ 0 w 462"/>
              <a:gd name="T7" fmla="*/ 171 h 461"/>
              <a:gd name="T8" fmla="*/ 146 w 462"/>
              <a:gd name="T9" fmla="*/ 340 h 461"/>
              <a:gd name="T10" fmla="*/ 325 w 462"/>
              <a:gd name="T11" fmla="*/ 461 h 461"/>
              <a:gd name="T12" fmla="*/ 462 w 462"/>
              <a:gd name="T13" fmla="*/ 324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2" h="461">
                <a:moveTo>
                  <a:pt x="462" y="324"/>
                </a:moveTo>
                <a:cubicBezTo>
                  <a:pt x="385" y="299"/>
                  <a:pt x="358" y="253"/>
                  <a:pt x="341" y="145"/>
                </a:cubicBezTo>
                <a:cubicBezTo>
                  <a:pt x="329" y="63"/>
                  <a:pt x="257" y="0"/>
                  <a:pt x="171" y="0"/>
                </a:cubicBezTo>
                <a:cubicBezTo>
                  <a:pt x="77" y="0"/>
                  <a:pt x="0" y="76"/>
                  <a:pt x="0" y="171"/>
                </a:cubicBezTo>
                <a:cubicBezTo>
                  <a:pt x="0" y="257"/>
                  <a:pt x="63" y="328"/>
                  <a:pt x="146" y="340"/>
                </a:cubicBezTo>
                <a:cubicBezTo>
                  <a:pt x="253" y="357"/>
                  <a:pt x="300" y="384"/>
                  <a:pt x="325" y="461"/>
                </a:cubicBezTo>
                <a:cubicBezTo>
                  <a:pt x="343" y="395"/>
                  <a:pt x="395" y="342"/>
                  <a:pt x="462" y="324"/>
                </a:cubicBezTo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22" name="Freeform 1925">
            <a:extLst>
              <a:ext uri="{FF2B5EF4-FFF2-40B4-BE49-F238E27FC236}">
                <a16:creationId xmlns:a16="http://schemas.microsoft.com/office/drawing/2014/main" id="{CB4EA24D-401B-22CC-186B-79178F40857F}"/>
              </a:ext>
            </a:extLst>
          </p:cNvPr>
          <p:cNvSpPr>
            <a:spLocks/>
          </p:cNvSpPr>
          <p:nvPr/>
        </p:nvSpPr>
        <p:spPr bwMode="auto">
          <a:xfrm>
            <a:off x="10785117" y="5549266"/>
            <a:ext cx="3432772" cy="3426490"/>
          </a:xfrm>
          <a:custGeom>
            <a:avLst/>
            <a:gdLst>
              <a:gd name="T0" fmla="*/ 462 w 462"/>
              <a:gd name="T1" fmla="*/ 324 h 461"/>
              <a:gd name="T2" fmla="*/ 341 w 462"/>
              <a:gd name="T3" fmla="*/ 145 h 461"/>
              <a:gd name="T4" fmla="*/ 171 w 462"/>
              <a:gd name="T5" fmla="*/ 0 h 461"/>
              <a:gd name="T6" fmla="*/ 0 w 462"/>
              <a:gd name="T7" fmla="*/ 171 h 461"/>
              <a:gd name="T8" fmla="*/ 146 w 462"/>
              <a:gd name="T9" fmla="*/ 340 h 461"/>
              <a:gd name="T10" fmla="*/ 325 w 462"/>
              <a:gd name="T11" fmla="*/ 461 h 461"/>
              <a:gd name="T12" fmla="*/ 462 w 462"/>
              <a:gd name="T13" fmla="*/ 324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2" h="461">
                <a:moveTo>
                  <a:pt x="462" y="324"/>
                </a:moveTo>
                <a:cubicBezTo>
                  <a:pt x="385" y="299"/>
                  <a:pt x="358" y="253"/>
                  <a:pt x="341" y="145"/>
                </a:cubicBezTo>
                <a:cubicBezTo>
                  <a:pt x="328" y="63"/>
                  <a:pt x="257" y="0"/>
                  <a:pt x="171" y="0"/>
                </a:cubicBezTo>
                <a:cubicBezTo>
                  <a:pt x="77" y="0"/>
                  <a:pt x="0" y="76"/>
                  <a:pt x="0" y="171"/>
                </a:cubicBezTo>
                <a:cubicBezTo>
                  <a:pt x="0" y="257"/>
                  <a:pt x="63" y="328"/>
                  <a:pt x="146" y="340"/>
                </a:cubicBezTo>
                <a:cubicBezTo>
                  <a:pt x="253" y="357"/>
                  <a:pt x="299" y="384"/>
                  <a:pt x="325" y="461"/>
                </a:cubicBezTo>
                <a:cubicBezTo>
                  <a:pt x="343" y="395"/>
                  <a:pt x="395" y="342"/>
                  <a:pt x="462" y="324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23" name="Freeform 1926">
            <a:extLst>
              <a:ext uri="{FF2B5EF4-FFF2-40B4-BE49-F238E27FC236}">
                <a16:creationId xmlns:a16="http://schemas.microsoft.com/office/drawing/2014/main" id="{3E1C8FD0-B07B-0AB3-E1D3-70444B4FB86D}"/>
              </a:ext>
            </a:extLst>
          </p:cNvPr>
          <p:cNvSpPr>
            <a:spLocks/>
          </p:cNvSpPr>
          <p:nvPr/>
        </p:nvSpPr>
        <p:spPr bwMode="auto">
          <a:xfrm>
            <a:off x="8260004" y="7185563"/>
            <a:ext cx="3432772" cy="3435911"/>
          </a:xfrm>
          <a:custGeom>
            <a:avLst/>
            <a:gdLst>
              <a:gd name="T0" fmla="*/ 325 w 462"/>
              <a:gd name="T1" fmla="*/ 0 h 462"/>
              <a:gd name="T2" fmla="*/ 146 w 462"/>
              <a:gd name="T3" fmla="*/ 122 h 462"/>
              <a:gd name="T4" fmla="*/ 0 w 462"/>
              <a:gd name="T5" fmla="*/ 291 h 462"/>
              <a:gd name="T6" fmla="*/ 171 w 462"/>
              <a:gd name="T7" fmla="*/ 462 h 462"/>
              <a:gd name="T8" fmla="*/ 341 w 462"/>
              <a:gd name="T9" fmla="*/ 317 h 462"/>
              <a:gd name="T10" fmla="*/ 462 w 462"/>
              <a:gd name="T11" fmla="*/ 137 h 462"/>
              <a:gd name="T12" fmla="*/ 325 w 462"/>
              <a:gd name="T13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2" h="462">
                <a:moveTo>
                  <a:pt x="325" y="0"/>
                </a:moveTo>
                <a:cubicBezTo>
                  <a:pt x="299" y="77"/>
                  <a:pt x="253" y="104"/>
                  <a:pt x="146" y="122"/>
                </a:cubicBezTo>
                <a:cubicBezTo>
                  <a:pt x="63" y="134"/>
                  <a:pt x="0" y="205"/>
                  <a:pt x="0" y="291"/>
                </a:cubicBezTo>
                <a:cubicBezTo>
                  <a:pt x="0" y="386"/>
                  <a:pt x="77" y="462"/>
                  <a:pt x="171" y="462"/>
                </a:cubicBezTo>
                <a:cubicBezTo>
                  <a:pt x="257" y="462"/>
                  <a:pt x="328" y="399"/>
                  <a:pt x="341" y="317"/>
                </a:cubicBezTo>
                <a:cubicBezTo>
                  <a:pt x="358" y="209"/>
                  <a:pt x="385" y="163"/>
                  <a:pt x="462" y="137"/>
                </a:cubicBezTo>
                <a:cubicBezTo>
                  <a:pt x="395" y="120"/>
                  <a:pt x="342" y="67"/>
                  <a:pt x="325" y="0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24" name="Freeform 1927">
            <a:extLst>
              <a:ext uri="{FF2B5EF4-FFF2-40B4-BE49-F238E27FC236}">
                <a16:creationId xmlns:a16="http://schemas.microsoft.com/office/drawing/2014/main" id="{2BA1AD0F-E3CC-65FC-DB29-1358631145E7}"/>
              </a:ext>
            </a:extLst>
          </p:cNvPr>
          <p:cNvSpPr>
            <a:spLocks/>
          </p:cNvSpPr>
          <p:nvPr/>
        </p:nvSpPr>
        <p:spPr bwMode="auto">
          <a:xfrm>
            <a:off x="5734892" y="5549266"/>
            <a:ext cx="3432772" cy="3426490"/>
          </a:xfrm>
          <a:custGeom>
            <a:avLst/>
            <a:gdLst>
              <a:gd name="T0" fmla="*/ 462 w 462"/>
              <a:gd name="T1" fmla="*/ 324 h 461"/>
              <a:gd name="T2" fmla="*/ 340 w 462"/>
              <a:gd name="T3" fmla="*/ 145 h 461"/>
              <a:gd name="T4" fmla="*/ 171 w 462"/>
              <a:gd name="T5" fmla="*/ 0 h 461"/>
              <a:gd name="T6" fmla="*/ 0 w 462"/>
              <a:gd name="T7" fmla="*/ 171 h 461"/>
              <a:gd name="T8" fmla="*/ 145 w 462"/>
              <a:gd name="T9" fmla="*/ 340 h 461"/>
              <a:gd name="T10" fmla="*/ 325 w 462"/>
              <a:gd name="T11" fmla="*/ 461 h 461"/>
              <a:gd name="T12" fmla="*/ 462 w 462"/>
              <a:gd name="T13" fmla="*/ 324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2" h="461">
                <a:moveTo>
                  <a:pt x="462" y="324"/>
                </a:moveTo>
                <a:cubicBezTo>
                  <a:pt x="385" y="299"/>
                  <a:pt x="358" y="253"/>
                  <a:pt x="340" y="145"/>
                </a:cubicBezTo>
                <a:cubicBezTo>
                  <a:pt x="328" y="63"/>
                  <a:pt x="257" y="0"/>
                  <a:pt x="171" y="0"/>
                </a:cubicBezTo>
                <a:cubicBezTo>
                  <a:pt x="76" y="0"/>
                  <a:pt x="0" y="76"/>
                  <a:pt x="0" y="171"/>
                </a:cubicBezTo>
                <a:cubicBezTo>
                  <a:pt x="0" y="257"/>
                  <a:pt x="63" y="328"/>
                  <a:pt x="145" y="340"/>
                </a:cubicBezTo>
                <a:cubicBezTo>
                  <a:pt x="253" y="357"/>
                  <a:pt x="299" y="384"/>
                  <a:pt x="325" y="461"/>
                </a:cubicBezTo>
                <a:cubicBezTo>
                  <a:pt x="342" y="395"/>
                  <a:pt x="395" y="342"/>
                  <a:pt x="462" y="324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25" name="Freeform 1928">
            <a:extLst>
              <a:ext uri="{FF2B5EF4-FFF2-40B4-BE49-F238E27FC236}">
                <a16:creationId xmlns:a16="http://schemas.microsoft.com/office/drawing/2014/main" id="{73FECE54-5FC5-9449-5E41-2FC49659256F}"/>
              </a:ext>
            </a:extLst>
          </p:cNvPr>
          <p:cNvSpPr>
            <a:spLocks/>
          </p:cNvSpPr>
          <p:nvPr/>
        </p:nvSpPr>
        <p:spPr bwMode="auto">
          <a:xfrm>
            <a:off x="3209781" y="7185563"/>
            <a:ext cx="3423349" cy="3435911"/>
          </a:xfrm>
          <a:custGeom>
            <a:avLst/>
            <a:gdLst>
              <a:gd name="T0" fmla="*/ 325 w 461"/>
              <a:gd name="T1" fmla="*/ 0 h 462"/>
              <a:gd name="T2" fmla="*/ 145 w 461"/>
              <a:gd name="T3" fmla="*/ 122 h 462"/>
              <a:gd name="T4" fmla="*/ 0 w 461"/>
              <a:gd name="T5" fmla="*/ 291 h 462"/>
              <a:gd name="T6" fmla="*/ 171 w 461"/>
              <a:gd name="T7" fmla="*/ 462 h 462"/>
              <a:gd name="T8" fmla="*/ 340 w 461"/>
              <a:gd name="T9" fmla="*/ 317 h 462"/>
              <a:gd name="T10" fmla="*/ 461 w 461"/>
              <a:gd name="T11" fmla="*/ 137 h 462"/>
              <a:gd name="T12" fmla="*/ 325 w 461"/>
              <a:gd name="T13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61" h="462">
                <a:moveTo>
                  <a:pt x="325" y="0"/>
                </a:moveTo>
                <a:cubicBezTo>
                  <a:pt x="299" y="77"/>
                  <a:pt x="253" y="104"/>
                  <a:pt x="145" y="122"/>
                </a:cubicBezTo>
                <a:cubicBezTo>
                  <a:pt x="63" y="134"/>
                  <a:pt x="0" y="205"/>
                  <a:pt x="0" y="291"/>
                </a:cubicBezTo>
                <a:cubicBezTo>
                  <a:pt x="0" y="386"/>
                  <a:pt x="76" y="462"/>
                  <a:pt x="171" y="462"/>
                </a:cubicBezTo>
                <a:cubicBezTo>
                  <a:pt x="257" y="462"/>
                  <a:pt x="328" y="399"/>
                  <a:pt x="340" y="317"/>
                </a:cubicBezTo>
                <a:cubicBezTo>
                  <a:pt x="358" y="209"/>
                  <a:pt x="384" y="163"/>
                  <a:pt x="461" y="137"/>
                </a:cubicBezTo>
                <a:cubicBezTo>
                  <a:pt x="395" y="120"/>
                  <a:pt x="342" y="67"/>
                  <a:pt x="325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grpSp>
        <p:nvGrpSpPr>
          <p:cNvPr id="26" name="Группа 23">
            <a:extLst>
              <a:ext uri="{FF2B5EF4-FFF2-40B4-BE49-F238E27FC236}">
                <a16:creationId xmlns:a16="http://schemas.microsoft.com/office/drawing/2014/main" id="{E8ADB94F-87C6-62C1-2D49-F0CC916783AE}"/>
              </a:ext>
            </a:extLst>
          </p:cNvPr>
          <p:cNvGrpSpPr/>
          <p:nvPr/>
        </p:nvGrpSpPr>
        <p:grpSpPr>
          <a:xfrm>
            <a:off x="5376855" y="6708178"/>
            <a:ext cx="13891259" cy="2751242"/>
            <a:chOff x="2744788" y="2943225"/>
            <a:chExt cx="7021513" cy="1390650"/>
          </a:xfrm>
        </p:grpSpPr>
        <p:sp>
          <p:nvSpPr>
            <p:cNvPr id="27" name="Freeform 1930">
              <a:extLst>
                <a:ext uri="{FF2B5EF4-FFF2-40B4-BE49-F238E27FC236}">
                  <a16:creationId xmlns:a16="http://schemas.microsoft.com/office/drawing/2014/main" id="{55677256-CD9E-4960-DF07-A892E6BAE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788" y="3511550"/>
              <a:ext cx="635000" cy="822325"/>
            </a:xfrm>
            <a:custGeom>
              <a:avLst/>
              <a:gdLst>
                <a:gd name="T0" fmla="*/ 0 w 169"/>
                <a:gd name="T1" fmla="*/ 82 h 219"/>
                <a:gd name="T2" fmla="*/ 50 w 169"/>
                <a:gd name="T3" fmla="*/ 219 h 219"/>
                <a:gd name="T4" fmla="*/ 64 w 169"/>
                <a:gd name="T5" fmla="*/ 158 h 219"/>
                <a:gd name="T6" fmla="*/ 64 w 169"/>
                <a:gd name="T7" fmla="*/ 158 h 219"/>
                <a:gd name="T8" fmla="*/ 65 w 169"/>
                <a:gd name="T9" fmla="*/ 157 h 219"/>
                <a:gd name="T10" fmla="*/ 65 w 169"/>
                <a:gd name="T11" fmla="*/ 157 h 219"/>
                <a:gd name="T12" fmla="*/ 65 w 169"/>
                <a:gd name="T13" fmla="*/ 157 h 219"/>
                <a:gd name="T14" fmla="*/ 65 w 169"/>
                <a:gd name="T15" fmla="*/ 157 h 219"/>
                <a:gd name="T16" fmla="*/ 65 w 169"/>
                <a:gd name="T17" fmla="*/ 156 h 219"/>
                <a:gd name="T18" fmla="*/ 65 w 169"/>
                <a:gd name="T19" fmla="*/ 156 h 219"/>
                <a:gd name="T20" fmla="*/ 65 w 169"/>
                <a:gd name="T21" fmla="*/ 156 h 219"/>
                <a:gd name="T22" fmla="*/ 65 w 169"/>
                <a:gd name="T23" fmla="*/ 156 h 219"/>
                <a:gd name="T24" fmla="*/ 65 w 169"/>
                <a:gd name="T25" fmla="*/ 156 h 219"/>
                <a:gd name="T26" fmla="*/ 65 w 169"/>
                <a:gd name="T27" fmla="*/ 155 h 219"/>
                <a:gd name="T28" fmla="*/ 65 w 169"/>
                <a:gd name="T29" fmla="*/ 155 h 219"/>
                <a:gd name="T30" fmla="*/ 65 w 169"/>
                <a:gd name="T31" fmla="*/ 155 h 219"/>
                <a:gd name="T32" fmla="*/ 65 w 169"/>
                <a:gd name="T33" fmla="*/ 155 h 219"/>
                <a:gd name="T34" fmla="*/ 65 w 169"/>
                <a:gd name="T35" fmla="*/ 154 h 219"/>
                <a:gd name="T36" fmla="*/ 77 w 169"/>
                <a:gd name="T37" fmla="*/ 127 h 219"/>
                <a:gd name="T38" fmla="*/ 77 w 169"/>
                <a:gd name="T39" fmla="*/ 127 h 219"/>
                <a:gd name="T40" fmla="*/ 77 w 169"/>
                <a:gd name="T41" fmla="*/ 126 h 219"/>
                <a:gd name="T42" fmla="*/ 77 w 169"/>
                <a:gd name="T43" fmla="*/ 126 h 219"/>
                <a:gd name="T44" fmla="*/ 77 w 169"/>
                <a:gd name="T45" fmla="*/ 126 h 219"/>
                <a:gd name="T46" fmla="*/ 77 w 169"/>
                <a:gd name="T47" fmla="*/ 126 h 219"/>
                <a:gd name="T48" fmla="*/ 77 w 169"/>
                <a:gd name="T49" fmla="*/ 126 h 219"/>
                <a:gd name="T50" fmla="*/ 77 w 169"/>
                <a:gd name="T51" fmla="*/ 126 h 219"/>
                <a:gd name="T52" fmla="*/ 77 w 169"/>
                <a:gd name="T53" fmla="*/ 125 h 219"/>
                <a:gd name="T54" fmla="*/ 77 w 169"/>
                <a:gd name="T55" fmla="*/ 125 h 219"/>
                <a:gd name="T56" fmla="*/ 78 w 169"/>
                <a:gd name="T57" fmla="*/ 125 h 219"/>
                <a:gd name="T58" fmla="*/ 78 w 169"/>
                <a:gd name="T59" fmla="*/ 125 h 219"/>
                <a:gd name="T60" fmla="*/ 78 w 169"/>
                <a:gd name="T61" fmla="*/ 125 h 219"/>
                <a:gd name="T62" fmla="*/ 78 w 169"/>
                <a:gd name="T63" fmla="*/ 124 h 219"/>
                <a:gd name="T64" fmla="*/ 78 w 169"/>
                <a:gd name="T65" fmla="*/ 124 h 219"/>
                <a:gd name="T66" fmla="*/ 78 w 169"/>
                <a:gd name="T67" fmla="*/ 124 h 219"/>
                <a:gd name="T68" fmla="*/ 78 w 169"/>
                <a:gd name="T69" fmla="*/ 124 h 219"/>
                <a:gd name="T70" fmla="*/ 78 w 169"/>
                <a:gd name="T71" fmla="*/ 124 h 219"/>
                <a:gd name="T72" fmla="*/ 78 w 169"/>
                <a:gd name="T73" fmla="*/ 124 h 219"/>
                <a:gd name="T74" fmla="*/ 78 w 169"/>
                <a:gd name="T75" fmla="*/ 123 h 219"/>
                <a:gd name="T76" fmla="*/ 79 w 169"/>
                <a:gd name="T77" fmla="*/ 123 h 219"/>
                <a:gd name="T78" fmla="*/ 79 w 169"/>
                <a:gd name="T79" fmla="*/ 123 h 219"/>
                <a:gd name="T80" fmla="*/ 79 w 169"/>
                <a:gd name="T81" fmla="*/ 123 h 219"/>
                <a:gd name="T82" fmla="*/ 79 w 169"/>
                <a:gd name="T83" fmla="*/ 122 h 219"/>
                <a:gd name="T84" fmla="*/ 79 w 169"/>
                <a:gd name="T85" fmla="*/ 122 h 219"/>
                <a:gd name="T86" fmla="*/ 79 w 169"/>
                <a:gd name="T87" fmla="*/ 122 h 219"/>
                <a:gd name="T88" fmla="*/ 79 w 169"/>
                <a:gd name="T89" fmla="*/ 122 h 219"/>
                <a:gd name="T90" fmla="*/ 79 w 169"/>
                <a:gd name="T91" fmla="*/ 122 h 219"/>
                <a:gd name="T92" fmla="*/ 79 w 169"/>
                <a:gd name="T93" fmla="*/ 121 h 219"/>
                <a:gd name="T94" fmla="*/ 79 w 169"/>
                <a:gd name="T95" fmla="*/ 121 h 219"/>
                <a:gd name="T96" fmla="*/ 79 w 169"/>
                <a:gd name="T97" fmla="*/ 121 h 219"/>
                <a:gd name="T98" fmla="*/ 80 w 169"/>
                <a:gd name="T99" fmla="*/ 121 h 219"/>
                <a:gd name="T100" fmla="*/ 169 w 169"/>
                <a:gd name="T101" fmla="*/ 5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69" h="219">
                  <a:moveTo>
                    <a:pt x="83" y="0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32" y="114"/>
                    <a:pt x="51" y="157"/>
                    <a:pt x="51" y="204"/>
                  </a:cubicBezTo>
                  <a:cubicBezTo>
                    <a:pt x="51" y="209"/>
                    <a:pt x="51" y="214"/>
                    <a:pt x="50" y="219"/>
                  </a:cubicBezTo>
                  <a:cubicBezTo>
                    <a:pt x="54" y="196"/>
                    <a:pt x="59" y="176"/>
                    <a:pt x="64" y="158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4" y="158"/>
                    <a:pt x="64" y="158"/>
                    <a:pt x="64" y="158"/>
                  </a:cubicBezTo>
                  <a:cubicBezTo>
                    <a:pt x="64" y="158"/>
                    <a:pt x="64" y="157"/>
                    <a:pt x="64" y="157"/>
                  </a:cubicBezTo>
                  <a:cubicBezTo>
                    <a:pt x="64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7"/>
                    <a:pt x="65" y="157"/>
                  </a:cubicBezTo>
                  <a:cubicBezTo>
                    <a:pt x="65" y="157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4"/>
                    <a:pt x="65" y="154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9" y="144"/>
                    <a:pt x="72" y="135"/>
                    <a:pt x="77" y="127"/>
                  </a:cubicBezTo>
                  <a:cubicBezTo>
                    <a:pt x="77" y="127"/>
                    <a:pt x="77" y="127"/>
                    <a:pt x="77" y="127"/>
                  </a:cubicBezTo>
                  <a:cubicBezTo>
                    <a:pt x="77" y="127"/>
                    <a:pt x="77" y="127"/>
                    <a:pt x="77" y="127"/>
                  </a:cubicBezTo>
                  <a:cubicBezTo>
                    <a:pt x="77" y="127"/>
                    <a:pt x="77" y="127"/>
                    <a:pt x="77" y="127"/>
                  </a:cubicBezTo>
                  <a:cubicBezTo>
                    <a:pt x="77" y="127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6"/>
                    <a:pt x="77" y="126"/>
                    <a:pt x="77" y="126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7" y="125"/>
                  </a:cubicBezTo>
                  <a:cubicBezTo>
                    <a:pt x="77" y="125"/>
                    <a:pt x="77" y="125"/>
                    <a:pt x="78" y="125"/>
                  </a:cubicBezTo>
                  <a:cubicBezTo>
                    <a:pt x="78" y="125"/>
                    <a:pt x="78" y="125"/>
                    <a:pt x="78" y="125"/>
                  </a:cubicBezTo>
                  <a:cubicBezTo>
                    <a:pt x="78" y="125"/>
                    <a:pt x="78" y="125"/>
                    <a:pt x="78" y="125"/>
                  </a:cubicBezTo>
                  <a:cubicBezTo>
                    <a:pt x="78" y="125"/>
                    <a:pt x="78" y="125"/>
                    <a:pt x="78" y="125"/>
                  </a:cubicBezTo>
                  <a:cubicBezTo>
                    <a:pt x="78" y="125"/>
                    <a:pt x="78" y="125"/>
                    <a:pt x="78" y="125"/>
                  </a:cubicBezTo>
                  <a:cubicBezTo>
                    <a:pt x="78" y="125"/>
                    <a:pt x="78" y="125"/>
                    <a:pt x="78" y="125"/>
                  </a:cubicBezTo>
                  <a:cubicBezTo>
                    <a:pt x="78" y="125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8" y="123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ubicBezTo>
                    <a:pt x="78" y="123"/>
                    <a:pt x="78" y="123"/>
                    <a:pt x="79" y="123"/>
                  </a:cubicBezTo>
                  <a:cubicBezTo>
                    <a:pt x="79" y="123"/>
                    <a:pt x="79" y="123"/>
                    <a:pt x="79" y="123"/>
                  </a:cubicBezTo>
                  <a:cubicBezTo>
                    <a:pt x="79" y="123"/>
                    <a:pt x="79" y="123"/>
                    <a:pt x="79" y="123"/>
                  </a:cubicBezTo>
                  <a:cubicBezTo>
                    <a:pt x="79" y="123"/>
                    <a:pt x="79" y="123"/>
                    <a:pt x="79" y="123"/>
                  </a:cubicBezTo>
                  <a:cubicBezTo>
                    <a:pt x="79" y="123"/>
                    <a:pt x="79" y="123"/>
                    <a:pt x="79" y="123"/>
                  </a:cubicBezTo>
                  <a:cubicBezTo>
                    <a:pt x="79" y="123"/>
                    <a:pt x="79" y="123"/>
                    <a:pt x="79" y="123"/>
                  </a:cubicBezTo>
                  <a:cubicBezTo>
                    <a:pt x="79" y="123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2"/>
                  </a:cubicBezTo>
                  <a:cubicBezTo>
                    <a:pt x="79" y="122"/>
                    <a:pt x="79" y="122"/>
                    <a:pt x="79" y="121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79" y="121"/>
                    <a:pt x="79" y="121"/>
                    <a:pt x="79" y="121"/>
                  </a:cubicBezTo>
                  <a:cubicBezTo>
                    <a:pt x="80" y="121"/>
                    <a:pt x="80" y="121"/>
                    <a:pt x="80" y="121"/>
                  </a:cubicBezTo>
                  <a:cubicBezTo>
                    <a:pt x="80" y="121"/>
                    <a:pt x="80" y="121"/>
                    <a:pt x="80" y="121"/>
                  </a:cubicBezTo>
                  <a:cubicBezTo>
                    <a:pt x="98" y="86"/>
                    <a:pt x="126" y="65"/>
                    <a:pt x="169" y="50"/>
                  </a:cubicBezTo>
                  <a:cubicBezTo>
                    <a:pt x="169" y="50"/>
                    <a:pt x="169" y="50"/>
                    <a:pt x="169" y="50"/>
                  </a:cubicBezTo>
                  <a:cubicBezTo>
                    <a:pt x="136" y="42"/>
                    <a:pt x="106" y="24"/>
                    <a:pt x="83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8" name="Freeform 1932">
              <a:extLst>
                <a:ext uri="{FF2B5EF4-FFF2-40B4-BE49-F238E27FC236}">
                  <a16:creationId xmlns:a16="http://schemas.microsoft.com/office/drawing/2014/main" id="{D4253C75-F21A-44EC-966C-34D912207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1" y="2943225"/>
              <a:ext cx="635000" cy="823913"/>
            </a:xfrm>
            <a:custGeom>
              <a:avLst/>
              <a:gdLst>
                <a:gd name="T0" fmla="*/ 49 w 169"/>
                <a:gd name="T1" fmla="*/ 0 h 219"/>
                <a:gd name="T2" fmla="*/ 50 w 169"/>
                <a:gd name="T3" fmla="*/ 15 h 219"/>
                <a:gd name="T4" fmla="*/ 0 w 169"/>
                <a:gd name="T5" fmla="*/ 136 h 219"/>
                <a:gd name="T6" fmla="*/ 82 w 169"/>
                <a:gd name="T7" fmla="*/ 219 h 219"/>
                <a:gd name="T8" fmla="*/ 169 w 169"/>
                <a:gd name="T9" fmla="*/ 168 h 219"/>
                <a:gd name="T10" fmla="*/ 80 w 169"/>
                <a:gd name="T11" fmla="*/ 100 h 219"/>
                <a:gd name="T12" fmla="*/ 80 w 169"/>
                <a:gd name="T13" fmla="*/ 100 h 219"/>
                <a:gd name="T14" fmla="*/ 80 w 169"/>
                <a:gd name="T15" fmla="*/ 100 h 219"/>
                <a:gd name="T16" fmla="*/ 80 w 169"/>
                <a:gd name="T17" fmla="*/ 99 h 219"/>
                <a:gd name="T18" fmla="*/ 80 w 169"/>
                <a:gd name="T19" fmla="*/ 99 h 219"/>
                <a:gd name="T20" fmla="*/ 79 w 169"/>
                <a:gd name="T21" fmla="*/ 99 h 219"/>
                <a:gd name="T22" fmla="*/ 79 w 169"/>
                <a:gd name="T23" fmla="*/ 99 h 219"/>
                <a:gd name="T24" fmla="*/ 79 w 169"/>
                <a:gd name="T25" fmla="*/ 99 h 219"/>
                <a:gd name="T26" fmla="*/ 79 w 169"/>
                <a:gd name="T27" fmla="*/ 99 h 219"/>
                <a:gd name="T28" fmla="*/ 79 w 169"/>
                <a:gd name="T29" fmla="*/ 99 h 219"/>
                <a:gd name="T30" fmla="*/ 79 w 169"/>
                <a:gd name="T31" fmla="*/ 99 h 219"/>
                <a:gd name="T32" fmla="*/ 79 w 169"/>
                <a:gd name="T33" fmla="*/ 99 h 219"/>
                <a:gd name="T34" fmla="*/ 79 w 169"/>
                <a:gd name="T35" fmla="*/ 99 h 219"/>
                <a:gd name="T36" fmla="*/ 79 w 169"/>
                <a:gd name="T37" fmla="*/ 99 h 219"/>
                <a:gd name="T38" fmla="*/ 79 w 169"/>
                <a:gd name="T39" fmla="*/ 99 h 219"/>
                <a:gd name="T40" fmla="*/ 79 w 169"/>
                <a:gd name="T41" fmla="*/ 98 h 219"/>
                <a:gd name="T42" fmla="*/ 79 w 169"/>
                <a:gd name="T43" fmla="*/ 98 h 219"/>
                <a:gd name="T44" fmla="*/ 49 w 169"/>
                <a:gd name="T45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9" h="219">
                  <a:moveTo>
                    <a:pt x="49" y="0"/>
                  </a:moveTo>
                  <a:cubicBezTo>
                    <a:pt x="50" y="5"/>
                    <a:pt x="50" y="10"/>
                    <a:pt x="50" y="15"/>
                  </a:cubicBezTo>
                  <a:cubicBezTo>
                    <a:pt x="50" y="62"/>
                    <a:pt x="31" y="105"/>
                    <a:pt x="0" y="136"/>
                  </a:cubicBezTo>
                  <a:cubicBezTo>
                    <a:pt x="82" y="219"/>
                    <a:pt x="82" y="219"/>
                    <a:pt x="82" y="219"/>
                  </a:cubicBezTo>
                  <a:cubicBezTo>
                    <a:pt x="105" y="195"/>
                    <a:pt x="135" y="177"/>
                    <a:pt x="169" y="168"/>
                  </a:cubicBezTo>
                  <a:cubicBezTo>
                    <a:pt x="126" y="154"/>
                    <a:pt x="98" y="134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100"/>
                  </a:cubicBezTo>
                  <a:cubicBezTo>
                    <a:pt x="80" y="100"/>
                    <a:pt x="80" y="100"/>
                    <a:pt x="80" y="99"/>
                  </a:cubicBezTo>
                  <a:cubicBezTo>
                    <a:pt x="80" y="99"/>
                    <a:pt x="80" y="99"/>
                    <a:pt x="80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9"/>
                    <a:pt x="79" y="99"/>
                    <a:pt x="79" y="99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79" y="98"/>
                    <a:pt x="79" y="98"/>
                    <a:pt x="79" y="98"/>
                  </a:cubicBezTo>
                  <a:cubicBezTo>
                    <a:pt x="65" y="73"/>
                    <a:pt x="56" y="41"/>
                    <a:pt x="49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9" name="Freeform 1934">
              <a:extLst>
                <a:ext uri="{FF2B5EF4-FFF2-40B4-BE49-F238E27FC236}">
                  <a16:creationId xmlns:a16="http://schemas.microsoft.com/office/drawing/2014/main" id="{7D3AD549-E2CA-5C11-E143-50B7FC823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251" y="3511550"/>
              <a:ext cx="635000" cy="822325"/>
            </a:xfrm>
            <a:custGeom>
              <a:avLst/>
              <a:gdLst>
                <a:gd name="T0" fmla="*/ 82 w 169"/>
                <a:gd name="T1" fmla="*/ 0 h 219"/>
                <a:gd name="T2" fmla="*/ 0 w 169"/>
                <a:gd name="T3" fmla="*/ 82 h 219"/>
                <a:gd name="T4" fmla="*/ 50 w 169"/>
                <a:gd name="T5" fmla="*/ 204 h 219"/>
                <a:gd name="T6" fmla="*/ 49 w 169"/>
                <a:gd name="T7" fmla="*/ 219 h 219"/>
                <a:gd name="T8" fmla="*/ 169 w 169"/>
                <a:gd name="T9" fmla="*/ 50 h 219"/>
                <a:gd name="T10" fmla="*/ 163 w 169"/>
                <a:gd name="T11" fmla="*/ 49 h 219"/>
                <a:gd name="T12" fmla="*/ 82 w 169"/>
                <a:gd name="T13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9" h="219">
                  <a:moveTo>
                    <a:pt x="82" y="0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31" y="114"/>
                    <a:pt x="50" y="157"/>
                    <a:pt x="50" y="204"/>
                  </a:cubicBezTo>
                  <a:cubicBezTo>
                    <a:pt x="50" y="209"/>
                    <a:pt x="50" y="214"/>
                    <a:pt x="49" y="219"/>
                  </a:cubicBezTo>
                  <a:cubicBezTo>
                    <a:pt x="67" y="119"/>
                    <a:pt x="94" y="75"/>
                    <a:pt x="169" y="50"/>
                  </a:cubicBezTo>
                  <a:cubicBezTo>
                    <a:pt x="167" y="50"/>
                    <a:pt x="165" y="49"/>
                    <a:pt x="163" y="49"/>
                  </a:cubicBezTo>
                  <a:cubicBezTo>
                    <a:pt x="132" y="40"/>
                    <a:pt x="104" y="23"/>
                    <a:pt x="82" y="0"/>
                  </a:cubicBezTo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0" name="Freeform 1936">
              <a:extLst>
                <a:ext uri="{FF2B5EF4-FFF2-40B4-BE49-F238E27FC236}">
                  <a16:creationId xmlns:a16="http://schemas.microsoft.com/office/drawing/2014/main" id="{E8961484-9B52-F036-4197-1BE94950E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2888" y="2943225"/>
              <a:ext cx="633413" cy="823913"/>
            </a:xfrm>
            <a:custGeom>
              <a:avLst/>
              <a:gdLst>
                <a:gd name="T0" fmla="*/ 50 w 169"/>
                <a:gd name="T1" fmla="*/ 0 h 219"/>
                <a:gd name="T2" fmla="*/ 50 w 169"/>
                <a:gd name="T3" fmla="*/ 15 h 219"/>
                <a:gd name="T4" fmla="*/ 0 w 169"/>
                <a:gd name="T5" fmla="*/ 136 h 219"/>
                <a:gd name="T6" fmla="*/ 82 w 169"/>
                <a:gd name="T7" fmla="*/ 219 h 219"/>
                <a:gd name="T8" fmla="*/ 169 w 169"/>
                <a:gd name="T9" fmla="*/ 168 h 219"/>
                <a:gd name="T10" fmla="*/ 169 w 169"/>
                <a:gd name="T11" fmla="*/ 168 h 219"/>
                <a:gd name="T12" fmla="*/ 83 w 169"/>
                <a:gd name="T13" fmla="*/ 105 h 219"/>
                <a:gd name="T14" fmla="*/ 83 w 169"/>
                <a:gd name="T15" fmla="*/ 105 h 219"/>
                <a:gd name="T16" fmla="*/ 83 w 169"/>
                <a:gd name="T17" fmla="*/ 105 h 219"/>
                <a:gd name="T18" fmla="*/ 83 w 169"/>
                <a:gd name="T19" fmla="*/ 105 h 219"/>
                <a:gd name="T20" fmla="*/ 83 w 169"/>
                <a:gd name="T21" fmla="*/ 105 h 219"/>
                <a:gd name="T22" fmla="*/ 83 w 169"/>
                <a:gd name="T23" fmla="*/ 105 h 219"/>
                <a:gd name="T24" fmla="*/ 83 w 169"/>
                <a:gd name="T25" fmla="*/ 105 h 219"/>
                <a:gd name="T26" fmla="*/ 83 w 169"/>
                <a:gd name="T27" fmla="*/ 105 h 219"/>
                <a:gd name="T28" fmla="*/ 83 w 169"/>
                <a:gd name="T29" fmla="*/ 105 h 219"/>
                <a:gd name="T30" fmla="*/ 83 w 169"/>
                <a:gd name="T31" fmla="*/ 105 h 219"/>
                <a:gd name="T32" fmla="*/ 83 w 169"/>
                <a:gd name="T33" fmla="*/ 105 h 219"/>
                <a:gd name="T34" fmla="*/ 50 w 169"/>
                <a:gd name="T35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9" h="219">
                  <a:moveTo>
                    <a:pt x="50" y="0"/>
                  </a:moveTo>
                  <a:cubicBezTo>
                    <a:pt x="50" y="5"/>
                    <a:pt x="50" y="10"/>
                    <a:pt x="50" y="15"/>
                  </a:cubicBezTo>
                  <a:cubicBezTo>
                    <a:pt x="50" y="62"/>
                    <a:pt x="31" y="105"/>
                    <a:pt x="0" y="136"/>
                  </a:cubicBezTo>
                  <a:cubicBezTo>
                    <a:pt x="82" y="219"/>
                    <a:pt x="82" y="219"/>
                    <a:pt x="82" y="219"/>
                  </a:cubicBezTo>
                  <a:cubicBezTo>
                    <a:pt x="106" y="195"/>
                    <a:pt x="136" y="177"/>
                    <a:pt x="169" y="168"/>
                  </a:cubicBezTo>
                  <a:cubicBezTo>
                    <a:pt x="169" y="168"/>
                    <a:pt x="169" y="168"/>
                    <a:pt x="169" y="168"/>
                  </a:cubicBezTo>
                  <a:cubicBezTo>
                    <a:pt x="129" y="155"/>
                    <a:pt x="102" y="136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83" y="105"/>
                    <a:pt x="83" y="105"/>
                    <a:pt x="83" y="105"/>
                  </a:cubicBezTo>
                  <a:cubicBezTo>
                    <a:pt x="67" y="79"/>
                    <a:pt x="57" y="45"/>
                    <a:pt x="50" y="0"/>
                  </a:cubicBezTo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 dirty="0"/>
            </a:p>
          </p:txBody>
        </p:sp>
        <p:sp>
          <p:nvSpPr>
            <p:cNvPr id="31" name="Freeform 1938">
              <a:extLst>
                <a:ext uri="{FF2B5EF4-FFF2-40B4-BE49-F238E27FC236}">
                  <a16:creationId xmlns:a16="http://schemas.microsoft.com/office/drawing/2014/main" id="{53AAF945-DC98-78DA-DD08-CCD397EBC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54951" y="3511550"/>
              <a:ext cx="635000" cy="822325"/>
            </a:xfrm>
            <a:custGeom>
              <a:avLst/>
              <a:gdLst>
                <a:gd name="T0" fmla="*/ 82 w 169"/>
                <a:gd name="T1" fmla="*/ 0 h 219"/>
                <a:gd name="T2" fmla="*/ 0 w 169"/>
                <a:gd name="T3" fmla="*/ 82 h 219"/>
                <a:gd name="T4" fmla="*/ 50 w 169"/>
                <a:gd name="T5" fmla="*/ 204 h 219"/>
                <a:gd name="T6" fmla="*/ 50 w 169"/>
                <a:gd name="T7" fmla="*/ 219 h 219"/>
                <a:gd name="T8" fmla="*/ 169 w 169"/>
                <a:gd name="T9" fmla="*/ 50 h 219"/>
                <a:gd name="T10" fmla="*/ 82 w 169"/>
                <a:gd name="T11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" h="219">
                  <a:moveTo>
                    <a:pt x="82" y="0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31" y="114"/>
                    <a:pt x="50" y="157"/>
                    <a:pt x="50" y="204"/>
                  </a:cubicBezTo>
                  <a:cubicBezTo>
                    <a:pt x="50" y="209"/>
                    <a:pt x="50" y="214"/>
                    <a:pt x="50" y="219"/>
                  </a:cubicBezTo>
                  <a:cubicBezTo>
                    <a:pt x="67" y="119"/>
                    <a:pt x="94" y="75"/>
                    <a:pt x="169" y="50"/>
                  </a:cubicBezTo>
                  <a:cubicBezTo>
                    <a:pt x="136" y="42"/>
                    <a:pt x="106" y="24"/>
                    <a:pt x="82" y="0"/>
                  </a:cubicBezTo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2" name="Freeform 1940">
              <a:extLst>
                <a:ext uri="{FF2B5EF4-FFF2-40B4-BE49-F238E27FC236}">
                  <a16:creationId xmlns:a16="http://schemas.microsoft.com/office/drawing/2014/main" id="{1AA70CCC-F235-7245-38F4-0D9EA3681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601" y="2943225"/>
              <a:ext cx="635000" cy="823913"/>
            </a:xfrm>
            <a:custGeom>
              <a:avLst/>
              <a:gdLst>
                <a:gd name="T0" fmla="*/ 49 w 169"/>
                <a:gd name="T1" fmla="*/ 0 h 219"/>
                <a:gd name="T2" fmla="*/ 50 w 169"/>
                <a:gd name="T3" fmla="*/ 15 h 219"/>
                <a:gd name="T4" fmla="*/ 0 w 169"/>
                <a:gd name="T5" fmla="*/ 136 h 219"/>
                <a:gd name="T6" fmla="*/ 82 w 169"/>
                <a:gd name="T7" fmla="*/ 219 h 219"/>
                <a:gd name="T8" fmla="*/ 169 w 169"/>
                <a:gd name="T9" fmla="*/ 168 h 219"/>
                <a:gd name="T10" fmla="*/ 169 w 169"/>
                <a:gd name="T11" fmla="*/ 168 h 219"/>
                <a:gd name="T12" fmla="*/ 51 w 169"/>
                <a:gd name="T13" fmla="*/ 11 h 219"/>
                <a:gd name="T14" fmla="*/ 51 w 169"/>
                <a:gd name="T15" fmla="*/ 11 h 219"/>
                <a:gd name="T16" fmla="*/ 51 w 169"/>
                <a:gd name="T17" fmla="*/ 10 h 219"/>
                <a:gd name="T18" fmla="*/ 51 w 169"/>
                <a:gd name="T19" fmla="*/ 10 h 219"/>
                <a:gd name="T20" fmla="*/ 51 w 169"/>
                <a:gd name="T21" fmla="*/ 10 h 219"/>
                <a:gd name="T22" fmla="*/ 51 w 169"/>
                <a:gd name="T23" fmla="*/ 10 h 219"/>
                <a:gd name="T24" fmla="*/ 51 w 169"/>
                <a:gd name="T25" fmla="*/ 10 h 219"/>
                <a:gd name="T26" fmla="*/ 51 w 169"/>
                <a:gd name="T27" fmla="*/ 10 h 219"/>
                <a:gd name="T28" fmla="*/ 51 w 169"/>
                <a:gd name="T29" fmla="*/ 10 h 219"/>
                <a:gd name="T30" fmla="*/ 51 w 169"/>
                <a:gd name="T31" fmla="*/ 9 h 219"/>
                <a:gd name="T32" fmla="*/ 51 w 169"/>
                <a:gd name="T33" fmla="*/ 9 h 219"/>
                <a:gd name="T34" fmla="*/ 51 w 169"/>
                <a:gd name="T35" fmla="*/ 9 h 219"/>
                <a:gd name="T36" fmla="*/ 51 w 169"/>
                <a:gd name="T37" fmla="*/ 9 h 219"/>
                <a:gd name="T38" fmla="*/ 51 w 169"/>
                <a:gd name="T39" fmla="*/ 9 h 219"/>
                <a:gd name="T40" fmla="*/ 51 w 169"/>
                <a:gd name="T41" fmla="*/ 9 h 219"/>
                <a:gd name="T42" fmla="*/ 51 w 169"/>
                <a:gd name="T43" fmla="*/ 9 h 219"/>
                <a:gd name="T44" fmla="*/ 51 w 169"/>
                <a:gd name="T45" fmla="*/ 8 h 219"/>
                <a:gd name="T46" fmla="*/ 51 w 169"/>
                <a:gd name="T47" fmla="*/ 8 h 219"/>
                <a:gd name="T48" fmla="*/ 51 w 169"/>
                <a:gd name="T49" fmla="*/ 8 h 219"/>
                <a:gd name="T50" fmla="*/ 51 w 169"/>
                <a:gd name="T51" fmla="*/ 8 h 219"/>
                <a:gd name="T52" fmla="*/ 51 w 169"/>
                <a:gd name="T53" fmla="*/ 8 h 219"/>
                <a:gd name="T54" fmla="*/ 51 w 169"/>
                <a:gd name="T55" fmla="*/ 8 h 219"/>
                <a:gd name="T56" fmla="*/ 51 w 169"/>
                <a:gd name="T57" fmla="*/ 8 h 219"/>
                <a:gd name="T58" fmla="*/ 51 w 169"/>
                <a:gd name="T59" fmla="*/ 7 h 219"/>
                <a:gd name="T60" fmla="*/ 51 w 169"/>
                <a:gd name="T61" fmla="*/ 7 h 219"/>
                <a:gd name="T62" fmla="*/ 51 w 169"/>
                <a:gd name="T63" fmla="*/ 7 h 219"/>
                <a:gd name="T64" fmla="*/ 51 w 169"/>
                <a:gd name="T65" fmla="*/ 7 h 219"/>
                <a:gd name="T66" fmla="*/ 51 w 169"/>
                <a:gd name="T67" fmla="*/ 7 h 219"/>
                <a:gd name="T68" fmla="*/ 51 w 169"/>
                <a:gd name="T69" fmla="*/ 7 h 219"/>
                <a:gd name="T70" fmla="*/ 51 w 169"/>
                <a:gd name="T71" fmla="*/ 7 h 219"/>
                <a:gd name="T72" fmla="*/ 51 w 169"/>
                <a:gd name="T73" fmla="*/ 6 h 219"/>
                <a:gd name="T74" fmla="*/ 51 w 169"/>
                <a:gd name="T75" fmla="*/ 6 h 219"/>
                <a:gd name="T76" fmla="*/ 51 w 169"/>
                <a:gd name="T77" fmla="*/ 6 h 219"/>
                <a:gd name="T78" fmla="*/ 51 w 169"/>
                <a:gd name="T79" fmla="*/ 6 h 219"/>
                <a:gd name="T80" fmla="*/ 51 w 169"/>
                <a:gd name="T81" fmla="*/ 6 h 219"/>
                <a:gd name="T82" fmla="*/ 50 w 169"/>
                <a:gd name="T83" fmla="*/ 6 h 219"/>
                <a:gd name="T84" fmla="*/ 50 w 169"/>
                <a:gd name="T85" fmla="*/ 6 h 219"/>
                <a:gd name="T86" fmla="*/ 49 w 169"/>
                <a:gd name="T87" fmla="*/ 0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69" h="219">
                  <a:moveTo>
                    <a:pt x="49" y="0"/>
                  </a:moveTo>
                  <a:cubicBezTo>
                    <a:pt x="50" y="5"/>
                    <a:pt x="50" y="10"/>
                    <a:pt x="50" y="15"/>
                  </a:cubicBezTo>
                  <a:cubicBezTo>
                    <a:pt x="50" y="62"/>
                    <a:pt x="31" y="105"/>
                    <a:pt x="0" y="136"/>
                  </a:cubicBezTo>
                  <a:cubicBezTo>
                    <a:pt x="82" y="219"/>
                    <a:pt x="82" y="219"/>
                    <a:pt x="82" y="219"/>
                  </a:cubicBezTo>
                  <a:cubicBezTo>
                    <a:pt x="106" y="195"/>
                    <a:pt x="135" y="177"/>
                    <a:pt x="169" y="168"/>
                  </a:cubicBezTo>
                  <a:cubicBezTo>
                    <a:pt x="169" y="168"/>
                    <a:pt x="169" y="168"/>
                    <a:pt x="169" y="168"/>
                  </a:cubicBezTo>
                  <a:cubicBezTo>
                    <a:pt x="97" y="145"/>
                    <a:pt x="69" y="103"/>
                    <a:pt x="51" y="11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1" y="11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1" y="10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9"/>
                    <a:pt x="51" y="9"/>
                  </a:cubicBezTo>
                  <a:cubicBezTo>
                    <a:pt x="51" y="9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8"/>
                    <a:pt x="51" y="8"/>
                  </a:cubicBezTo>
                  <a:cubicBezTo>
                    <a:pt x="51" y="8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1" y="6"/>
                  </a:cubicBezTo>
                  <a:cubicBezTo>
                    <a:pt x="51" y="6"/>
                    <a:pt x="51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4"/>
                    <a:pt x="50" y="2"/>
                    <a:pt x="49" y="0"/>
                  </a:cubicBezTo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sp>
        <p:nvSpPr>
          <p:cNvPr id="34" name="Oval 1941">
            <a:extLst>
              <a:ext uri="{FF2B5EF4-FFF2-40B4-BE49-F238E27FC236}">
                <a16:creationId xmlns:a16="http://schemas.microsoft.com/office/drawing/2014/main" id="{87617823-C22F-6EDE-C3E2-36CC25564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2864" y="8306789"/>
            <a:ext cx="2088558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5" name="Oval 1942">
            <a:extLst>
              <a:ext uri="{FF2B5EF4-FFF2-40B4-BE49-F238E27FC236}">
                <a16:creationId xmlns:a16="http://schemas.microsoft.com/office/drawing/2014/main" id="{64A7F492-72AA-4D00-6EE6-1505CD93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7752" y="5778536"/>
            <a:ext cx="2085416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6" name="Oval 1943">
            <a:extLst>
              <a:ext uri="{FF2B5EF4-FFF2-40B4-BE49-F238E27FC236}">
                <a16:creationId xmlns:a16="http://schemas.microsoft.com/office/drawing/2014/main" id="{599D1ADC-5BF5-ABC4-3FDF-066B7527D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2640" y="8306789"/>
            <a:ext cx="2085416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7" name="Oval 1944">
            <a:extLst>
              <a:ext uri="{FF2B5EF4-FFF2-40B4-BE49-F238E27FC236}">
                <a16:creationId xmlns:a16="http://schemas.microsoft.com/office/drawing/2014/main" id="{9E24C127-AAA9-BBA6-126E-AEDE676EF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528" y="5778536"/>
            <a:ext cx="2085416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8" name="Oval 1945">
            <a:extLst>
              <a:ext uri="{FF2B5EF4-FFF2-40B4-BE49-F238E27FC236}">
                <a16:creationId xmlns:a16="http://schemas.microsoft.com/office/drawing/2014/main" id="{0B59D379-8349-4D2D-F1A3-4F79FC5D4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9277" y="8306789"/>
            <a:ext cx="2082276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39" name="Oval 1946">
            <a:extLst>
              <a:ext uri="{FF2B5EF4-FFF2-40B4-BE49-F238E27FC236}">
                <a16:creationId xmlns:a16="http://schemas.microsoft.com/office/drawing/2014/main" id="{460A80D0-FED9-7B28-9214-33C401EE4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164" y="5778536"/>
            <a:ext cx="2079135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40" name="Oval 1947">
            <a:extLst>
              <a:ext uri="{FF2B5EF4-FFF2-40B4-BE49-F238E27FC236}">
                <a16:creationId xmlns:a16="http://schemas.microsoft.com/office/drawing/2014/main" id="{E0845BD6-08E6-B079-4D04-B06E3BA03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052" y="8306789"/>
            <a:ext cx="2079135" cy="2082276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 dirty="0"/>
          </a:p>
        </p:txBody>
      </p:sp>
      <p:grpSp>
        <p:nvGrpSpPr>
          <p:cNvPr id="154" name="成组">
            <a:extLst>
              <a:ext uri="{FF2B5EF4-FFF2-40B4-BE49-F238E27FC236}">
                <a16:creationId xmlns:a16="http://schemas.microsoft.com/office/drawing/2014/main" id="{F90BF0AF-84FF-844B-C86C-FF5ED3EDB609}"/>
              </a:ext>
            </a:extLst>
          </p:cNvPr>
          <p:cNvGrpSpPr/>
          <p:nvPr/>
        </p:nvGrpSpPr>
        <p:grpSpPr>
          <a:xfrm>
            <a:off x="9242953" y="9060468"/>
            <a:ext cx="574919" cy="574915"/>
            <a:chOff x="0" y="0"/>
            <a:chExt cx="457200" cy="457200"/>
          </a:xfrm>
        </p:grpSpPr>
        <p:sp>
          <p:nvSpPr>
            <p:cNvPr id="155" name="任意形状 363">
              <a:extLst>
                <a:ext uri="{FF2B5EF4-FFF2-40B4-BE49-F238E27FC236}">
                  <a16:creationId xmlns:a16="http://schemas.microsoft.com/office/drawing/2014/main" id="{76A1C73E-8703-C919-DF73-EB3F31DB421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6" name="任意形状 364">
              <a:extLst>
                <a:ext uri="{FF2B5EF4-FFF2-40B4-BE49-F238E27FC236}">
                  <a16:creationId xmlns:a16="http://schemas.microsoft.com/office/drawing/2014/main" id="{A3913383-739A-7FF7-09E9-39E25D4E27DB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7" name="成组">
            <a:extLst>
              <a:ext uri="{FF2B5EF4-FFF2-40B4-BE49-F238E27FC236}">
                <a16:creationId xmlns:a16="http://schemas.microsoft.com/office/drawing/2014/main" id="{A13F70C4-2CDE-A0F2-8E4C-6CFF29CCE538}"/>
              </a:ext>
            </a:extLst>
          </p:cNvPr>
          <p:cNvGrpSpPr/>
          <p:nvPr/>
        </p:nvGrpSpPr>
        <p:grpSpPr>
          <a:xfrm>
            <a:off x="14297888" y="9060468"/>
            <a:ext cx="574919" cy="574915"/>
            <a:chOff x="0" y="0"/>
            <a:chExt cx="457200" cy="457200"/>
          </a:xfrm>
        </p:grpSpPr>
        <p:sp>
          <p:nvSpPr>
            <p:cNvPr id="158" name="任意形状 375">
              <a:extLst>
                <a:ext uri="{FF2B5EF4-FFF2-40B4-BE49-F238E27FC236}">
                  <a16:creationId xmlns:a16="http://schemas.microsoft.com/office/drawing/2014/main" id="{55F12D79-F644-2C41-1D36-2EEA75492B1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9" name="任意形状 376">
              <a:extLst>
                <a:ext uri="{FF2B5EF4-FFF2-40B4-BE49-F238E27FC236}">
                  <a16:creationId xmlns:a16="http://schemas.microsoft.com/office/drawing/2014/main" id="{402FB215-D8AA-105C-E941-6F2FB79B86A9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0" name="成组">
            <a:extLst>
              <a:ext uri="{FF2B5EF4-FFF2-40B4-BE49-F238E27FC236}">
                <a16:creationId xmlns:a16="http://schemas.microsoft.com/office/drawing/2014/main" id="{75017EB1-861F-2CDD-6DC9-F50A90A84923}"/>
              </a:ext>
            </a:extLst>
          </p:cNvPr>
          <p:cNvGrpSpPr/>
          <p:nvPr/>
        </p:nvGrpSpPr>
        <p:grpSpPr>
          <a:xfrm>
            <a:off x="4191158" y="9060468"/>
            <a:ext cx="574919" cy="574915"/>
            <a:chOff x="0" y="0"/>
            <a:chExt cx="457200" cy="457200"/>
          </a:xfrm>
        </p:grpSpPr>
        <p:sp>
          <p:nvSpPr>
            <p:cNvPr id="161" name="任意形状 393">
              <a:extLst>
                <a:ext uri="{FF2B5EF4-FFF2-40B4-BE49-F238E27FC236}">
                  <a16:creationId xmlns:a16="http://schemas.microsoft.com/office/drawing/2014/main" id="{8FBE5F38-B2B6-0D8C-0640-EBFB29A5FC84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2" name="任意形状 394">
              <a:extLst>
                <a:ext uri="{FF2B5EF4-FFF2-40B4-BE49-F238E27FC236}">
                  <a16:creationId xmlns:a16="http://schemas.microsoft.com/office/drawing/2014/main" id="{9CDC1AC7-23C2-95AD-0DCC-D01DD760F102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3" name="成组">
            <a:extLst>
              <a:ext uri="{FF2B5EF4-FFF2-40B4-BE49-F238E27FC236}">
                <a16:creationId xmlns:a16="http://schemas.microsoft.com/office/drawing/2014/main" id="{37BCEC3A-7A3B-9420-83BE-6A53C030B724}"/>
              </a:ext>
            </a:extLst>
          </p:cNvPr>
          <p:cNvGrpSpPr/>
          <p:nvPr/>
        </p:nvGrpSpPr>
        <p:grpSpPr>
          <a:xfrm>
            <a:off x="6716270" y="6532214"/>
            <a:ext cx="574919" cy="574915"/>
            <a:chOff x="0" y="0"/>
            <a:chExt cx="457200" cy="457200"/>
          </a:xfrm>
        </p:grpSpPr>
        <p:sp>
          <p:nvSpPr>
            <p:cNvPr id="164" name="任意形状 399">
              <a:extLst>
                <a:ext uri="{FF2B5EF4-FFF2-40B4-BE49-F238E27FC236}">
                  <a16:creationId xmlns:a16="http://schemas.microsoft.com/office/drawing/2014/main" id="{49ED3FDB-6CF3-EE7E-A1C4-1E8F0729BBD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5" name="任意形状 400">
              <a:extLst>
                <a:ext uri="{FF2B5EF4-FFF2-40B4-BE49-F238E27FC236}">
                  <a16:creationId xmlns:a16="http://schemas.microsoft.com/office/drawing/2014/main" id="{AC62CB3A-3BA3-64DD-3591-E7C2798C6AF7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6" name="成组">
            <a:extLst>
              <a:ext uri="{FF2B5EF4-FFF2-40B4-BE49-F238E27FC236}">
                <a16:creationId xmlns:a16="http://schemas.microsoft.com/office/drawing/2014/main" id="{013D52C7-255B-CC9A-7362-99AC2AB5DD89}"/>
              </a:ext>
            </a:extLst>
          </p:cNvPr>
          <p:cNvGrpSpPr/>
          <p:nvPr/>
        </p:nvGrpSpPr>
        <p:grpSpPr>
          <a:xfrm>
            <a:off x="11772776" y="6532214"/>
            <a:ext cx="574919" cy="574915"/>
            <a:chOff x="0" y="0"/>
            <a:chExt cx="457200" cy="457200"/>
          </a:xfrm>
        </p:grpSpPr>
        <p:sp>
          <p:nvSpPr>
            <p:cNvPr id="167" name="任意形状 477">
              <a:extLst>
                <a:ext uri="{FF2B5EF4-FFF2-40B4-BE49-F238E27FC236}">
                  <a16:creationId xmlns:a16="http://schemas.microsoft.com/office/drawing/2014/main" id="{5110BE88-4397-A644-46DD-BB8C413918A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8" name="任意形状 478">
              <a:extLst>
                <a:ext uri="{FF2B5EF4-FFF2-40B4-BE49-F238E27FC236}">
                  <a16:creationId xmlns:a16="http://schemas.microsoft.com/office/drawing/2014/main" id="{8E93C088-0940-2000-1C34-EE5E82C2FF41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69" name="成组">
            <a:extLst>
              <a:ext uri="{FF2B5EF4-FFF2-40B4-BE49-F238E27FC236}">
                <a16:creationId xmlns:a16="http://schemas.microsoft.com/office/drawing/2014/main" id="{30580F47-E1AE-A9E8-E9C7-A2730F1692BA}"/>
              </a:ext>
            </a:extLst>
          </p:cNvPr>
          <p:cNvGrpSpPr/>
          <p:nvPr/>
        </p:nvGrpSpPr>
        <p:grpSpPr>
          <a:xfrm>
            <a:off x="19379522" y="9056873"/>
            <a:ext cx="574919" cy="574915"/>
            <a:chOff x="0" y="0"/>
            <a:chExt cx="457200" cy="457200"/>
          </a:xfrm>
        </p:grpSpPr>
        <p:sp>
          <p:nvSpPr>
            <p:cNvPr id="170" name="任意形状 375">
              <a:extLst>
                <a:ext uri="{FF2B5EF4-FFF2-40B4-BE49-F238E27FC236}">
                  <a16:creationId xmlns:a16="http://schemas.microsoft.com/office/drawing/2014/main" id="{0E1CF553-15BB-A1CC-2CB0-55A9C9B3C1E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71" name="任意形状 376">
              <a:extLst>
                <a:ext uri="{FF2B5EF4-FFF2-40B4-BE49-F238E27FC236}">
                  <a16:creationId xmlns:a16="http://schemas.microsoft.com/office/drawing/2014/main" id="{2F77A049-1B93-0CFB-B9D1-A68EDA5EF50B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72" name="成组">
            <a:extLst>
              <a:ext uri="{FF2B5EF4-FFF2-40B4-BE49-F238E27FC236}">
                <a16:creationId xmlns:a16="http://schemas.microsoft.com/office/drawing/2014/main" id="{1616EE2B-858E-A1D2-F1EF-4B1254A28BBE}"/>
              </a:ext>
            </a:extLst>
          </p:cNvPr>
          <p:cNvGrpSpPr/>
          <p:nvPr/>
        </p:nvGrpSpPr>
        <p:grpSpPr>
          <a:xfrm>
            <a:off x="16854409" y="6528619"/>
            <a:ext cx="574919" cy="574915"/>
            <a:chOff x="0" y="0"/>
            <a:chExt cx="457200" cy="457200"/>
          </a:xfrm>
        </p:grpSpPr>
        <p:sp>
          <p:nvSpPr>
            <p:cNvPr id="173" name="任意形状 477">
              <a:extLst>
                <a:ext uri="{FF2B5EF4-FFF2-40B4-BE49-F238E27FC236}">
                  <a16:creationId xmlns:a16="http://schemas.microsoft.com/office/drawing/2014/main" id="{DD877964-C3D3-1D21-AC2B-59036D244F5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74" name="任意形状 478">
              <a:extLst>
                <a:ext uri="{FF2B5EF4-FFF2-40B4-BE49-F238E27FC236}">
                  <a16:creationId xmlns:a16="http://schemas.microsoft.com/office/drawing/2014/main" id="{62D85CDF-7410-8731-66D6-FCC24E8FEBE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CBB93EE-DA58-52BB-71E6-F61C32814577}"/>
              </a:ext>
            </a:extLst>
          </p:cNvPr>
          <p:cNvGrpSpPr/>
          <p:nvPr/>
        </p:nvGrpSpPr>
        <p:grpSpPr>
          <a:xfrm>
            <a:off x="5148573" y="3297397"/>
            <a:ext cx="3681423" cy="1689830"/>
            <a:chOff x="5398374" y="3664746"/>
            <a:chExt cx="3681423" cy="168983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AD8057-9B5B-A44D-D2E7-B8EC807BDD41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9CC1D27-10EB-84C0-6A67-B5DAABD7BBFA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3B8CC8-5E5D-6386-03E0-CC84D1A9AB47}"/>
              </a:ext>
            </a:extLst>
          </p:cNvPr>
          <p:cNvGrpSpPr/>
          <p:nvPr/>
        </p:nvGrpSpPr>
        <p:grpSpPr>
          <a:xfrm>
            <a:off x="10205078" y="3297397"/>
            <a:ext cx="3681426" cy="1689830"/>
            <a:chOff x="11825753" y="3664746"/>
            <a:chExt cx="3681426" cy="168983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5F8412D-DFE5-4379-EFFD-208A3F36B28A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B236FBC-7D20-7C5D-B613-47117862F581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0557A56-D6C4-DA01-1950-98E9B0978A63}"/>
              </a:ext>
            </a:extLst>
          </p:cNvPr>
          <p:cNvGrpSpPr/>
          <p:nvPr/>
        </p:nvGrpSpPr>
        <p:grpSpPr>
          <a:xfrm>
            <a:off x="15290476" y="3297397"/>
            <a:ext cx="3681426" cy="1689830"/>
            <a:chOff x="11825753" y="3664746"/>
            <a:chExt cx="3681426" cy="168983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86C9E2-AFF7-5928-17FE-623502786C6E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06</a:t>
              </a:r>
              <a:endParaRPr lang="id-ID" sz="3400" b="1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01EB48B-EF06-8831-53AD-DFC21E65DB08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C48CD03-BEDC-47BC-9473-C0E0B61F7830}"/>
              </a:ext>
            </a:extLst>
          </p:cNvPr>
          <p:cNvGrpSpPr/>
          <p:nvPr/>
        </p:nvGrpSpPr>
        <p:grpSpPr>
          <a:xfrm>
            <a:off x="2640262" y="11194030"/>
            <a:ext cx="3681423" cy="1668794"/>
            <a:chOff x="2605086" y="10512188"/>
            <a:chExt cx="3681423" cy="166879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A36B02-6EBB-6571-C1DA-C476B1BD3875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1B36F93-D0F6-35FE-B57D-A229F8AA844A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E373FC5-3ADD-C5C0-D35F-ABBEF1D4EE68}"/>
              </a:ext>
            </a:extLst>
          </p:cNvPr>
          <p:cNvGrpSpPr/>
          <p:nvPr/>
        </p:nvGrpSpPr>
        <p:grpSpPr>
          <a:xfrm>
            <a:off x="7692057" y="11194030"/>
            <a:ext cx="3681423" cy="1668794"/>
            <a:chOff x="10239009" y="10512188"/>
            <a:chExt cx="3681423" cy="166879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1E1AC25-E3E0-B64C-CB07-B1D3BF4FA617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D575B9A-6BEB-7437-5233-A3C1FD702FFA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14992DE-DAEC-E382-0609-AA08F463036A}"/>
              </a:ext>
            </a:extLst>
          </p:cNvPr>
          <p:cNvGrpSpPr/>
          <p:nvPr/>
        </p:nvGrpSpPr>
        <p:grpSpPr>
          <a:xfrm>
            <a:off x="12743852" y="11183512"/>
            <a:ext cx="3681426" cy="1689830"/>
            <a:chOff x="11825753" y="3664746"/>
            <a:chExt cx="3681426" cy="168983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E972E8A-1D70-DEF3-03E9-2EE4CA8C53A3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2CF42FF-4AFC-1367-D1FE-F8DFD18368EB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53E3D12-6A89-AAD5-482B-0FFE34CABF3A}"/>
              </a:ext>
            </a:extLst>
          </p:cNvPr>
          <p:cNvGrpSpPr/>
          <p:nvPr/>
        </p:nvGrpSpPr>
        <p:grpSpPr>
          <a:xfrm>
            <a:off x="17798787" y="11183512"/>
            <a:ext cx="3681426" cy="1689830"/>
            <a:chOff x="11825753" y="3664746"/>
            <a:chExt cx="3681426" cy="1689830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C570FAD-8D6E-9D25-04A6-155C582960EF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07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2BC1DFD-9675-B6DB-7A0B-5E8FAC10B7A5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3477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grpSp>
        <p:nvGrpSpPr>
          <p:cNvPr id="4" name="Группа 1">
            <a:extLst>
              <a:ext uri="{FF2B5EF4-FFF2-40B4-BE49-F238E27FC236}">
                <a16:creationId xmlns:a16="http://schemas.microsoft.com/office/drawing/2014/main" id="{AB512945-07AC-D8C0-D034-027375586994}"/>
              </a:ext>
            </a:extLst>
          </p:cNvPr>
          <p:cNvGrpSpPr/>
          <p:nvPr/>
        </p:nvGrpSpPr>
        <p:grpSpPr>
          <a:xfrm>
            <a:off x="17653946" y="4353565"/>
            <a:ext cx="2644458" cy="3825357"/>
            <a:chOff x="8869363" y="2097088"/>
            <a:chExt cx="1336675" cy="1933575"/>
          </a:xfrm>
        </p:grpSpPr>
        <p:sp>
          <p:nvSpPr>
            <p:cNvPr id="5" name="Freeform 495">
              <a:extLst>
                <a:ext uri="{FF2B5EF4-FFF2-40B4-BE49-F238E27FC236}">
                  <a16:creationId xmlns:a16="http://schemas.microsoft.com/office/drawing/2014/main" id="{E6ABE3CD-E77E-18B0-BE42-DCAE49B67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9363" y="2097088"/>
              <a:ext cx="1336675" cy="1933575"/>
            </a:xfrm>
            <a:custGeom>
              <a:avLst/>
              <a:gdLst>
                <a:gd name="T0" fmla="*/ 99 w 356"/>
                <a:gd name="T1" fmla="*/ 0 h 514"/>
                <a:gd name="T2" fmla="*/ 0 w 356"/>
                <a:gd name="T3" fmla="*/ 20 h 514"/>
                <a:gd name="T4" fmla="*/ 0 w 356"/>
                <a:gd name="T5" fmla="*/ 494 h 514"/>
                <a:gd name="T6" fmla="*/ 99 w 356"/>
                <a:gd name="T7" fmla="*/ 514 h 514"/>
                <a:gd name="T8" fmla="*/ 356 w 356"/>
                <a:gd name="T9" fmla="*/ 257 h 514"/>
                <a:gd name="T10" fmla="*/ 99 w 35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6" h="514">
                  <a:moveTo>
                    <a:pt x="99" y="0"/>
                  </a:moveTo>
                  <a:cubicBezTo>
                    <a:pt x="64" y="0"/>
                    <a:pt x="30" y="7"/>
                    <a:pt x="0" y="20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30" y="507"/>
                    <a:pt x="64" y="514"/>
                    <a:pt x="99" y="514"/>
                  </a:cubicBezTo>
                  <a:cubicBezTo>
                    <a:pt x="241" y="514"/>
                    <a:pt x="356" y="399"/>
                    <a:pt x="356" y="257"/>
                  </a:cubicBezTo>
                  <a:cubicBezTo>
                    <a:pt x="356" y="115"/>
                    <a:pt x="241" y="0"/>
                    <a:pt x="99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ffectLst>
              <a:outerShdw blurRad="152400" dist="63500" dir="2700000" algn="tl" rotWithShape="0">
                <a:prstClr val="black">
                  <a:alpha val="48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6" name="Freeform 496">
              <a:extLst>
                <a:ext uri="{FF2B5EF4-FFF2-40B4-BE49-F238E27FC236}">
                  <a16:creationId xmlns:a16="http://schemas.microsoft.com/office/drawing/2014/main" id="{9A13C184-2B7F-11FE-8349-575BD3792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9363" y="2127251"/>
              <a:ext cx="1306513" cy="1873250"/>
            </a:xfrm>
            <a:custGeom>
              <a:avLst/>
              <a:gdLst>
                <a:gd name="T0" fmla="*/ 99 w 348"/>
                <a:gd name="T1" fmla="*/ 0 h 498"/>
                <a:gd name="T2" fmla="*/ 0 w 348"/>
                <a:gd name="T3" fmla="*/ 20 h 498"/>
                <a:gd name="T4" fmla="*/ 0 w 348"/>
                <a:gd name="T5" fmla="*/ 478 h 498"/>
                <a:gd name="T6" fmla="*/ 99 w 348"/>
                <a:gd name="T7" fmla="*/ 498 h 498"/>
                <a:gd name="T8" fmla="*/ 348 w 348"/>
                <a:gd name="T9" fmla="*/ 249 h 498"/>
                <a:gd name="T10" fmla="*/ 99 w 348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8" h="498">
                  <a:moveTo>
                    <a:pt x="99" y="0"/>
                  </a:moveTo>
                  <a:cubicBezTo>
                    <a:pt x="64" y="0"/>
                    <a:pt x="30" y="7"/>
                    <a:pt x="0" y="2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30" y="491"/>
                    <a:pt x="64" y="498"/>
                    <a:pt x="99" y="498"/>
                  </a:cubicBezTo>
                  <a:cubicBezTo>
                    <a:pt x="236" y="498"/>
                    <a:pt x="348" y="387"/>
                    <a:pt x="348" y="249"/>
                  </a:cubicBezTo>
                  <a:cubicBezTo>
                    <a:pt x="348" y="111"/>
                    <a:pt x="236" y="0"/>
                    <a:pt x="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7" name="Группа 4">
            <a:extLst>
              <a:ext uri="{FF2B5EF4-FFF2-40B4-BE49-F238E27FC236}">
                <a16:creationId xmlns:a16="http://schemas.microsoft.com/office/drawing/2014/main" id="{CAB097BE-9857-9AB0-70B0-9FB7FF22D2B3}"/>
              </a:ext>
            </a:extLst>
          </p:cNvPr>
          <p:cNvGrpSpPr/>
          <p:nvPr/>
        </p:nvGrpSpPr>
        <p:grpSpPr>
          <a:xfrm>
            <a:off x="14199191" y="4353565"/>
            <a:ext cx="2644458" cy="3825357"/>
            <a:chOff x="7123113" y="2097088"/>
            <a:chExt cx="1336675" cy="1933575"/>
          </a:xfrm>
        </p:grpSpPr>
        <p:sp>
          <p:nvSpPr>
            <p:cNvPr id="8" name="Freeform 497">
              <a:extLst>
                <a:ext uri="{FF2B5EF4-FFF2-40B4-BE49-F238E27FC236}">
                  <a16:creationId xmlns:a16="http://schemas.microsoft.com/office/drawing/2014/main" id="{D7EB862A-666A-2E84-E735-C5C8C777A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3113" y="2097088"/>
              <a:ext cx="1336675" cy="1933575"/>
            </a:xfrm>
            <a:custGeom>
              <a:avLst/>
              <a:gdLst>
                <a:gd name="T0" fmla="*/ 99 w 356"/>
                <a:gd name="T1" fmla="*/ 0 h 514"/>
                <a:gd name="T2" fmla="*/ 0 w 356"/>
                <a:gd name="T3" fmla="*/ 20 h 514"/>
                <a:gd name="T4" fmla="*/ 0 w 356"/>
                <a:gd name="T5" fmla="*/ 494 h 514"/>
                <a:gd name="T6" fmla="*/ 99 w 356"/>
                <a:gd name="T7" fmla="*/ 514 h 514"/>
                <a:gd name="T8" fmla="*/ 356 w 356"/>
                <a:gd name="T9" fmla="*/ 257 h 514"/>
                <a:gd name="T10" fmla="*/ 99 w 35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6" h="514">
                  <a:moveTo>
                    <a:pt x="99" y="0"/>
                  </a:moveTo>
                  <a:cubicBezTo>
                    <a:pt x="64" y="0"/>
                    <a:pt x="31" y="7"/>
                    <a:pt x="0" y="20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31" y="507"/>
                    <a:pt x="64" y="514"/>
                    <a:pt x="99" y="514"/>
                  </a:cubicBezTo>
                  <a:cubicBezTo>
                    <a:pt x="241" y="514"/>
                    <a:pt x="356" y="399"/>
                    <a:pt x="356" y="257"/>
                  </a:cubicBezTo>
                  <a:cubicBezTo>
                    <a:pt x="356" y="115"/>
                    <a:pt x="241" y="0"/>
                    <a:pt x="99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ffectLst>
              <a:outerShdw blurRad="152400" dist="63500" dir="2700000" algn="tl" rotWithShape="0">
                <a:prstClr val="black">
                  <a:alpha val="48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9" name="Freeform 498">
              <a:extLst>
                <a:ext uri="{FF2B5EF4-FFF2-40B4-BE49-F238E27FC236}">
                  <a16:creationId xmlns:a16="http://schemas.microsoft.com/office/drawing/2014/main" id="{5C41CE29-21E5-4B9B-5FA3-8F96E925A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3113" y="2127251"/>
              <a:ext cx="1311275" cy="1873250"/>
            </a:xfrm>
            <a:custGeom>
              <a:avLst/>
              <a:gdLst>
                <a:gd name="T0" fmla="*/ 99 w 349"/>
                <a:gd name="T1" fmla="*/ 0 h 498"/>
                <a:gd name="T2" fmla="*/ 0 w 349"/>
                <a:gd name="T3" fmla="*/ 20 h 498"/>
                <a:gd name="T4" fmla="*/ 0 w 349"/>
                <a:gd name="T5" fmla="*/ 478 h 498"/>
                <a:gd name="T6" fmla="*/ 99 w 349"/>
                <a:gd name="T7" fmla="*/ 498 h 498"/>
                <a:gd name="T8" fmla="*/ 349 w 349"/>
                <a:gd name="T9" fmla="*/ 249 h 498"/>
                <a:gd name="T10" fmla="*/ 99 w 349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9" h="498">
                  <a:moveTo>
                    <a:pt x="99" y="0"/>
                  </a:moveTo>
                  <a:cubicBezTo>
                    <a:pt x="64" y="0"/>
                    <a:pt x="31" y="7"/>
                    <a:pt x="0" y="2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31" y="491"/>
                    <a:pt x="64" y="498"/>
                    <a:pt x="99" y="498"/>
                  </a:cubicBezTo>
                  <a:cubicBezTo>
                    <a:pt x="237" y="498"/>
                    <a:pt x="349" y="387"/>
                    <a:pt x="349" y="249"/>
                  </a:cubicBezTo>
                  <a:cubicBezTo>
                    <a:pt x="349" y="111"/>
                    <a:pt x="237" y="0"/>
                    <a:pt x="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0" name="Группа 7">
            <a:extLst>
              <a:ext uri="{FF2B5EF4-FFF2-40B4-BE49-F238E27FC236}">
                <a16:creationId xmlns:a16="http://schemas.microsoft.com/office/drawing/2014/main" id="{3110E741-7460-BFC8-9403-BFFE049F6A70}"/>
              </a:ext>
            </a:extLst>
          </p:cNvPr>
          <p:cNvGrpSpPr/>
          <p:nvPr/>
        </p:nvGrpSpPr>
        <p:grpSpPr>
          <a:xfrm>
            <a:off x="10753856" y="4353565"/>
            <a:ext cx="2644458" cy="3825357"/>
            <a:chOff x="5381625" y="2097088"/>
            <a:chExt cx="1336675" cy="1933575"/>
          </a:xfrm>
        </p:grpSpPr>
        <p:sp>
          <p:nvSpPr>
            <p:cNvPr id="11" name="Freeform 499">
              <a:extLst>
                <a:ext uri="{FF2B5EF4-FFF2-40B4-BE49-F238E27FC236}">
                  <a16:creationId xmlns:a16="http://schemas.microsoft.com/office/drawing/2014/main" id="{B60A106F-BEDC-FB74-6390-A81831148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25" y="2097088"/>
              <a:ext cx="1336675" cy="1933575"/>
            </a:xfrm>
            <a:custGeom>
              <a:avLst/>
              <a:gdLst>
                <a:gd name="T0" fmla="*/ 99 w 356"/>
                <a:gd name="T1" fmla="*/ 0 h 514"/>
                <a:gd name="T2" fmla="*/ 0 w 356"/>
                <a:gd name="T3" fmla="*/ 20 h 514"/>
                <a:gd name="T4" fmla="*/ 0 w 356"/>
                <a:gd name="T5" fmla="*/ 494 h 514"/>
                <a:gd name="T6" fmla="*/ 99 w 356"/>
                <a:gd name="T7" fmla="*/ 514 h 514"/>
                <a:gd name="T8" fmla="*/ 356 w 356"/>
                <a:gd name="T9" fmla="*/ 257 h 514"/>
                <a:gd name="T10" fmla="*/ 99 w 35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6" h="514">
                  <a:moveTo>
                    <a:pt x="99" y="0"/>
                  </a:moveTo>
                  <a:cubicBezTo>
                    <a:pt x="64" y="0"/>
                    <a:pt x="31" y="7"/>
                    <a:pt x="0" y="20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31" y="507"/>
                    <a:pt x="64" y="514"/>
                    <a:pt x="99" y="514"/>
                  </a:cubicBezTo>
                  <a:cubicBezTo>
                    <a:pt x="241" y="514"/>
                    <a:pt x="356" y="399"/>
                    <a:pt x="356" y="257"/>
                  </a:cubicBezTo>
                  <a:cubicBezTo>
                    <a:pt x="356" y="115"/>
                    <a:pt x="241" y="0"/>
                    <a:pt x="99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ffectLst>
              <a:outerShdw blurRad="152400" dist="63500" dir="2700000" algn="tl" rotWithShape="0">
                <a:prstClr val="black">
                  <a:alpha val="48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2" name="Freeform 500">
              <a:extLst>
                <a:ext uri="{FF2B5EF4-FFF2-40B4-BE49-F238E27FC236}">
                  <a16:creationId xmlns:a16="http://schemas.microsoft.com/office/drawing/2014/main" id="{CFAE05C3-FFE4-7D79-C570-532337DD3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25" y="2127251"/>
              <a:ext cx="1306513" cy="1873250"/>
            </a:xfrm>
            <a:custGeom>
              <a:avLst/>
              <a:gdLst>
                <a:gd name="T0" fmla="*/ 99 w 348"/>
                <a:gd name="T1" fmla="*/ 0 h 498"/>
                <a:gd name="T2" fmla="*/ 0 w 348"/>
                <a:gd name="T3" fmla="*/ 20 h 498"/>
                <a:gd name="T4" fmla="*/ 0 w 348"/>
                <a:gd name="T5" fmla="*/ 478 h 498"/>
                <a:gd name="T6" fmla="*/ 99 w 348"/>
                <a:gd name="T7" fmla="*/ 498 h 498"/>
                <a:gd name="T8" fmla="*/ 348 w 348"/>
                <a:gd name="T9" fmla="*/ 249 h 498"/>
                <a:gd name="T10" fmla="*/ 99 w 348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8" h="498">
                  <a:moveTo>
                    <a:pt x="99" y="0"/>
                  </a:moveTo>
                  <a:cubicBezTo>
                    <a:pt x="64" y="0"/>
                    <a:pt x="30" y="7"/>
                    <a:pt x="0" y="2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30" y="491"/>
                    <a:pt x="64" y="498"/>
                    <a:pt x="99" y="498"/>
                  </a:cubicBezTo>
                  <a:cubicBezTo>
                    <a:pt x="237" y="498"/>
                    <a:pt x="348" y="387"/>
                    <a:pt x="348" y="249"/>
                  </a:cubicBezTo>
                  <a:cubicBezTo>
                    <a:pt x="348" y="111"/>
                    <a:pt x="237" y="0"/>
                    <a:pt x="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3" name="Группа 10">
            <a:extLst>
              <a:ext uri="{FF2B5EF4-FFF2-40B4-BE49-F238E27FC236}">
                <a16:creationId xmlns:a16="http://schemas.microsoft.com/office/drawing/2014/main" id="{9DCAE57D-5C1D-88A8-1AB2-E4FA60BCA91E}"/>
              </a:ext>
            </a:extLst>
          </p:cNvPr>
          <p:cNvGrpSpPr/>
          <p:nvPr/>
        </p:nvGrpSpPr>
        <p:grpSpPr>
          <a:xfrm>
            <a:off x="7305382" y="4353565"/>
            <a:ext cx="2644458" cy="3825357"/>
            <a:chOff x="3638550" y="2097088"/>
            <a:chExt cx="1336675" cy="1933575"/>
          </a:xfrm>
        </p:grpSpPr>
        <p:sp>
          <p:nvSpPr>
            <p:cNvPr id="14" name="Freeform 501">
              <a:extLst>
                <a:ext uri="{FF2B5EF4-FFF2-40B4-BE49-F238E27FC236}">
                  <a16:creationId xmlns:a16="http://schemas.microsoft.com/office/drawing/2014/main" id="{DDE2F8B2-37D6-A5A3-F171-5F09C052D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2097088"/>
              <a:ext cx="1336675" cy="1933575"/>
            </a:xfrm>
            <a:custGeom>
              <a:avLst/>
              <a:gdLst>
                <a:gd name="T0" fmla="*/ 99 w 356"/>
                <a:gd name="T1" fmla="*/ 0 h 514"/>
                <a:gd name="T2" fmla="*/ 0 w 356"/>
                <a:gd name="T3" fmla="*/ 20 h 514"/>
                <a:gd name="T4" fmla="*/ 0 w 356"/>
                <a:gd name="T5" fmla="*/ 494 h 514"/>
                <a:gd name="T6" fmla="*/ 99 w 356"/>
                <a:gd name="T7" fmla="*/ 514 h 514"/>
                <a:gd name="T8" fmla="*/ 356 w 356"/>
                <a:gd name="T9" fmla="*/ 257 h 514"/>
                <a:gd name="T10" fmla="*/ 99 w 35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6" h="514">
                  <a:moveTo>
                    <a:pt x="99" y="0"/>
                  </a:moveTo>
                  <a:cubicBezTo>
                    <a:pt x="64" y="0"/>
                    <a:pt x="30" y="7"/>
                    <a:pt x="0" y="20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30" y="507"/>
                    <a:pt x="64" y="514"/>
                    <a:pt x="99" y="514"/>
                  </a:cubicBezTo>
                  <a:cubicBezTo>
                    <a:pt x="241" y="514"/>
                    <a:pt x="356" y="399"/>
                    <a:pt x="356" y="257"/>
                  </a:cubicBezTo>
                  <a:cubicBezTo>
                    <a:pt x="356" y="115"/>
                    <a:pt x="241" y="0"/>
                    <a:pt x="99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ffectLst>
              <a:outerShdw blurRad="152400" dist="63500" dir="2700000" algn="tl" rotWithShape="0">
                <a:prstClr val="black">
                  <a:alpha val="48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5" name="Freeform 502">
              <a:extLst>
                <a:ext uri="{FF2B5EF4-FFF2-40B4-BE49-F238E27FC236}">
                  <a16:creationId xmlns:a16="http://schemas.microsoft.com/office/drawing/2014/main" id="{9C2CFDA5-799F-26A4-2C52-AF15343E7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2127251"/>
              <a:ext cx="1306513" cy="1873250"/>
            </a:xfrm>
            <a:custGeom>
              <a:avLst/>
              <a:gdLst>
                <a:gd name="T0" fmla="*/ 99 w 348"/>
                <a:gd name="T1" fmla="*/ 0 h 498"/>
                <a:gd name="T2" fmla="*/ 0 w 348"/>
                <a:gd name="T3" fmla="*/ 20 h 498"/>
                <a:gd name="T4" fmla="*/ 0 w 348"/>
                <a:gd name="T5" fmla="*/ 478 h 498"/>
                <a:gd name="T6" fmla="*/ 99 w 348"/>
                <a:gd name="T7" fmla="*/ 498 h 498"/>
                <a:gd name="T8" fmla="*/ 348 w 348"/>
                <a:gd name="T9" fmla="*/ 249 h 498"/>
                <a:gd name="T10" fmla="*/ 99 w 348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8" h="498">
                  <a:moveTo>
                    <a:pt x="99" y="0"/>
                  </a:moveTo>
                  <a:cubicBezTo>
                    <a:pt x="64" y="0"/>
                    <a:pt x="30" y="7"/>
                    <a:pt x="0" y="2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30" y="491"/>
                    <a:pt x="64" y="498"/>
                    <a:pt x="99" y="498"/>
                  </a:cubicBezTo>
                  <a:cubicBezTo>
                    <a:pt x="236" y="498"/>
                    <a:pt x="348" y="387"/>
                    <a:pt x="348" y="249"/>
                  </a:cubicBezTo>
                  <a:cubicBezTo>
                    <a:pt x="348" y="111"/>
                    <a:pt x="236" y="0"/>
                    <a:pt x="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6" name="Группа 13">
            <a:extLst>
              <a:ext uri="{FF2B5EF4-FFF2-40B4-BE49-F238E27FC236}">
                <a16:creationId xmlns:a16="http://schemas.microsoft.com/office/drawing/2014/main" id="{848120DA-576C-C4F4-7720-2BE5AFEAD4AD}"/>
              </a:ext>
            </a:extLst>
          </p:cNvPr>
          <p:cNvGrpSpPr/>
          <p:nvPr/>
        </p:nvGrpSpPr>
        <p:grpSpPr>
          <a:xfrm>
            <a:off x="3850626" y="4353565"/>
            <a:ext cx="2644458" cy="3825357"/>
            <a:chOff x="1892300" y="2097088"/>
            <a:chExt cx="1336675" cy="1933575"/>
          </a:xfrm>
        </p:grpSpPr>
        <p:sp>
          <p:nvSpPr>
            <p:cNvPr id="17" name="Freeform 503">
              <a:extLst>
                <a:ext uri="{FF2B5EF4-FFF2-40B4-BE49-F238E27FC236}">
                  <a16:creationId xmlns:a16="http://schemas.microsoft.com/office/drawing/2014/main" id="{E433287B-8138-72E8-A043-34C9B3C51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097088"/>
              <a:ext cx="1336675" cy="1933575"/>
            </a:xfrm>
            <a:custGeom>
              <a:avLst/>
              <a:gdLst>
                <a:gd name="T0" fmla="*/ 99 w 356"/>
                <a:gd name="T1" fmla="*/ 0 h 514"/>
                <a:gd name="T2" fmla="*/ 0 w 356"/>
                <a:gd name="T3" fmla="*/ 20 h 514"/>
                <a:gd name="T4" fmla="*/ 0 w 356"/>
                <a:gd name="T5" fmla="*/ 494 h 514"/>
                <a:gd name="T6" fmla="*/ 99 w 356"/>
                <a:gd name="T7" fmla="*/ 514 h 514"/>
                <a:gd name="T8" fmla="*/ 356 w 356"/>
                <a:gd name="T9" fmla="*/ 257 h 514"/>
                <a:gd name="T10" fmla="*/ 99 w 356"/>
                <a:gd name="T11" fmla="*/ 0 h 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6" h="514">
                  <a:moveTo>
                    <a:pt x="99" y="0"/>
                  </a:moveTo>
                  <a:cubicBezTo>
                    <a:pt x="64" y="0"/>
                    <a:pt x="31" y="7"/>
                    <a:pt x="0" y="20"/>
                  </a:cubicBezTo>
                  <a:cubicBezTo>
                    <a:pt x="0" y="494"/>
                    <a:pt x="0" y="494"/>
                    <a:pt x="0" y="494"/>
                  </a:cubicBezTo>
                  <a:cubicBezTo>
                    <a:pt x="31" y="507"/>
                    <a:pt x="64" y="514"/>
                    <a:pt x="99" y="514"/>
                  </a:cubicBezTo>
                  <a:cubicBezTo>
                    <a:pt x="241" y="514"/>
                    <a:pt x="356" y="399"/>
                    <a:pt x="356" y="257"/>
                  </a:cubicBezTo>
                  <a:cubicBezTo>
                    <a:pt x="356" y="115"/>
                    <a:pt x="241" y="0"/>
                    <a:pt x="99" y="0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ffectLst>
              <a:outerShdw blurRad="152400" dist="63500" dir="2700000" algn="tl" rotWithShape="0">
                <a:prstClr val="black">
                  <a:alpha val="48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8" name="Freeform 504">
              <a:extLst>
                <a:ext uri="{FF2B5EF4-FFF2-40B4-BE49-F238E27FC236}">
                  <a16:creationId xmlns:a16="http://schemas.microsoft.com/office/drawing/2014/main" id="{F606A213-C6A2-5FCD-5CCC-A5497AE2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127251"/>
              <a:ext cx="1308100" cy="1873250"/>
            </a:xfrm>
            <a:custGeom>
              <a:avLst/>
              <a:gdLst>
                <a:gd name="T0" fmla="*/ 99 w 348"/>
                <a:gd name="T1" fmla="*/ 0 h 498"/>
                <a:gd name="T2" fmla="*/ 0 w 348"/>
                <a:gd name="T3" fmla="*/ 20 h 498"/>
                <a:gd name="T4" fmla="*/ 0 w 348"/>
                <a:gd name="T5" fmla="*/ 478 h 498"/>
                <a:gd name="T6" fmla="*/ 99 w 348"/>
                <a:gd name="T7" fmla="*/ 498 h 498"/>
                <a:gd name="T8" fmla="*/ 348 w 348"/>
                <a:gd name="T9" fmla="*/ 249 h 498"/>
                <a:gd name="T10" fmla="*/ 99 w 348"/>
                <a:gd name="T11" fmla="*/ 0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8" h="498">
                  <a:moveTo>
                    <a:pt x="99" y="0"/>
                  </a:moveTo>
                  <a:cubicBezTo>
                    <a:pt x="64" y="0"/>
                    <a:pt x="31" y="7"/>
                    <a:pt x="0" y="2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31" y="491"/>
                    <a:pt x="64" y="498"/>
                    <a:pt x="99" y="498"/>
                  </a:cubicBezTo>
                  <a:cubicBezTo>
                    <a:pt x="237" y="498"/>
                    <a:pt x="348" y="387"/>
                    <a:pt x="348" y="249"/>
                  </a:cubicBezTo>
                  <a:cubicBezTo>
                    <a:pt x="348" y="111"/>
                    <a:pt x="237" y="0"/>
                    <a:pt x="9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9" name="Группа 16">
            <a:extLst>
              <a:ext uri="{FF2B5EF4-FFF2-40B4-BE49-F238E27FC236}">
                <a16:creationId xmlns:a16="http://schemas.microsoft.com/office/drawing/2014/main" id="{46816A57-6DB0-344C-1570-056E0EBC59CF}"/>
              </a:ext>
            </a:extLst>
          </p:cNvPr>
          <p:cNvGrpSpPr/>
          <p:nvPr/>
        </p:nvGrpSpPr>
        <p:grpSpPr>
          <a:xfrm>
            <a:off x="3825500" y="4658212"/>
            <a:ext cx="16121147" cy="3172094"/>
            <a:chOff x="1892300" y="2251076"/>
            <a:chExt cx="8148638" cy="1603375"/>
          </a:xfrm>
        </p:grpSpPr>
        <p:sp>
          <p:nvSpPr>
            <p:cNvPr id="20" name="Freeform 505">
              <a:extLst>
                <a:ext uri="{FF2B5EF4-FFF2-40B4-BE49-F238E27FC236}">
                  <a16:creationId xmlns:a16="http://schemas.microsoft.com/office/drawing/2014/main" id="{3679A951-ABDB-B650-F0E3-0974582E9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9363" y="2251076"/>
              <a:ext cx="1171575" cy="1603375"/>
            </a:xfrm>
            <a:custGeom>
              <a:avLst/>
              <a:gdLst>
                <a:gd name="T0" fmla="*/ 99 w 312"/>
                <a:gd name="T1" fmla="*/ 0 h 426"/>
                <a:gd name="T2" fmla="*/ 0 w 312"/>
                <a:gd name="T3" fmla="*/ 25 h 426"/>
                <a:gd name="T4" fmla="*/ 0 w 312"/>
                <a:gd name="T5" fmla="*/ 402 h 426"/>
                <a:gd name="T6" fmla="*/ 99 w 312"/>
                <a:gd name="T7" fmla="*/ 426 h 426"/>
                <a:gd name="T8" fmla="*/ 312 w 312"/>
                <a:gd name="T9" fmla="*/ 213 h 426"/>
                <a:gd name="T10" fmla="*/ 99 w 312"/>
                <a:gd name="T11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426">
                  <a:moveTo>
                    <a:pt x="99" y="0"/>
                  </a:moveTo>
                  <a:cubicBezTo>
                    <a:pt x="63" y="0"/>
                    <a:pt x="29" y="9"/>
                    <a:pt x="0" y="25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29" y="417"/>
                    <a:pt x="63" y="426"/>
                    <a:pt x="99" y="426"/>
                  </a:cubicBezTo>
                  <a:cubicBezTo>
                    <a:pt x="216" y="426"/>
                    <a:pt x="312" y="331"/>
                    <a:pt x="312" y="213"/>
                  </a:cubicBezTo>
                  <a:cubicBezTo>
                    <a:pt x="312" y="96"/>
                    <a:pt x="216" y="0"/>
                    <a:pt x="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1" name="Freeform 506">
              <a:extLst>
                <a:ext uri="{FF2B5EF4-FFF2-40B4-BE49-F238E27FC236}">
                  <a16:creationId xmlns:a16="http://schemas.microsoft.com/office/drawing/2014/main" id="{92576CEA-4229-AFE2-24A3-4936B9691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3113" y="2251076"/>
              <a:ext cx="1171575" cy="1603375"/>
            </a:xfrm>
            <a:custGeom>
              <a:avLst/>
              <a:gdLst>
                <a:gd name="T0" fmla="*/ 99 w 312"/>
                <a:gd name="T1" fmla="*/ 0 h 426"/>
                <a:gd name="T2" fmla="*/ 0 w 312"/>
                <a:gd name="T3" fmla="*/ 25 h 426"/>
                <a:gd name="T4" fmla="*/ 0 w 312"/>
                <a:gd name="T5" fmla="*/ 402 h 426"/>
                <a:gd name="T6" fmla="*/ 99 w 312"/>
                <a:gd name="T7" fmla="*/ 426 h 426"/>
                <a:gd name="T8" fmla="*/ 312 w 312"/>
                <a:gd name="T9" fmla="*/ 213 h 426"/>
                <a:gd name="T10" fmla="*/ 99 w 312"/>
                <a:gd name="T11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426">
                  <a:moveTo>
                    <a:pt x="99" y="0"/>
                  </a:moveTo>
                  <a:cubicBezTo>
                    <a:pt x="64" y="0"/>
                    <a:pt x="30" y="9"/>
                    <a:pt x="0" y="25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30" y="417"/>
                    <a:pt x="64" y="426"/>
                    <a:pt x="99" y="426"/>
                  </a:cubicBezTo>
                  <a:cubicBezTo>
                    <a:pt x="217" y="426"/>
                    <a:pt x="312" y="331"/>
                    <a:pt x="312" y="213"/>
                  </a:cubicBezTo>
                  <a:cubicBezTo>
                    <a:pt x="312" y="96"/>
                    <a:pt x="217" y="0"/>
                    <a:pt x="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 dirty="0"/>
            </a:p>
          </p:txBody>
        </p:sp>
        <p:sp>
          <p:nvSpPr>
            <p:cNvPr id="22" name="Freeform 507">
              <a:extLst>
                <a:ext uri="{FF2B5EF4-FFF2-40B4-BE49-F238E27FC236}">
                  <a16:creationId xmlns:a16="http://schemas.microsoft.com/office/drawing/2014/main" id="{65D23770-F7FC-DB59-213E-F52D67AC6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25" y="2251076"/>
              <a:ext cx="1171575" cy="1603375"/>
            </a:xfrm>
            <a:custGeom>
              <a:avLst/>
              <a:gdLst>
                <a:gd name="T0" fmla="*/ 99 w 312"/>
                <a:gd name="T1" fmla="*/ 0 h 426"/>
                <a:gd name="T2" fmla="*/ 0 w 312"/>
                <a:gd name="T3" fmla="*/ 25 h 426"/>
                <a:gd name="T4" fmla="*/ 0 w 312"/>
                <a:gd name="T5" fmla="*/ 402 h 426"/>
                <a:gd name="T6" fmla="*/ 99 w 312"/>
                <a:gd name="T7" fmla="*/ 426 h 426"/>
                <a:gd name="T8" fmla="*/ 312 w 312"/>
                <a:gd name="T9" fmla="*/ 213 h 426"/>
                <a:gd name="T10" fmla="*/ 99 w 312"/>
                <a:gd name="T11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426">
                  <a:moveTo>
                    <a:pt x="99" y="0"/>
                  </a:moveTo>
                  <a:cubicBezTo>
                    <a:pt x="63" y="0"/>
                    <a:pt x="30" y="9"/>
                    <a:pt x="0" y="25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30" y="417"/>
                    <a:pt x="63" y="426"/>
                    <a:pt x="99" y="426"/>
                  </a:cubicBezTo>
                  <a:cubicBezTo>
                    <a:pt x="217" y="426"/>
                    <a:pt x="312" y="331"/>
                    <a:pt x="312" y="213"/>
                  </a:cubicBezTo>
                  <a:cubicBezTo>
                    <a:pt x="312" y="96"/>
                    <a:pt x="217" y="0"/>
                    <a:pt x="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3" name="Freeform 508">
              <a:extLst>
                <a:ext uri="{FF2B5EF4-FFF2-40B4-BE49-F238E27FC236}">
                  <a16:creationId xmlns:a16="http://schemas.microsoft.com/office/drawing/2014/main" id="{3D7DFC3B-049C-87B9-1F24-4CDD01A09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8550" y="2251076"/>
              <a:ext cx="1171575" cy="1603375"/>
            </a:xfrm>
            <a:custGeom>
              <a:avLst/>
              <a:gdLst>
                <a:gd name="T0" fmla="*/ 99 w 312"/>
                <a:gd name="T1" fmla="*/ 0 h 426"/>
                <a:gd name="T2" fmla="*/ 0 w 312"/>
                <a:gd name="T3" fmla="*/ 25 h 426"/>
                <a:gd name="T4" fmla="*/ 0 w 312"/>
                <a:gd name="T5" fmla="*/ 402 h 426"/>
                <a:gd name="T6" fmla="*/ 99 w 312"/>
                <a:gd name="T7" fmla="*/ 426 h 426"/>
                <a:gd name="T8" fmla="*/ 312 w 312"/>
                <a:gd name="T9" fmla="*/ 213 h 426"/>
                <a:gd name="T10" fmla="*/ 99 w 312"/>
                <a:gd name="T11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426">
                  <a:moveTo>
                    <a:pt x="99" y="0"/>
                  </a:moveTo>
                  <a:cubicBezTo>
                    <a:pt x="63" y="0"/>
                    <a:pt x="29" y="9"/>
                    <a:pt x="0" y="25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29" y="417"/>
                    <a:pt x="63" y="426"/>
                    <a:pt x="99" y="426"/>
                  </a:cubicBezTo>
                  <a:cubicBezTo>
                    <a:pt x="216" y="426"/>
                    <a:pt x="312" y="331"/>
                    <a:pt x="312" y="213"/>
                  </a:cubicBezTo>
                  <a:cubicBezTo>
                    <a:pt x="312" y="96"/>
                    <a:pt x="216" y="0"/>
                    <a:pt x="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4" name="Freeform 509">
              <a:extLst>
                <a:ext uri="{FF2B5EF4-FFF2-40B4-BE49-F238E27FC236}">
                  <a16:creationId xmlns:a16="http://schemas.microsoft.com/office/drawing/2014/main" id="{32EAB96E-480F-8DCE-C138-66F0DDCE9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2251076"/>
              <a:ext cx="1171575" cy="1603375"/>
            </a:xfrm>
            <a:custGeom>
              <a:avLst/>
              <a:gdLst>
                <a:gd name="T0" fmla="*/ 99 w 312"/>
                <a:gd name="T1" fmla="*/ 0 h 426"/>
                <a:gd name="T2" fmla="*/ 0 w 312"/>
                <a:gd name="T3" fmla="*/ 25 h 426"/>
                <a:gd name="T4" fmla="*/ 0 w 312"/>
                <a:gd name="T5" fmla="*/ 402 h 426"/>
                <a:gd name="T6" fmla="*/ 99 w 312"/>
                <a:gd name="T7" fmla="*/ 426 h 426"/>
                <a:gd name="T8" fmla="*/ 312 w 312"/>
                <a:gd name="T9" fmla="*/ 213 h 426"/>
                <a:gd name="T10" fmla="*/ 99 w 312"/>
                <a:gd name="T11" fmla="*/ 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426">
                  <a:moveTo>
                    <a:pt x="99" y="0"/>
                  </a:moveTo>
                  <a:cubicBezTo>
                    <a:pt x="64" y="0"/>
                    <a:pt x="30" y="9"/>
                    <a:pt x="0" y="25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30" y="417"/>
                    <a:pt x="64" y="426"/>
                    <a:pt x="99" y="426"/>
                  </a:cubicBezTo>
                  <a:cubicBezTo>
                    <a:pt x="217" y="426"/>
                    <a:pt x="312" y="331"/>
                    <a:pt x="312" y="213"/>
                  </a:cubicBezTo>
                  <a:cubicBezTo>
                    <a:pt x="312" y="96"/>
                    <a:pt x="217" y="0"/>
                    <a:pt x="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41" name="Группа 38">
            <a:extLst>
              <a:ext uri="{FF2B5EF4-FFF2-40B4-BE49-F238E27FC236}">
                <a16:creationId xmlns:a16="http://schemas.microsoft.com/office/drawing/2014/main" id="{1B1EC57A-0E17-DC4F-6C72-0B364394EB23}"/>
              </a:ext>
            </a:extLst>
          </p:cNvPr>
          <p:cNvGrpSpPr/>
          <p:nvPr/>
        </p:nvGrpSpPr>
        <p:grpSpPr>
          <a:xfrm>
            <a:off x="3850626" y="3919247"/>
            <a:ext cx="14705954" cy="4693988"/>
            <a:chOff x="1892300" y="1877557"/>
            <a:chExt cx="7433311" cy="2372636"/>
          </a:xfrm>
        </p:grpSpPr>
        <p:pic>
          <p:nvPicPr>
            <p:cNvPr id="42" name="Рисунок 39">
              <a:extLst>
                <a:ext uri="{FF2B5EF4-FFF2-40B4-BE49-F238E27FC236}">
                  <a16:creationId xmlns:a16="http://schemas.microsoft.com/office/drawing/2014/main" id="{E740B61F-437B-0A5A-FBD3-6AA771119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2300" y="1877557"/>
              <a:ext cx="454660" cy="2372636"/>
            </a:xfrm>
            <a:prstGeom prst="rect">
              <a:avLst/>
            </a:prstGeom>
          </p:spPr>
        </p:pic>
        <p:pic>
          <p:nvPicPr>
            <p:cNvPr id="43" name="Рисунок 40">
              <a:extLst>
                <a:ext uri="{FF2B5EF4-FFF2-40B4-BE49-F238E27FC236}">
                  <a16:creationId xmlns:a16="http://schemas.microsoft.com/office/drawing/2014/main" id="{80BFBD98-A6F9-09EF-692A-F0FCE14E6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4740" y="1877557"/>
              <a:ext cx="454660" cy="2372636"/>
            </a:xfrm>
            <a:prstGeom prst="rect">
              <a:avLst/>
            </a:prstGeom>
          </p:spPr>
        </p:pic>
        <p:pic>
          <p:nvPicPr>
            <p:cNvPr id="44" name="Рисунок 41">
              <a:extLst>
                <a:ext uri="{FF2B5EF4-FFF2-40B4-BE49-F238E27FC236}">
                  <a16:creationId xmlns:a16="http://schemas.microsoft.com/office/drawing/2014/main" id="{28AA4411-450A-BCAF-C0F5-20488A8C1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1307" y="1877557"/>
              <a:ext cx="454660" cy="2372636"/>
            </a:xfrm>
            <a:prstGeom prst="rect">
              <a:avLst/>
            </a:prstGeom>
          </p:spPr>
        </p:pic>
        <p:pic>
          <p:nvPicPr>
            <p:cNvPr id="45" name="Рисунок 42">
              <a:extLst>
                <a:ext uri="{FF2B5EF4-FFF2-40B4-BE49-F238E27FC236}">
                  <a16:creationId xmlns:a16="http://schemas.microsoft.com/office/drawing/2014/main" id="{2C62386B-67EF-E5BE-B4E6-F4D9F1EAA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23113" y="1877557"/>
              <a:ext cx="454660" cy="2372636"/>
            </a:xfrm>
            <a:prstGeom prst="rect">
              <a:avLst/>
            </a:prstGeom>
          </p:spPr>
        </p:pic>
        <p:pic>
          <p:nvPicPr>
            <p:cNvPr id="46" name="Рисунок 43">
              <a:extLst>
                <a:ext uri="{FF2B5EF4-FFF2-40B4-BE49-F238E27FC236}">
                  <a16:creationId xmlns:a16="http://schemas.microsoft.com/office/drawing/2014/main" id="{460AC209-08AE-9DCE-B913-DDAF3E29F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0951" y="1877557"/>
              <a:ext cx="454660" cy="2372636"/>
            </a:xfrm>
            <a:prstGeom prst="rect">
              <a:avLst/>
            </a:prstGeom>
          </p:spPr>
        </p:pic>
      </p:grpSp>
      <p:sp>
        <p:nvSpPr>
          <p:cNvPr id="124" name="Rectangle 1920">
            <a:extLst>
              <a:ext uri="{FF2B5EF4-FFF2-40B4-BE49-F238E27FC236}">
                <a16:creationId xmlns:a16="http://schemas.microsoft.com/office/drawing/2014/main" id="{3D640166-3576-0170-919B-7513DF642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5130" y="5736109"/>
            <a:ext cx="2349234" cy="12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>
              <a:lnSpc>
                <a:spcPct val="120000"/>
              </a:lnSpc>
            </a:pPr>
            <a:r>
              <a:rPr lang="en-US" altLang="ru-RU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02</a:t>
            </a:r>
            <a:endParaRPr lang="ru-RU" altLang="ru-RU" sz="3400" dirty="0">
              <a:solidFill>
                <a:schemeClr val="bg1"/>
              </a:solidFill>
              <a:cs typeface="Poppins" panose="00000500000000000000" pitchFamily="2" charset="0"/>
            </a:endParaRPr>
          </a:p>
        </p:txBody>
      </p:sp>
      <p:sp>
        <p:nvSpPr>
          <p:cNvPr id="125" name="Rectangle 1918">
            <a:extLst>
              <a:ext uri="{FF2B5EF4-FFF2-40B4-BE49-F238E27FC236}">
                <a16:creationId xmlns:a16="http://schemas.microsoft.com/office/drawing/2014/main" id="{C19915F0-7051-FA92-E39E-C272BF59C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14869" y="5736109"/>
            <a:ext cx="2389197" cy="12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>
              <a:lnSpc>
                <a:spcPct val="120000"/>
              </a:lnSpc>
            </a:pPr>
            <a:r>
              <a:rPr lang="en-US" altLang="ru-RU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04</a:t>
            </a:r>
            <a:endParaRPr lang="ru-RU" altLang="ru-RU" sz="3400" dirty="0">
              <a:solidFill>
                <a:schemeClr val="bg1"/>
              </a:solidFill>
              <a:cs typeface="Poppins" panose="00000500000000000000" pitchFamily="2" charset="0"/>
            </a:endParaRPr>
          </a:p>
        </p:txBody>
      </p:sp>
      <p:sp>
        <p:nvSpPr>
          <p:cNvPr id="126" name="Rectangle 1917">
            <a:extLst>
              <a:ext uri="{FF2B5EF4-FFF2-40B4-BE49-F238E27FC236}">
                <a16:creationId xmlns:a16="http://schemas.microsoft.com/office/drawing/2014/main" id="{5903B089-C306-8BD9-8254-9D0675318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2889" y="5736109"/>
            <a:ext cx="2377778" cy="12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>
              <a:lnSpc>
                <a:spcPct val="120000"/>
              </a:lnSpc>
            </a:pPr>
            <a:r>
              <a:rPr lang="en-US" altLang="ru-RU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05</a:t>
            </a:r>
            <a:endParaRPr lang="ru-RU" altLang="ru-RU" sz="3400" dirty="0">
              <a:solidFill>
                <a:schemeClr val="bg1"/>
              </a:solidFill>
              <a:cs typeface="Poppins" panose="00000500000000000000" pitchFamily="2" charset="0"/>
            </a:endParaRPr>
          </a:p>
        </p:txBody>
      </p:sp>
      <p:sp>
        <p:nvSpPr>
          <p:cNvPr id="127" name="Rectangle 1919">
            <a:extLst>
              <a:ext uri="{FF2B5EF4-FFF2-40B4-BE49-F238E27FC236}">
                <a16:creationId xmlns:a16="http://schemas.microsoft.com/office/drawing/2014/main" id="{5778C40F-9B1B-F9F2-B3FB-E8ABB71B2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9335" y="5736109"/>
            <a:ext cx="2360651" cy="12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>
              <a:lnSpc>
                <a:spcPct val="120000"/>
              </a:lnSpc>
            </a:pPr>
            <a:r>
              <a:rPr lang="en-US" altLang="ru-RU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03</a:t>
            </a:r>
            <a:endParaRPr lang="ru-RU" altLang="ru-RU" sz="3400" dirty="0">
              <a:solidFill>
                <a:schemeClr val="bg1"/>
              </a:solidFill>
              <a:cs typeface="Poppins" panose="00000500000000000000" pitchFamily="2" charset="0"/>
            </a:endParaRPr>
          </a:p>
        </p:txBody>
      </p:sp>
      <p:sp>
        <p:nvSpPr>
          <p:cNvPr id="128" name="Rectangle 1921">
            <a:extLst>
              <a:ext uri="{FF2B5EF4-FFF2-40B4-BE49-F238E27FC236}">
                <a16:creationId xmlns:a16="http://schemas.microsoft.com/office/drawing/2014/main" id="{8C3164C5-BA88-EDCF-63CF-900AA7281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070" y="5736109"/>
            <a:ext cx="2272162" cy="1215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1809049">
              <a:lnSpc>
                <a:spcPct val="120000"/>
              </a:lnSpc>
            </a:pPr>
            <a:r>
              <a:rPr lang="en-US" altLang="ru-RU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01</a:t>
            </a:r>
            <a:endParaRPr lang="ru-RU" altLang="ru-RU" sz="3400" dirty="0">
              <a:solidFill>
                <a:schemeClr val="bg1"/>
              </a:solidFill>
              <a:cs typeface="Poppins" panose="00000500000000000000" pitchFamily="2" charset="0"/>
            </a:endParaRPr>
          </a:p>
        </p:txBody>
      </p:sp>
      <p:grpSp>
        <p:nvGrpSpPr>
          <p:cNvPr id="118" name="Группа 115">
            <a:extLst>
              <a:ext uri="{FF2B5EF4-FFF2-40B4-BE49-F238E27FC236}">
                <a16:creationId xmlns:a16="http://schemas.microsoft.com/office/drawing/2014/main" id="{5FCA3861-6629-79BF-24A2-703AA2E22BD4}"/>
              </a:ext>
            </a:extLst>
          </p:cNvPr>
          <p:cNvGrpSpPr/>
          <p:nvPr/>
        </p:nvGrpSpPr>
        <p:grpSpPr>
          <a:xfrm>
            <a:off x="3611789" y="10738582"/>
            <a:ext cx="16896897" cy="984886"/>
            <a:chOff x="1727200" y="5324475"/>
            <a:chExt cx="8540751" cy="497823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97A892A8-C0EE-8A61-DCB0-7F8BDAB641FC}"/>
                </a:ext>
              </a:extLst>
            </p:cNvPr>
            <p:cNvSpPr txBox="1"/>
            <p:nvPr/>
          </p:nvSpPr>
          <p:spPr>
            <a:xfrm>
              <a:off x="1727200" y="5324475"/>
              <a:ext cx="1406525" cy="497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Lorem Ipsum is simply dummy.</a:t>
              </a:r>
              <a:endParaRPr lang="ru-RU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18CCA994-08BF-DD0A-36AD-D9E7CC6FD949}"/>
                </a:ext>
              </a:extLst>
            </p:cNvPr>
            <p:cNvSpPr txBox="1"/>
            <p:nvPr/>
          </p:nvSpPr>
          <p:spPr>
            <a:xfrm>
              <a:off x="3482975" y="5324475"/>
              <a:ext cx="1406525" cy="497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Lorem Ipsum is simply dummy.</a:t>
              </a:r>
              <a:endParaRPr lang="ru-RU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7983FD58-D9A1-4D39-308A-28EF195FC151}"/>
                </a:ext>
              </a:extLst>
            </p:cNvPr>
            <p:cNvSpPr txBox="1"/>
            <p:nvPr/>
          </p:nvSpPr>
          <p:spPr>
            <a:xfrm>
              <a:off x="5322887" y="5324475"/>
              <a:ext cx="1406525" cy="497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Lorem Ipsum is simply dummy.</a:t>
              </a:r>
              <a:endParaRPr lang="ru-RU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BDEA35A7-958B-2F4C-DE47-9E5774A12B92}"/>
                </a:ext>
              </a:extLst>
            </p:cNvPr>
            <p:cNvSpPr txBox="1"/>
            <p:nvPr/>
          </p:nvSpPr>
          <p:spPr>
            <a:xfrm>
              <a:off x="7199312" y="5324475"/>
              <a:ext cx="1406525" cy="497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Lorem Ipsum is simply dummy.</a:t>
              </a:r>
              <a:endParaRPr lang="ru-RU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3239A94F-B2FF-0668-8DE7-FC8F328CA026}"/>
                </a:ext>
              </a:extLst>
            </p:cNvPr>
            <p:cNvSpPr txBox="1"/>
            <p:nvPr/>
          </p:nvSpPr>
          <p:spPr>
            <a:xfrm>
              <a:off x="8861426" y="5324475"/>
              <a:ext cx="1406525" cy="4978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ea typeface="Open Sans" panose="020B0606030504020204" pitchFamily="34" charset="0"/>
                  <a:cs typeface="Poppins" panose="00000500000000000000" pitchFamily="2" charset="0"/>
                </a:rPr>
                <a:t>Lorem Ipsum is simply dummy.</a:t>
              </a:r>
              <a:endParaRPr lang="ru-RU" sz="2400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30" name="成组">
            <a:extLst>
              <a:ext uri="{FF2B5EF4-FFF2-40B4-BE49-F238E27FC236}">
                <a16:creationId xmlns:a16="http://schemas.microsoft.com/office/drawing/2014/main" id="{AD3B907C-D898-8461-8B84-AA8195D811F2}"/>
              </a:ext>
            </a:extLst>
          </p:cNvPr>
          <p:cNvGrpSpPr/>
          <p:nvPr/>
        </p:nvGrpSpPr>
        <p:grpSpPr>
          <a:xfrm>
            <a:off x="18459212" y="9878328"/>
            <a:ext cx="574919" cy="574915"/>
            <a:chOff x="0" y="0"/>
            <a:chExt cx="457200" cy="457200"/>
          </a:xfrm>
        </p:grpSpPr>
        <p:sp>
          <p:nvSpPr>
            <p:cNvPr id="131" name="任意形状 375">
              <a:extLst>
                <a:ext uri="{FF2B5EF4-FFF2-40B4-BE49-F238E27FC236}">
                  <a16:creationId xmlns:a16="http://schemas.microsoft.com/office/drawing/2014/main" id="{2FAEBC08-03EA-93B3-D9F9-68AC34240DA4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2" name="任意形状 376">
              <a:extLst>
                <a:ext uri="{FF2B5EF4-FFF2-40B4-BE49-F238E27FC236}">
                  <a16:creationId xmlns:a16="http://schemas.microsoft.com/office/drawing/2014/main" id="{6A6CE986-EA14-5FA1-8819-4AF336B514CB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33" name="成组">
            <a:extLst>
              <a:ext uri="{FF2B5EF4-FFF2-40B4-BE49-F238E27FC236}">
                <a16:creationId xmlns:a16="http://schemas.microsoft.com/office/drawing/2014/main" id="{18C333B5-F28F-390B-0759-A8C0225F71A4}"/>
              </a:ext>
            </a:extLst>
          </p:cNvPr>
          <p:cNvGrpSpPr/>
          <p:nvPr/>
        </p:nvGrpSpPr>
        <p:grpSpPr>
          <a:xfrm>
            <a:off x="4355872" y="9892162"/>
            <a:ext cx="574919" cy="574915"/>
            <a:chOff x="0" y="0"/>
            <a:chExt cx="457200" cy="457200"/>
          </a:xfrm>
        </p:grpSpPr>
        <p:sp>
          <p:nvSpPr>
            <p:cNvPr id="134" name="任意形状 393">
              <a:extLst>
                <a:ext uri="{FF2B5EF4-FFF2-40B4-BE49-F238E27FC236}">
                  <a16:creationId xmlns:a16="http://schemas.microsoft.com/office/drawing/2014/main" id="{41EC58B4-0272-F21D-540F-E7D580520B2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5" name="任意形状 394">
              <a:extLst>
                <a:ext uri="{FF2B5EF4-FFF2-40B4-BE49-F238E27FC236}">
                  <a16:creationId xmlns:a16="http://schemas.microsoft.com/office/drawing/2014/main" id="{CA69A6A0-EB55-E85D-0BBC-A26BC0161088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36" name="成组">
            <a:extLst>
              <a:ext uri="{FF2B5EF4-FFF2-40B4-BE49-F238E27FC236}">
                <a16:creationId xmlns:a16="http://schemas.microsoft.com/office/drawing/2014/main" id="{F9F68410-D11A-C167-859E-212ECF89BEFB}"/>
              </a:ext>
            </a:extLst>
          </p:cNvPr>
          <p:cNvGrpSpPr/>
          <p:nvPr/>
        </p:nvGrpSpPr>
        <p:grpSpPr>
          <a:xfrm>
            <a:off x="7942622" y="9892162"/>
            <a:ext cx="574919" cy="574915"/>
            <a:chOff x="0" y="0"/>
            <a:chExt cx="457200" cy="457200"/>
          </a:xfrm>
        </p:grpSpPr>
        <p:sp>
          <p:nvSpPr>
            <p:cNvPr id="137" name="任意形状 399">
              <a:extLst>
                <a:ext uri="{FF2B5EF4-FFF2-40B4-BE49-F238E27FC236}">
                  <a16:creationId xmlns:a16="http://schemas.microsoft.com/office/drawing/2014/main" id="{793DA086-D2BE-CFB3-FFF1-D4348AFD3FD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8" name="任意形状 400">
              <a:extLst>
                <a:ext uri="{FF2B5EF4-FFF2-40B4-BE49-F238E27FC236}">
                  <a16:creationId xmlns:a16="http://schemas.microsoft.com/office/drawing/2014/main" id="{40D72F68-CBF5-01B5-8CE5-DE7DF9C7AEB2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39" name="成组">
            <a:extLst>
              <a:ext uri="{FF2B5EF4-FFF2-40B4-BE49-F238E27FC236}">
                <a16:creationId xmlns:a16="http://schemas.microsoft.com/office/drawing/2014/main" id="{1DAA81DD-79D7-EFE0-DC9A-D839BC75C6AB}"/>
              </a:ext>
            </a:extLst>
          </p:cNvPr>
          <p:cNvGrpSpPr/>
          <p:nvPr/>
        </p:nvGrpSpPr>
        <p:grpSpPr>
          <a:xfrm>
            <a:off x="15186476" y="9878328"/>
            <a:ext cx="574919" cy="574915"/>
            <a:chOff x="0" y="0"/>
            <a:chExt cx="457200" cy="457200"/>
          </a:xfrm>
        </p:grpSpPr>
        <p:sp>
          <p:nvSpPr>
            <p:cNvPr id="140" name="任意形状 477">
              <a:extLst>
                <a:ext uri="{FF2B5EF4-FFF2-40B4-BE49-F238E27FC236}">
                  <a16:creationId xmlns:a16="http://schemas.microsoft.com/office/drawing/2014/main" id="{99FC9812-0F54-04EA-C07D-27BA5D119C1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1" name="任意形状 478">
              <a:extLst>
                <a:ext uri="{FF2B5EF4-FFF2-40B4-BE49-F238E27FC236}">
                  <a16:creationId xmlns:a16="http://schemas.microsoft.com/office/drawing/2014/main" id="{70C0EC2B-2445-8AFF-C19A-B7B6076EEA97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42" name="成组">
            <a:extLst>
              <a:ext uri="{FF2B5EF4-FFF2-40B4-BE49-F238E27FC236}">
                <a16:creationId xmlns:a16="http://schemas.microsoft.com/office/drawing/2014/main" id="{E553B9B3-415D-63E0-ABBD-2F58D385D739}"/>
              </a:ext>
            </a:extLst>
          </p:cNvPr>
          <p:cNvGrpSpPr/>
          <p:nvPr/>
        </p:nvGrpSpPr>
        <p:grpSpPr>
          <a:xfrm>
            <a:off x="11558091" y="9892162"/>
            <a:ext cx="574919" cy="574915"/>
            <a:chOff x="0" y="0"/>
            <a:chExt cx="457200" cy="457200"/>
          </a:xfrm>
        </p:grpSpPr>
        <p:sp>
          <p:nvSpPr>
            <p:cNvPr id="143" name="任意形状 363">
              <a:extLst>
                <a:ext uri="{FF2B5EF4-FFF2-40B4-BE49-F238E27FC236}">
                  <a16:creationId xmlns:a16="http://schemas.microsoft.com/office/drawing/2014/main" id="{B42F9954-5D6C-DE1D-01DB-7D89FDC9874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4" name="任意形状 364">
              <a:extLst>
                <a:ext uri="{FF2B5EF4-FFF2-40B4-BE49-F238E27FC236}">
                  <a16:creationId xmlns:a16="http://schemas.microsoft.com/office/drawing/2014/main" id="{73FF4F01-8624-AE36-4F87-029F0D3DAF09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24619910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4665F9-C6E7-4149-8B91-CB74C45EFA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55044-0294-4A3D-B13D-F1E46AC9A4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sp>
        <p:nvSpPr>
          <p:cNvPr id="5" name="Freeform 743">
            <a:extLst>
              <a:ext uri="{FF2B5EF4-FFF2-40B4-BE49-F238E27FC236}">
                <a16:creationId xmlns:a16="http://schemas.microsoft.com/office/drawing/2014/main" id="{DADDF2EA-A53A-B2EB-56D6-4498BC8AF314}"/>
              </a:ext>
            </a:extLst>
          </p:cNvPr>
          <p:cNvSpPr>
            <a:spLocks/>
          </p:cNvSpPr>
          <p:nvPr/>
        </p:nvSpPr>
        <p:spPr bwMode="auto">
          <a:xfrm>
            <a:off x="17972206" y="3996443"/>
            <a:ext cx="3112422" cy="3574102"/>
          </a:xfrm>
          <a:custGeom>
            <a:avLst/>
            <a:gdLst>
              <a:gd name="T0" fmla="*/ 419 w 419"/>
              <a:gd name="T1" fmla="*/ 209 h 480"/>
              <a:gd name="T2" fmla="*/ 210 w 419"/>
              <a:gd name="T3" fmla="*/ 0 h 480"/>
              <a:gd name="T4" fmla="*/ 0 w 419"/>
              <a:gd name="T5" fmla="*/ 209 h 480"/>
              <a:gd name="T6" fmla="*/ 172 w 419"/>
              <a:gd name="T7" fmla="*/ 415 h 480"/>
              <a:gd name="T8" fmla="*/ 210 w 419"/>
              <a:gd name="T9" fmla="*/ 480 h 480"/>
              <a:gd name="T10" fmla="*/ 247 w 419"/>
              <a:gd name="T11" fmla="*/ 415 h 480"/>
              <a:gd name="T12" fmla="*/ 419 w 419"/>
              <a:gd name="T13" fmla="*/ 209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9" h="480">
                <a:moveTo>
                  <a:pt x="419" y="209"/>
                </a:moveTo>
                <a:cubicBezTo>
                  <a:pt x="419" y="93"/>
                  <a:pt x="325" y="0"/>
                  <a:pt x="210" y="0"/>
                </a:cubicBezTo>
                <a:cubicBezTo>
                  <a:pt x="94" y="0"/>
                  <a:pt x="0" y="93"/>
                  <a:pt x="0" y="209"/>
                </a:cubicBezTo>
                <a:cubicBezTo>
                  <a:pt x="0" y="311"/>
                  <a:pt x="74" y="397"/>
                  <a:pt x="172" y="415"/>
                </a:cubicBezTo>
                <a:cubicBezTo>
                  <a:pt x="210" y="480"/>
                  <a:pt x="210" y="480"/>
                  <a:pt x="210" y="480"/>
                </a:cubicBezTo>
                <a:cubicBezTo>
                  <a:pt x="247" y="415"/>
                  <a:pt x="247" y="415"/>
                  <a:pt x="247" y="415"/>
                </a:cubicBezTo>
                <a:cubicBezTo>
                  <a:pt x="345" y="397"/>
                  <a:pt x="419" y="311"/>
                  <a:pt x="419" y="20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" name="Freeform 744">
            <a:extLst>
              <a:ext uri="{FF2B5EF4-FFF2-40B4-BE49-F238E27FC236}">
                <a16:creationId xmlns:a16="http://schemas.microsoft.com/office/drawing/2014/main" id="{AC1596EB-C8AE-8ABE-E36E-13EEB11D0FA8}"/>
              </a:ext>
            </a:extLst>
          </p:cNvPr>
          <p:cNvSpPr>
            <a:spLocks/>
          </p:cNvSpPr>
          <p:nvPr/>
        </p:nvSpPr>
        <p:spPr bwMode="auto">
          <a:xfrm>
            <a:off x="14234788" y="3996443"/>
            <a:ext cx="3112422" cy="3574102"/>
          </a:xfrm>
          <a:custGeom>
            <a:avLst/>
            <a:gdLst>
              <a:gd name="T0" fmla="*/ 419 w 419"/>
              <a:gd name="T1" fmla="*/ 209 h 480"/>
              <a:gd name="T2" fmla="*/ 210 w 419"/>
              <a:gd name="T3" fmla="*/ 0 h 480"/>
              <a:gd name="T4" fmla="*/ 0 w 419"/>
              <a:gd name="T5" fmla="*/ 209 h 480"/>
              <a:gd name="T6" fmla="*/ 172 w 419"/>
              <a:gd name="T7" fmla="*/ 415 h 480"/>
              <a:gd name="T8" fmla="*/ 210 w 419"/>
              <a:gd name="T9" fmla="*/ 480 h 480"/>
              <a:gd name="T10" fmla="*/ 247 w 419"/>
              <a:gd name="T11" fmla="*/ 415 h 480"/>
              <a:gd name="T12" fmla="*/ 419 w 419"/>
              <a:gd name="T13" fmla="*/ 209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9" h="480">
                <a:moveTo>
                  <a:pt x="419" y="209"/>
                </a:moveTo>
                <a:cubicBezTo>
                  <a:pt x="419" y="93"/>
                  <a:pt x="325" y="0"/>
                  <a:pt x="210" y="0"/>
                </a:cubicBezTo>
                <a:cubicBezTo>
                  <a:pt x="94" y="0"/>
                  <a:pt x="0" y="93"/>
                  <a:pt x="0" y="209"/>
                </a:cubicBezTo>
                <a:cubicBezTo>
                  <a:pt x="0" y="311"/>
                  <a:pt x="74" y="397"/>
                  <a:pt x="172" y="415"/>
                </a:cubicBezTo>
                <a:cubicBezTo>
                  <a:pt x="210" y="480"/>
                  <a:pt x="210" y="480"/>
                  <a:pt x="210" y="480"/>
                </a:cubicBezTo>
                <a:cubicBezTo>
                  <a:pt x="247" y="415"/>
                  <a:pt x="247" y="415"/>
                  <a:pt x="247" y="415"/>
                </a:cubicBezTo>
                <a:cubicBezTo>
                  <a:pt x="345" y="397"/>
                  <a:pt x="419" y="311"/>
                  <a:pt x="419" y="20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7" name="Freeform 745">
            <a:extLst>
              <a:ext uri="{FF2B5EF4-FFF2-40B4-BE49-F238E27FC236}">
                <a16:creationId xmlns:a16="http://schemas.microsoft.com/office/drawing/2014/main" id="{F5CAA799-2133-5658-42A4-ECEDCD75C070}"/>
              </a:ext>
            </a:extLst>
          </p:cNvPr>
          <p:cNvSpPr>
            <a:spLocks/>
          </p:cNvSpPr>
          <p:nvPr/>
        </p:nvSpPr>
        <p:spPr bwMode="auto">
          <a:xfrm>
            <a:off x="10500513" y="3996443"/>
            <a:ext cx="3112422" cy="3574102"/>
          </a:xfrm>
          <a:custGeom>
            <a:avLst/>
            <a:gdLst>
              <a:gd name="T0" fmla="*/ 419 w 419"/>
              <a:gd name="T1" fmla="*/ 209 h 480"/>
              <a:gd name="T2" fmla="*/ 209 w 419"/>
              <a:gd name="T3" fmla="*/ 0 h 480"/>
              <a:gd name="T4" fmla="*/ 0 w 419"/>
              <a:gd name="T5" fmla="*/ 209 h 480"/>
              <a:gd name="T6" fmla="*/ 172 w 419"/>
              <a:gd name="T7" fmla="*/ 415 h 480"/>
              <a:gd name="T8" fmla="*/ 209 w 419"/>
              <a:gd name="T9" fmla="*/ 480 h 480"/>
              <a:gd name="T10" fmla="*/ 247 w 419"/>
              <a:gd name="T11" fmla="*/ 415 h 480"/>
              <a:gd name="T12" fmla="*/ 419 w 419"/>
              <a:gd name="T13" fmla="*/ 209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9" h="480">
                <a:moveTo>
                  <a:pt x="419" y="209"/>
                </a:moveTo>
                <a:cubicBezTo>
                  <a:pt x="419" y="93"/>
                  <a:pt x="325" y="0"/>
                  <a:pt x="209" y="0"/>
                </a:cubicBezTo>
                <a:cubicBezTo>
                  <a:pt x="94" y="0"/>
                  <a:pt x="0" y="93"/>
                  <a:pt x="0" y="209"/>
                </a:cubicBezTo>
                <a:cubicBezTo>
                  <a:pt x="0" y="311"/>
                  <a:pt x="74" y="397"/>
                  <a:pt x="172" y="415"/>
                </a:cubicBezTo>
                <a:cubicBezTo>
                  <a:pt x="209" y="480"/>
                  <a:pt x="209" y="480"/>
                  <a:pt x="209" y="480"/>
                </a:cubicBezTo>
                <a:cubicBezTo>
                  <a:pt x="247" y="415"/>
                  <a:pt x="247" y="415"/>
                  <a:pt x="247" y="415"/>
                </a:cubicBezTo>
                <a:cubicBezTo>
                  <a:pt x="345" y="397"/>
                  <a:pt x="419" y="311"/>
                  <a:pt x="419" y="20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8" name="Freeform 746">
            <a:extLst>
              <a:ext uri="{FF2B5EF4-FFF2-40B4-BE49-F238E27FC236}">
                <a16:creationId xmlns:a16="http://schemas.microsoft.com/office/drawing/2014/main" id="{AEBE0F11-E638-4703-BF61-76771CE68E2B}"/>
              </a:ext>
            </a:extLst>
          </p:cNvPr>
          <p:cNvSpPr>
            <a:spLocks/>
          </p:cNvSpPr>
          <p:nvPr/>
        </p:nvSpPr>
        <p:spPr bwMode="auto">
          <a:xfrm>
            <a:off x="6763095" y="3996443"/>
            <a:ext cx="3112422" cy="3574102"/>
          </a:xfrm>
          <a:custGeom>
            <a:avLst/>
            <a:gdLst>
              <a:gd name="T0" fmla="*/ 419 w 419"/>
              <a:gd name="T1" fmla="*/ 209 h 480"/>
              <a:gd name="T2" fmla="*/ 209 w 419"/>
              <a:gd name="T3" fmla="*/ 0 h 480"/>
              <a:gd name="T4" fmla="*/ 0 w 419"/>
              <a:gd name="T5" fmla="*/ 209 h 480"/>
              <a:gd name="T6" fmla="*/ 172 w 419"/>
              <a:gd name="T7" fmla="*/ 415 h 480"/>
              <a:gd name="T8" fmla="*/ 209 w 419"/>
              <a:gd name="T9" fmla="*/ 480 h 480"/>
              <a:gd name="T10" fmla="*/ 247 w 419"/>
              <a:gd name="T11" fmla="*/ 415 h 480"/>
              <a:gd name="T12" fmla="*/ 419 w 419"/>
              <a:gd name="T13" fmla="*/ 209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9" h="480">
                <a:moveTo>
                  <a:pt x="419" y="209"/>
                </a:moveTo>
                <a:cubicBezTo>
                  <a:pt x="419" y="93"/>
                  <a:pt x="325" y="0"/>
                  <a:pt x="209" y="0"/>
                </a:cubicBezTo>
                <a:cubicBezTo>
                  <a:pt x="94" y="0"/>
                  <a:pt x="0" y="93"/>
                  <a:pt x="0" y="209"/>
                </a:cubicBezTo>
                <a:cubicBezTo>
                  <a:pt x="0" y="311"/>
                  <a:pt x="74" y="397"/>
                  <a:pt x="172" y="415"/>
                </a:cubicBezTo>
                <a:cubicBezTo>
                  <a:pt x="209" y="480"/>
                  <a:pt x="209" y="480"/>
                  <a:pt x="209" y="480"/>
                </a:cubicBezTo>
                <a:cubicBezTo>
                  <a:pt x="247" y="415"/>
                  <a:pt x="247" y="415"/>
                  <a:pt x="247" y="415"/>
                </a:cubicBezTo>
                <a:cubicBezTo>
                  <a:pt x="345" y="397"/>
                  <a:pt x="419" y="311"/>
                  <a:pt x="419" y="20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9" name="Freeform 747">
            <a:extLst>
              <a:ext uri="{FF2B5EF4-FFF2-40B4-BE49-F238E27FC236}">
                <a16:creationId xmlns:a16="http://schemas.microsoft.com/office/drawing/2014/main" id="{586BBA12-2AB8-111D-E6C0-0AD30D2A3399}"/>
              </a:ext>
            </a:extLst>
          </p:cNvPr>
          <p:cNvSpPr>
            <a:spLocks/>
          </p:cNvSpPr>
          <p:nvPr/>
        </p:nvSpPr>
        <p:spPr bwMode="auto">
          <a:xfrm>
            <a:off x="3028818" y="3996443"/>
            <a:ext cx="3112422" cy="3574102"/>
          </a:xfrm>
          <a:custGeom>
            <a:avLst/>
            <a:gdLst>
              <a:gd name="T0" fmla="*/ 419 w 419"/>
              <a:gd name="T1" fmla="*/ 209 h 480"/>
              <a:gd name="T2" fmla="*/ 209 w 419"/>
              <a:gd name="T3" fmla="*/ 0 h 480"/>
              <a:gd name="T4" fmla="*/ 0 w 419"/>
              <a:gd name="T5" fmla="*/ 209 h 480"/>
              <a:gd name="T6" fmla="*/ 172 w 419"/>
              <a:gd name="T7" fmla="*/ 415 h 480"/>
              <a:gd name="T8" fmla="*/ 209 w 419"/>
              <a:gd name="T9" fmla="*/ 480 h 480"/>
              <a:gd name="T10" fmla="*/ 247 w 419"/>
              <a:gd name="T11" fmla="*/ 415 h 480"/>
              <a:gd name="T12" fmla="*/ 419 w 419"/>
              <a:gd name="T13" fmla="*/ 209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9" h="480">
                <a:moveTo>
                  <a:pt x="419" y="209"/>
                </a:moveTo>
                <a:cubicBezTo>
                  <a:pt x="419" y="93"/>
                  <a:pt x="325" y="0"/>
                  <a:pt x="209" y="0"/>
                </a:cubicBezTo>
                <a:cubicBezTo>
                  <a:pt x="94" y="0"/>
                  <a:pt x="0" y="93"/>
                  <a:pt x="0" y="209"/>
                </a:cubicBezTo>
                <a:cubicBezTo>
                  <a:pt x="0" y="311"/>
                  <a:pt x="74" y="397"/>
                  <a:pt x="172" y="415"/>
                </a:cubicBezTo>
                <a:cubicBezTo>
                  <a:pt x="209" y="480"/>
                  <a:pt x="209" y="480"/>
                  <a:pt x="209" y="480"/>
                </a:cubicBezTo>
                <a:cubicBezTo>
                  <a:pt x="247" y="415"/>
                  <a:pt x="247" y="415"/>
                  <a:pt x="247" y="415"/>
                </a:cubicBezTo>
                <a:cubicBezTo>
                  <a:pt x="345" y="397"/>
                  <a:pt x="419" y="311"/>
                  <a:pt x="419" y="2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 dirty="0"/>
          </a:p>
        </p:txBody>
      </p:sp>
      <p:grpSp>
        <p:nvGrpSpPr>
          <p:cNvPr id="10" name="Группа 7">
            <a:extLst>
              <a:ext uri="{FF2B5EF4-FFF2-40B4-BE49-F238E27FC236}">
                <a16:creationId xmlns:a16="http://schemas.microsoft.com/office/drawing/2014/main" id="{7286D2BB-303B-4986-8660-8152DFA1A7F6}"/>
              </a:ext>
            </a:extLst>
          </p:cNvPr>
          <p:cNvGrpSpPr/>
          <p:nvPr/>
        </p:nvGrpSpPr>
        <p:grpSpPr>
          <a:xfrm>
            <a:off x="3487358" y="4458123"/>
            <a:ext cx="17135589" cy="2189058"/>
            <a:chOff x="1933575" y="2257425"/>
            <a:chExt cx="8661401" cy="1106487"/>
          </a:xfrm>
          <a:effectLst>
            <a:outerShdw blurRad="127000" dist="88900" dir="2700000" algn="tl" rotWithShape="0">
              <a:prstClr val="black">
                <a:alpha val="49000"/>
              </a:prstClr>
            </a:outerShdw>
          </a:effectLst>
        </p:grpSpPr>
        <p:sp>
          <p:nvSpPr>
            <p:cNvPr id="11" name="Oval 748">
              <a:extLst>
                <a:ext uri="{FF2B5EF4-FFF2-40B4-BE49-F238E27FC236}">
                  <a16:creationId xmlns:a16="http://schemas.microsoft.com/office/drawing/2014/main" id="{905FC8F6-0A25-8C9B-C583-FDB418D89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8" y="2257425"/>
              <a:ext cx="1106488" cy="11064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2" name="Oval 749">
              <a:extLst>
                <a:ext uri="{FF2B5EF4-FFF2-40B4-BE49-F238E27FC236}">
                  <a16:creationId xmlns:a16="http://schemas.microsoft.com/office/drawing/2014/main" id="{89AE3B2E-15D4-8A0D-479C-E7BB19C42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9363" y="2257425"/>
              <a:ext cx="1108075" cy="11064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3" name="Oval 750">
              <a:extLst>
                <a:ext uri="{FF2B5EF4-FFF2-40B4-BE49-F238E27FC236}">
                  <a16:creationId xmlns:a16="http://schemas.microsoft.com/office/drawing/2014/main" id="{0225065E-0DBC-5F85-CC02-4CC7CF15E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0238" y="2257425"/>
              <a:ext cx="1108075" cy="11064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4" name="Oval 751">
              <a:extLst>
                <a:ext uri="{FF2B5EF4-FFF2-40B4-BE49-F238E27FC236}">
                  <a16:creationId xmlns:a16="http://schemas.microsoft.com/office/drawing/2014/main" id="{E6E5AD2F-E197-E944-F871-04D153A8E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2700" y="2257425"/>
              <a:ext cx="1108075" cy="11064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15" name="Oval 752">
              <a:extLst>
                <a:ext uri="{FF2B5EF4-FFF2-40B4-BE49-F238E27FC236}">
                  <a16:creationId xmlns:a16="http://schemas.microsoft.com/office/drawing/2014/main" id="{3D4C3A76-84C9-828B-1216-96FFCB3A5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75" y="2257425"/>
              <a:ext cx="1108075" cy="110648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7" name="Группа 14">
            <a:extLst>
              <a:ext uri="{FF2B5EF4-FFF2-40B4-BE49-F238E27FC236}">
                <a16:creationId xmlns:a16="http://schemas.microsoft.com/office/drawing/2014/main" id="{CADB576F-11DC-3983-B83D-7B79BA9FF215}"/>
              </a:ext>
            </a:extLst>
          </p:cNvPr>
          <p:cNvGrpSpPr/>
          <p:nvPr/>
        </p:nvGrpSpPr>
        <p:grpSpPr>
          <a:xfrm>
            <a:off x="19473453" y="8613252"/>
            <a:ext cx="103644" cy="1190319"/>
            <a:chOff x="10013950" y="4357688"/>
            <a:chExt cx="52388" cy="601662"/>
          </a:xfrm>
          <a:solidFill>
            <a:schemeClr val="accent5">
              <a:lumMod val="75000"/>
            </a:schemeClr>
          </a:solidFill>
        </p:grpSpPr>
        <p:sp>
          <p:nvSpPr>
            <p:cNvPr id="34" name="Freeform 753">
              <a:extLst>
                <a:ext uri="{FF2B5EF4-FFF2-40B4-BE49-F238E27FC236}">
                  <a16:creationId xmlns:a16="http://schemas.microsoft.com/office/drawing/2014/main" id="{11D690BE-21E0-822B-05C1-E295D5D6DB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3950" y="4902200"/>
              <a:ext cx="52388" cy="57150"/>
            </a:xfrm>
            <a:custGeom>
              <a:avLst/>
              <a:gdLst>
                <a:gd name="T0" fmla="*/ 7 w 14"/>
                <a:gd name="T1" fmla="*/ 15 h 15"/>
                <a:gd name="T2" fmla="*/ 2 w 14"/>
                <a:gd name="T3" fmla="*/ 13 h 15"/>
                <a:gd name="T4" fmla="*/ 0 w 14"/>
                <a:gd name="T5" fmla="*/ 8 h 15"/>
                <a:gd name="T6" fmla="*/ 2 w 14"/>
                <a:gd name="T7" fmla="*/ 3 h 15"/>
                <a:gd name="T8" fmla="*/ 12 w 14"/>
                <a:gd name="T9" fmla="*/ 3 h 15"/>
                <a:gd name="T10" fmla="*/ 14 w 14"/>
                <a:gd name="T11" fmla="*/ 8 h 15"/>
                <a:gd name="T12" fmla="*/ 12 w 14"/>
                <a:gd name="T13" fmla="*/ 13 h 15"/>
                <a:gd name="T14" fmla="*/ 7 w 14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5">
                  <a:moveTo>
                    <a:pt x="7" y="15"/>
                  </a:moveTo>
                  <a:cubicBezTo>
                    <a:pt x="5" y="15"/>
                    <a:pt x="3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9" y="0"/>
                    <a:pt x="12" y="3"/>
                  </a:cubicBezTo>
                  <a:cubicBezTo>
                    <a:pt x="13" y="4"/>
                    <a:pt x="14" y="6"/>
                    <a:pt x="14" y="8"/>
                  </a:cubicBezTo>
                  <a:cubicBezTo>
                    <a:pt x="14" y="10"/>
                    <a:pt x="13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5" name="Freeform 754">
              <a:extLst>
                <a:ext uri="{FF2B5EF4-FFF2-40B4-BE49-F238E27FC236}">
                  <a16:creationId xmlns:a16="http://schemas.microsoft.com/office/drawing/2014/main" id="{D7E5EBFC-2B29-14FB-CDDA-7E80BE1424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13950" y="4470400"/>
              <a:ext cx="52388" cy="379412"/>
            </a:xfrm>
            <a:custGeom>
              <a:avLst/>
              <a:gdLst>
                <a:gd name="T0" fmla="*/ 0 w 14"/>
                <a:gd name="T1" fmla="*/ 94 h 101"/>
                <a:gd name="T2" fmla="*/ 7 w 14"/>
                <a:gd name="T3" fmla="*/ 87 h 101"/>
                <a:gd name="T4" fmla="*/ 7 w 14"/>
                <a:gd name="T5" fmla="*/ 87 h 101"/>
                <a:gd name="T6" fmla="*/ 14 w 14"/>
                <a:gd name="T7" fmla="*/ 94 h 101"/>
                <a:gd name="T8" fmla="*/ 14 w 14"/>
                <a:gd name="T9" fmla="*/ 94 h 101"/>
                <a:gd name="T10" fmla="*/ 7 w 14"/>
                <a:gd name="T11" fmla="*/ 101 h 101"/>
                <a:gd name="T12" fmla="*/ 7 w 14"/>
                <a:gd name="T13" fmla="*/ 101 h 101"/>
                <a:gd name="T14" fmla="*/ 0 w 14"/>
                <a:gd name="T15" fmla="*/ 94 h 101"/>
                <a:gd name="T16" fmla="*/ 0 w 14"/>
                <a:gd name="T17" fmla="*/ 65 h 101"/>
                <a:gd name="T18" fmla="*/ 7 w 14"/>
                <a:gd name="T19" fmla="*/ 58 h 101"/>
                <a:gd name="T20" fmla="*/ 7 w 14"/>
                <a:gd name="T21" fmla="*/ 58 h 101"/>
                <a:gd name="T22" fmla="*/ 14 w 14"/>
                <a:gd name="T23" fmla="*/ 65 h 101"/>
                <a:gd name="T24" fmla="*/ 14 w 14"/>
                <a:gd name="T25" fmla="*/ 65 h 101"/>
                <a:gd name="T26" fmla="*/ 7 w 14"/>
                <a:gd name="T27" fmla="*/ 72 h 101"/>
                <a:gd name="T28" fmla="*/ 7 w 14"/>
                <a:gd name="T29" fmla="*/ 72 h 101"/>
                <a:gd name="T30" fmla="*/ 0 w 14"/>
                <a:gd name="T31" fmla="*/ 65 h 101"/>
                <a:gd name="T32" fmla="*/ 0 w 14"/>
                <a:gd name="T33" fmla="*/ 36 h 101"/>
                <a:gd name="T34" fmla="*/ 7 w 14"/>
                <a:gd name="T35" fmla="*/ 29 h 101"/>
                <a:gd name="T36" fmla="*/ 7 w 14"/>
                <a:gd name="T37" fmla="*/ 29 h 101"/>
                <a:gd name="T38" fmla="*/ 14 w 14"/>
                <a:gd name="T39" fmla="*/ 36 h 101"/>
                <a:gd name="T40" fmla="*/ 14 w 14"/>
                <a:gd name="T41" fmla="*/ 36 h 101"/>
                <a:gd name="T42" fmla="*/ 7 w 14"/>
                <a:gd name="T43" fmla="*/ 43 h 101"/>
                <a:gd name="T44" fmla="*/ 7 w 14"/>
                <a:gd name="T45" fmla="*/ 43 h 101"/>
                <a:gd name="T46" fmla="*/ 0 w 14"/>
                <a:gd name="T47" fmla="*/ 36 h 101"/>
                <a:gd name="T48" fmla="*/ 0 w 14"/>
                <a:gd name="T49" fmla="*/ 7 h 101"/>
                <a:gd name="T50" fmla="*/ 7 w 14"/>
                <a:gd name="T51" fmla="*/ 0 h 101"/>
                <a:gd name="T52" fmla="*/ 7 w 14"/>
                <a:gd name="T53" fmla="*/ 0 h 101"/>
                <a:gd name="T54" fmla="*/ 14 w 14"/>
                <a:gd name="T55" fmla="*/ 7 h 101"/>
                <a:gd name="T56" fmla="*/ 14 w 14"/>
                <a:gd name="T57" fmla="*/ 7 h 101"/>
                <a:gd name="T58" fmla="*/ 7 w 14"/>
                <a:gd name="T59" fmla="*/ 14 h 101"/>
                <a:gd name="T60" fmla="*/ 7 w 14"/>
                <a:gd name="T61" fmla="*/ 14 h 101"/>
                <a:gd name="T62" fmla="*/ 0 w 14"/>
                <a:gd name="T63" fmla="*/ 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" h="101">
                  <a:moveTo>
                    <a:pt x="0" y="94"/>
                  </a:moveTo>
                  <a:cubicBezTo>
                    <a:pt x="0" y="90"/>
                    <a:pt x="3" y="87"/>
                    <a:pt x="7" y="8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11" y="87"/>
                    <a:pt x="14" y="90"/>
                    <a:pt x="14" y="94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4" y="98"/>
                    <a:pt x="11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3" y="101"/>
                    <a:pt x="0" y="98"/>
                    <a:pt x="0" y="94"/>
                  </a:cubicBezTo>
                  <a:close/>
                  <a:moveTo>
                    <a:pt x="0" y="65"/>
                  </a:moveTo>
                  <a:cubicBezTo>
                    <a:pt x="0" y="61"/>
                    <a:pt x="3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11" y="58"/>
                    <a:pt x="14" y="61"/>
                    <a:pt x="14" y="65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4" y="69"/>
                    <a:pt x="11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3" y="72"/>
                    <a:pt x="0" y="69"/>
                    <a:pt x="0" y="65"/>
                  </a:cubicBezTo>
                  <a:close/>
                  <a:moveTo>
                    <a:pt x="0" y="36"/>
                  </a:moveTo>
                  <a:cubicBezTo>
                    <a:pt x="0" y="32"/>
                    <a:pt x="3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1" y="29"/>
                    <a:pt x="14" y="32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40"/>
                    <a:pt x="11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3" y="43"/>
                    <a:pt x="0" y="40"/>
                    <a:pt x="0" y="36"/>
                  </a:cubicBezTo>
                  <a:close/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3" y="14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6" name="Freeform 755">
              <a:extLst>
                <a:ext uri="{FF2B5EF4-FFF2-40B4-BE49-F238E27FC236}">
                  <a16:creationId xmlns:a16="http://schemas.microsoft.com/office/drawing/2014/main" id="{934A492F-13E0-4C04-85AD-6E350357F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3950" y="4357688"/>
              <a:ext cx="52388" cy="55562"/>
            </a:xfrm>
            <a:custGeom>
              <a:avLst/>
              <a:gdLst>
                <a:gd name="T0" fmla="*/ 7 w 14"/>
                <a:gd name="T1" fmla="*/ 15 h 15"/>
                <a:gd name="T2" fmla="*/ 2 w 14"/>
                <a:gd name="T3" fmla="*/ 13 h 15"/>
                <a:gd name="T4" fmla="*/ 0 w 14"/>
                <a:gd name="T5" fmla="*/ 8 h 15"/>
                <a:gd name="T6" fmla="*/ 2 w 14"/>
                <a:gd name="T7" fmla="*/ 3 h 15"/>
                <a:gd name="T8" fmla="*/ 12 w 14"/>
                <a:gd name="T9" fmla="*/ 3 h 15"/>
                <a:gd name="T10" fmla="*/ 14 w 14"/>
                <a:gd name="T11" fmla="*/ 8 h 15"/>
                <a:gd name="T12" fmla="*/ 12 w 14"/>
                <a:gd name="T13" fmla="*/ 13 h 15"/>
                <a:gd name="T14" fmla="*/ 7 w 14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5">
                  <a:moveTo>
                    <a:pt x="7" y="15"/>
                  </a:moveTo>
                  <a:cubicBezTo>
                    <a:pt x="5" y="15"/>
                    <a:pt x="3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9" y="0"/>
                    <a:pt x="12" y="3"/>
                  </a:cubicBezTo>
                  <a:cubicBezTo>
                    <a:pt x="13" y="4"/>
                    <a:pt x="14" y="6"/>
                    <a:pt x="14" y="8"/>
                  </a:cubicBezTo>
                  <a:cubicBezTo>
                    <a:pt x="14" y="10"/>
                    <a:pt x="13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8" name="Группа 15">
            <a:extLst>
              <a:ext uri="{FF2B5EF4-FFF2-40B4-BE49-F238E27FC236}">
                <a16:creationId xmlns:a16="http://schemas.microsoft.com/office/drawing/2014/main" id="{90F5FD5E-E180-94BD-C83F-C35CA001B5AA}"/>
              </a:ext>
            </a:extLst>
          </p:cNvPr>
          <p:cNvGrpSpPr/>
          <p:nvPr/>
        </p:nvGrpSpPr>
        <p:grpSpPr>
          <a:xfrm>
            <a:off x="15736036" y="8613252"/>
            <a:ext cx="113065" cy="1190319"/>
            <a:chOff x="8124825" y="4357688"/>
            <a:chExt cx="57150" cy="601662"/>
          </a:xfrm>
          <a:solidFill>
            <a:schemeClr val="accent4"/>
          </a:solidFill>
        </p:grpSpPr>
        <p:sp>
          <p:nvSpPr>
            <p:cNvPr id="31" name="Freeform 756">
              <a:extLst>
                <a:ext uri="{FF2B5EF4-FFF2-40B4-BE49-F238E27FC236}">
                  <a16:creationId xmlns:a16="http://schemas.microsoft.com/office/drawing/2014/main" id="{341277CF-3B0F-55BD-25A7-D540E4EB4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4825" y="4902200"/>
              <a:ext cx="57150" cy="57150"/>
            </a:xfrm>
            <a:custGeom>
              <a:avLst/>
              <a:gdLst>
                <a:gd name="T0" fmla="*/ 8 w 15"/>
                <a:gd name="T1" fmla="*/ 15 h 15"/>
                <a:gd name="T2" fmla="*/ 3 w 15"/>
                <a:gd name="T3" fmla="*/ 13 h 15"/>
                <a:gd name="T4" fmla="*/ 0 w 15"/>
                <a:gd name="T5" fmla="*/ 8 h 15"/>
                <a:gd name="T6" fmla="*/ 3 w 15"/>
                <a:gd name="T7" fmla="*/ 3 h 15"/>
                <a:gd name="T8" fmla="*/ 13 w 15"/>
                <a:gd name="T9" fmla="*/ 3 h 15"/>
                <a:gd name="T10" fmla="*/ 15 w 15"/>
                <a:gd name="T11" fmla="*/ 8 h 15"/>
                <a:gd name="T12" fmla="*/ 12 w 15"/>
                <a:gd name="T13" fmla="*/ 13 h 15"/>
                <a:gd name="T14" fmla="*/ 8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8" y="15"/>
                  </a:moveTo>
                  <a:cubicBezTo>
                    <a:pt x="6" y="15"/>
                    <a:pt x="4" y="14"/>
                    <a:pt x="3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3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2" y="13"/>
                  </a:cubicBezTo>
                  <a:cubicBezTo>
                    <a:pt x="11" y="14"/>
                    <a:pt x="9" y="15"/>
                    <a:pt x="8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2" name="Freeform 757">
              <a:extLst>
                <a:ext uri="{FF2B5EF4-FFF2-40B4-BE49-F238E27FC236}">
                  <a16:creationId xmlns:a16="http://schemas.microsoft.com/office/drawing/2014/main" id="{6D6996D5-1007-4BC3-49E1-26A8947E43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24825" y="4470400"/>
              <a:ext cx="57150" cy="379412"/>
            </a:xfrm>
            <a:custGeom>
              <a:avLst/>
              <a:gdLst>
                <a:gd name="T0" fmla="*/ 0 w 15"/>
                <a:gd name="T1" fmla="*/ 94 h 101"/>
                <a:gd name="T2" fmla="*/ 8 w 15"/>
                <a:gd name="T3" fmla="*/ 87 h 101"/>
                <a:gd name="T4" fmla="*/ 8 w 15"/>
                <a:gd name="T5" fmla="*/ 87 h 101"/>
                <a:gd name="T6" fmla="*/ 15 w 15"/>
                <a:gd name="T7" fmla="*/ 94 h 101"/>
                <a:gd name="T8" fmla="*/ 15 w 15"/>
                <a:gd name="T9" fmla="*/ 94 h 101"/>
                <a:gd name="T10" fmla="*/ 8 w 15"/>
                <a:gd name="T11" fmla="*/ 101 h 101"/>
                <a:gd name="T12" fmla="*/ 8 w 15"/>
                <a:gd name="T13" fmla="*/ 101 h 101"/>
                <a:gd name="T14" fmla="*/ 0 w 15"/>
                <a:gd name="T15" fmla="*/ 94 h 101"/>
                <a:gd name="T16" fmla="*/ 0 w 15"/>
                <a:gd name="T17" fmla="*/ 65 h 101"/>
                <a:gd name="T18" fmla="*/ 8 w 15"/>
                <a:gd name="T19" fmla="*/ 58 h 101"/>
                <a:gd name="T20" fmla="*/ 8 w 15"/>
                <a:gd name="T21" fmla="*/ 58 h 101"/>
                <a:gd name="T22" fmla="*/ 15 w 15"/>
                <a:gd name="T23" fmla="*/ 65 h 101"/>
                <a:gd name="T24" fmla="*/ 15 w 15"/>
                <a:gd name="T25" fmla="*/ 65 h 101"/>
                <a:gd name="T26" fmla="*/ 8 w 15"/>
                <a:gd name="T27" fmla="*/ 72 h 101"/>
                <a:gd name="T28" fmla="*/ 8 w 15"/>
                <a:gd name="T29" fmla="*/ 72 h 101"/>
                <a:gd name="T30" fmla="*/ 0 w 15"/>
                <a:gd name="T31" fmla="*/ 65 h 101"/>
                <a:gd name="T32" fmla="*/ 0 w 15"/>
                <a:gd name="T33" fmla="*/ 36 h 101"/>
                <a:gd name="T34" fmla="*/ 8 w 15"/>
                <a:gd name="T35" fmla="*/ 29 h 101"/>
                <a:gd name="T36" fmla="*/ 8 w 15"/>
                <a:gd name="T37" fmla="*/ 29 h 101"/>
                <a:gd name="T38" fmla="*/ 15 w 15"/>
                <a:gd name="T39" fmla="*/ 36 h 101"/>
                <a:gd name="T40" fmla="*/ 15 w 15"/>
                <a:gd name="T41" fmla="*/ 36 h 101"/>
                <a:gd name="T42" fmla="*/ 8 w 15"/>
                <a:gd name="T43" fmla="*/ 43 h 101"/>
                <a:gd name="T44" fmla="*/ 8 w 15"/>
                <a:gd name="T45" fmla="*/ 43 h 101"/>
                <a:gd name="T46" fmla="*/ 0 w 15"/>
                <a:gd name="T47" fmla="*/ 36 h 101"/>
                <a:gd name="T48" fmla="*/ 0 w 15"/>
                <a:gd name="T49" fmla="*/ 7 h 101"/>
                <a:gd name="T50" fmla="*/ 8 w 15"/>
                <a:gd name="T51" fmla="*/ 0 h 101"/>
                <a:gd name="T52" fmla="*/ 8 w 15"/>
                <a:gd name="T53" fmla="*/ 0 h 101"/>
                <a:gd name="T54" fmla="*/ 15 w 15"/>
                <a:gd name="T55" fmla="*/ 7 h 101"/>
                <a:gd name="T56" fmla="*/ 15 w 15"/>
                <a:gd name="T57" fmla="*/ 7 h 101"/>
                <a:gd name="T58" fmla="*/ 8 w 15"/>
                <a:gd name="T59" fmla="*/ 14 h 101"/>
                <a:gd name="T60" fmla="*/ 8 w 15"/>
                <a:gd name="T61" fmla="*/ 14 h 101"/>
                <a:gd name="T62" fmla="*/ 0 w 15"/>
                <a:gd name="T63" fmla="*/ 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" h="101">
                  <a:moveTo>
                    <a:pt x="0" y="94"/>
                  </a:moveTo>
                  <a:cubicBezTo>
                    <a:pt x="0" y="90"/>
                    <a:pt x="4" y="87"/>
                    <a:pt x="8" y="87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11" y="87"/>
                    <a:pt x="15" y="90"/>
                    <a:pt x="15" y="94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8"/>
                    <a:pt x="11" y="101"/>
                    <a:pt x="8" y="101"/>
                  </a:cubicBezTo>
                  <a:cubicBezTo>
                    <a:pt x="8" y="101"/>
                    <a:pt x="8" y="101"/>
                    <a:pt x="8" y="101"/>
                  </a:cubicBezTo>
                  <a:cubicBezTo>
                    <a:pt x="4" y="101"/>
                    <a:pt x="0" y="98"/>
                    <a:pt x="0" y="94"/>
                  </a:cubicBezTo>
                  <a:close/>
                  <a:moveTo>
                    <a:pt x="0" y="65"/>
                  </a:moveTo>
                  <a:cubicBezTo>
                    <a:pt x="0" y="61"/>
                    <a:pt x="4" y="58"/>
                    <a:pt x="8" y="58"/>
                  </a:cubicBezTo>
                  <a:cubicBezTo>
                    <a:pt x="8" y="58"/>
                    <a:pt x="8" y="58"/>
                    <a:pt x="8" y="58"/>
                  </a:cubicBezTo>
                  <a:cubicBezTo>
                    <a:pt x="11" y="58"/>
                    <a:pt x="15" y="61"/>
                    <a:pt x="15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5" y="69"/>
                    <a:pt x="11" y="72"/>
                    <a:pt x="8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4" y="72"/>
                    <a:pt x="0" y="69"/>
                    <a:pt x="0" y="65"/>
                  </a:cubicBezTo>
                  <a:close/>
                  <a:moveTo>
                    <a:pt x="0" y="36"/>
                  </a:moveTo>
                  <a:cubicBezTo>
                    <a:pt x="0" y="32"/>
                    <a:pt x="4" y="29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11" y="29"/>
                    <a:pt x="15" y="32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40"/>
                    <a:pt x="11" y="43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4" y="43"/>
                    <a:pt x="0" y="40"/>
                    <a:pt x="0" y="36"/>
                  </a:cubicBezTo>
                  <a:close/>
                  <a:moveTo>
                    <a:pt x="0" y="7"/>
                  </a:moveTo>
                  <a:cubicBezTo>
                    <a:pt x="0" y="3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1" y="14"/>
                    <a:pt x="8" y="14"/>
                  </a:cubicBezTo>
                  <a:cubicBezTo>
                    <a:pt x="8" y="14"/>
                    <a:pt x="8" y="14"/>
                    <a:pt x="8" y="14"/>
                  </a:cubicBezTo>
                  <a:cubicBezTo>
                    <a:pt x="4" y="14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3" name="Freeform 758">
              <a:extLst>
                <a:ext uri="{FF2B5EF4-FFF2-40B4-BE49-F238E27FC236}">
                  <a16:creationId xmlns:a16="http://schemas.microsoft.com/office/drawing/2014/main" id="{9F805620-044E-7E7C-9D3C-A6E7DA055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4825" y="4357688"/>
              <a:ext cx="57150" cy="55562"/>
            </a:xfrm>
            <a:custGeom>
              <a:avLst/>
              <a:gdLst>
                <a:gd name="T0" fmla="*/ 8 w 15"/>
                <a:gd name="T1" fmla="*/ 15 h 15"/>
                <a:gd name="T2" fmla="*/ 3 w 15"/>
                <a:gd name="T3" fmla="*/ 13 h 15"/>
                <a:gd name="T4" fmla="*/ 0 w 15"/>
                <a:gd name="T5" fmla="*/ 8 h 15"/>
                <a:gd name="T6" fmla="*/ 3 w 15"/>
                <a:gd name="T7" fmla="*/ 3 h 15"/>
                <a:gd name="T8" fmla="*/ 12 w 15"/>
                <a:gd name="T9" fmla="*/ 3 h 15"/>
                <a:gd name="T10" fmla="*/ 15 w 15"/>
                <a:gd name="T11" fmla="*/ 8 h 15"/>
                <a:gd name="T12" fmla="*/ 12 w 15"/>
                <a:gd name="T13" fmla="*/ 13 h 15"/>
                <a:gd name="T14" fmla="*/ 8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8" y="15"/>
                  </a:moveTo>
                  <a:cubicBezTo>
                    <a:pt x="6" y="15"/>
                    <a:pt x="4" y="14"/>
                    <a:pt x="3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3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2" y="13"/>
                  </a:cubicBezTo>
                  <a:cubicBezTo>
                    <a:pt x="11" y="14"/>
                    <a:pt x="9" y="15"/>
                    <a:pt x="8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9" name="Группа 16">
            <a:extLst>
              <a:ext uri="{FF2B5EF4-FFF2-40B4-BE49-F238E27FC236}">
                <a16:creationId xmlns:a16="http://schemas.microsoft.com/office/drawing/2014/main" id="{A8B1BF96-36A4-64CE-61EF-49548998E616}"/>
              </a:ext>
            </a:extLst>
          </p:cNvPr>
          <p:cNvGrpSpPr/>
          <p:nvPr/>
        </p:nvGrpSpPr>
        <p:grpSpPr>
          <a:xfrm>
            <a:off x="12001761" y="8613252"/>
            <a:ext cx="109925" cy="1190319"/>
            <a:chOff x="6237288" y="4357688"/>
            <a:chExt cx="55563" cy="601662"/>
          </a:xfrm>
          <a:solidFill>
            <a:schemeClr val="accent3"/>
          </a:solidFill>
        </p:grpSpPr>
        <p:sp>
          <p:nvSpPr>
            <p:cNvPr id="28" name="Freeform 759">
              <a:extLst>
                <a:ext uri="{FF2B5EF4-FFF2-40B4-BE49-F238E27FC236}">
                  <a16:creationId xmlns:a16="http://schemas.microsoft.com/office/drawing/2014/main" id="{D5072EE6-4807-5FB8-1C6E-F3AC2D056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7288" y="4902200"/>
              <a:ext cx="55563" cy="57150"/>
            </a:xfrm>
            <a:custGeom>
              <a:avLst/>
              <a:gdLst>
                <a:gd name="T0" fmla="*/ 7 w 15"/>
                <a:gd name="T1" fmla="*/ 15 h 15"/>
                <a:gd name="T2" fmla="*/ 2 w 15"/>
                <a:gd name="T3" fmla="*/ 13 h 15"/>
                <a:gd name="T4" fmla="*/ 0 w 15"/>
                <a:gd name="T5" fmla="*/ 8 h 15"/>
                <a:gd name="T6" fmla="*/ 2 w 15"/>
                <a:gd name="T7" fmla="*/ 3 h 15"/>
                <a:gd name="T8" fmla="*/ 12 w 15"/>
                <a:gd name="T9" fmla="*/ 3 h 15"/>
                <a:gd name="T10" fmla="*/ 15 w 15"/>
                <a:gd name="T11" fmla="*/ 8 h 15"/>
                <a:gd name="T12" fmla="*/ 12 w 15"/>
                <a:gd name="T13" fmla="*/ 13 h 15"/>
                <a:gd name="T14" fmla="*/ 7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6" y="15"/>
                    <a:pt x="4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9" name="Freeform 760">
              <a:extLst>
                <a:ext uri="{FF2B5EF4-FFF2-40B4-BE49-F238E27FC236}">
                  <a16:creationId xmlns:a16="http://schemas.microsoft.com/office/drawing/2014/main" id="{D1D76040-9FFE-FD60-7762-D80EDD7280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37288" y="4470400"/>
              <a:ext cx="55563" cy="379412"/>
            </a:xfrm>
            <a:custGeom>
              <a:avLst/>
              <a:gdLst>
                <a:gd name="T0" fmla="*/ 0 w 15"/>
                <a:gd name="T1" fmla="*/ 94 h 101"/>
                <a:gd name="T2" fmla="*/ 7 w 15"/>
                <a:gd name="T3" fmla="*/ 87 h 101"/>
                <a:gd name="T4" fmla="*/ 7 w 15"/>
                <a:gd name="T5" fmla="*/ 87 h 101"/>
                <a:gd name="T6" fmla="*/ 15 w 15"/>
                <a:gd name="T7" fmla="*/ 94 h 101"/>
                <a:gd name="T8" fmla="*/ 15 w 15"/>
                <a:gd name="T9" fmla="*/ 94 h 101"/>
                <a:gd name="T10" fmla="*/ 7 w 15"/>
                <a:gd name="T11" fmla="*/ 101 h 101"/>
                <a:gd name="T12" fmla="*/ 7 w 15"/>
                <a:gd name="T13" fmla="*/ 101 h 101"/>
                <a:gd name="T14" fmla="*/ 0 w 15"/>
                <a:gd name="T15" fmla="*/ 94 h 101"/>
                <a:gd name="T16" fmla="*/ 0 w 15"/>
                <a:gd name="T17" fmla="*/ 65 h 101"/>
                <a:gd name="T18" fmla="*/ 7 w 15"/>
                <a:gd name="T19" fmla="*/ 58 h 101"/>
                <a:gd name="T20" fmla="*/ 7 w 15"/>
                <a:gd name="T21" fmla="*/ 58 h 101"/>
                <a:gd name="T22" fmla="*/ 15 w 15"/>
                <a:gd name="T23" fmla="*/ 65 h 101"/>
                <a:gd name="T24" fmla="*/ 15 w 15"/>
                <a:gd name="T25" fmla="*/ 65 h 101"/>
                <a:gd name="T26" fmla="*/ 7 w 15"/>
                <a:gd name="T27" fmla="*/ 72 h 101"/>
                <a:gd name="T28" fmla="*/ 7 w 15"/>
                <a:gd name="T29" fmla="*/ 72 h 101"/>
                <a:gd name="T30" fmla="*/ 0 w 15"/>
                <a:gd name="T31" fmla="*/ 65 h 101"/>
                <a:gd name="T32" fmla="*/ 0 w 15"/>
                <a:gd name="T33" fmla="*/ 36 h 101"/>
                <a:gd name="T34" fmla="*/ 7 w 15"/>
                <a:gd name="T35" fmla="*/ 29 h 101"/>
                <a:gd name="T36" fmla="*/ 7 w 15"/>
                <a:gd name="T37" fmla="*/ 29 h 101"/>
                <a:gd name="T38" fmla="*/ 15 w 15"/>
                <a:gd name="T39" fmla="*/ 36 h 101"/>
                <a:gd name="T40" fmla="*/ 15 w 15"/>
                <a:gd name="T41" fmla="*/ 36 h 101"/>
                <a:gd name="T42" fmla="*/ 7 w 15"/>
                <a:gd name="T43" fmla="*/ 43 h 101"/>
                <a:gd name="T44" fmla="*/ 7 w 15"/>
                <a:gd name="T45" fmla="*/ 43 h 101"/>
                <a:gd name="T46" fmla="*/ 0 w 15"/>
                <a:gd name="T47" fmla="*/ 36 h 101"/>
                <a:gd name="T48" fmla="*/ 0 w 15"/>
                <a:gd name="T49" fmla="*/ 7 h 101"/>
                <a:gd name="T50" fmla="*/ 7 w 15"/>
                <a:gd name="T51" fmla="*/ 0 h 101"/>
                <a:gd name="T52" fmla="*/ 7 w 15"/>
                <a:gd name="T53" fmla="*/ 0 h 101"/>
                <a:gd name="T54" fmla="*/ 15 w 15"/>
                <a:gd name="T55" fmla="*/ 7 h 101"/>
                <a:gd name="T56" fmla="*/ 15 w 15"/>
                <a:gd name="T57" fmla="*/ 7 h 101"/>
                <a:gd name="T58" fmla="*/ 7 w 15"/>
                <a:gd name="T59" fmla="*/ 14 h 101"/>
                <a:gd name="T60" fmla="*/ 7 w 15"/>
                <a:gd name="T61" fmla="*/ 14 h 101"/>
                <a:gd name="T62" fmla="*/ 0 w 15"/>
                <a:gd name="T63" fmla="*/ 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" h="101">
                  <a:moveTo>
                    <a:pt x="0" y="94"/>
                  </a:moveTo>
                  <a:cubicBezTo>
                    <a:pt x="0" y="90"/>
                    <a:pt x="4" y="87"/>
                    <a:pt x="7" y="8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11" y="87"/>
                    <a:pt x="15" y="90"/>
                    <a:pt x="15" y="94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8"/>
                    <a:pt x="11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4" y="101"/>
                    <a:pt x="0" y="98"/>
                    <a:pt x="0" y="94"/>
                  </a:cubicBezTo>
                  <a:close/>
                  <a:moveTo>
                    <a:pt x="0" y="65"/>
                  </a:moveTo>
                  <a:cubicBezTo>
                    <a:pt x="0" y="61"/>
                    <a:pt x="4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11" y="58"/>
                    <a:pt x="15" y="61"/>
                    <a:pt x="15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5" y="69"/>
                    <a:pt x="11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4" y="72"/>
                    <a:pt x="0" y="69"/>
                    <a:pt x="0" y="65"/>
                  </a:cubicBezTo>
                  <a:close/>
                  <a:moveTo>
                    <a:pt x="0" y="36"/>
                  </a:moveTo>
                  <a:cubicBezTo>
                    <a:pt x="0" y="32"/>
                    <a:pt x="4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1" y="29"/>
                    <a:pt x="15" y="32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40"/>
                    <a:pt x="11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4" y="43"/>
                    <a:pt x="0" y="40"/>
                    <a:pt x="0" y="36"/>
                  </a:cubicBezTo>
                  <a:close/>
                  <a:moveTo>
                    <a:pt x="0" y="7"/>
                  </a:moveTo>
                  <a:cubicBezTo>
                    <a:pt x="0" y="3"/>
                    <a:pt x="4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1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4" y="14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30" name="Freeform 761">
              <a:extLst>
                <a:ext uri="{FF2B5EF4-FFF2-40B4-BE49-F238E27FC236}">
                  <a16:creationId xmlns:a16="http://schemas.microsoft.com/office/drawing/2014/main" id="{952D119C-3B81-E17D-6A4A-7CAF94719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7288" y="4357688"/>
              <a:ext cx="55563" cy="55562"/>
            </a:xfrm>
            <a:custGeom>
              <a:avLst/>
              <a:gdLst>
                <a:gd name="T0" fmla="*/ 7 w 15"/>
                <a:gd name="T1" fmla="*/ 15 h 15"/>
                <a:gd name="T2" fmla="*/ 2 w 15"/>
                <a:gd name="T3" fmla="*/ 13 h 15"/>
                <a:gd name="T4" fmla="*/ 0 w 15"/>
                <a:gd name="T5" fmla="*/ 8 h 15"/>
                <a:gd name="T6" fmla="*/ 2 w 15"/>
                <a:gd name="T7" fmla="*/ 3 h 15"/>
                <a:gd name="T8" fmla="*/ 12 w 15"/>
                <a:gd name="T9" fmla="*/ 3 h 15"/>
                <a:gd name="T10" fmla="*/ 15 w 15"/>
                <a:gd name="T11" fmla="*/ 8 h 15"/>
                <a:gd name="T12" fmla="*/ 12 w 15"/>
                <a:gd name="T13" fmla="*/ 13 h 15"/>
                <a:gd name="T14" fmla="*/ 7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6" y="15"/>
                    <a:pt x="4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20" name="Группа 17">
            <a:extLst>
              <a:ext uri="{FF2B5EF4-FFF2-40B4-BE49-F238E27FC236}">
                <a16:creationId xmlns:a16="http://schemas.microsoft.com/office/drawing/2014/main" id="{9DFA7954-85FC-6CFB-FD3D-F92C5330C665}"/>
              </a:ext>
            </a:extLst>
          </p:cNvPr>
          <p:cNvGrpSpPr/>
          <p:nvPr/>
        </p:nvGrpSpPr>
        <p:grpSpPr>
          <a:xfrm>
            <a:off x="8264344" y="8613252"/>
            <a:ext cx="109925" cy="1190319"/>
            <a:chOff x="4348163" y="4357688"/>
            <a:chExt cx="55563" cy="601662"/>
          </a:xfrm>
          <a:solidFill>
            <a:schemeClr val="accent2"/>
          </a:solidFill>
        </p:grpSpPr>
        <p:sp>
          <p:nvSpPr>
            <p:cNvPr id="25" name="Freeform 762">
              <a:extLst>
                <a:ext uri="{FF2B5EF4-FFF2-40B4-BE49-F238E27FC236}">
                  <a16:creationId xmlns:a16="http://schemas.microsoft.com/office/drawing/2014/main" id="{5DCB3879-4EF1-7387-9357-CDE8D491E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163" y="4902200"/>
              <a:ext cx="55563" cy="57150"/>
            </a:xfrm>
            <a:custGeom>
              <a:avLst/>
              <a:gdLst>
                <a:gd name="T0" fmla="*/ 7 w 15"/>
                <a:gd name="T1" fmla="*/ 15 h 15"/>
                <a:gd name="T2" fmla="*/ 2 w 15"/>
                <a:gd name="T3" fmla="*/ 13 h 15"/>
                <a:gd name="T4" fmla="*/ 0 w 15"/>
                <a:gd name="T5" fmla="*/ 8 h 15"/>
                <a:gd name="T6" fmla="*/ 2 w 15"/>
                <a:gd name="T7" fmla="*/ 3 h 15"/>
                <a:gd name="T8" fmla="*/ 12 w 15"/>
                <a:gd name="T9" fmla="*/ 3 h 15"/>
                <a:gd name="T10" fmla="*/ 15 w 15"/>
                <a:gd name="T11" fmla="*/ 8 h 15"/>
                <a:gd name="T12" fmla="*/ 12 w 15"/>
                <a:gd name="T13" fmla="*/ 13 h 15"/>
                <a:gd name="T14" fmla="*/ 7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6" y="15"/>
                    <a:pt x="4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6" name="Freeform 763">
              <a:extLst>
                <a:ext uri="{FF2B5EF4-FFF2-40B4-BE49-F238E27FC236}">
                  <a16:creationId xmlns:a16="http://schemas.microsoft.com/office/drawing/2014/main" id="{583C74F6-B42F-DB71-5605-04369A2C08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48163" y="4470400"/>
              <a:ext cx="55563" cy="379412"/>
            </a:xfrm>
            <a:custGeom>
              <a:avLst/>
              <a:gdLst>
                <a:gd name="T0" fmla="*/ 0 w 15"/>
                <a:gd name="T1" fmla="*/ 94 h 101"/>
                <a:gd name="T2" fmla="*/ 7 w 15"/>
                <a:gd name="T3" fmla="*/ 87 h 101"/>
                <a:gd name="T4" fmla="*/ 7 w 15"/>
                <a:gd name="T5" fmla="*/ 87 h 101"/>
                <a:gd name="T6" fmla="*/ 15 w 15"/>
                <a:gd name="T7" fmla="*/ 94 h 101"/>
                <a:gd name="T8" fmla="*/ 15 w 15"/>
                <a:gd name="T9" fmla="*/ 94 h 101"/>
                <a:gd name="T10" fmla="*/ 7 w 15"/>
                <a:gd name="T11" fmla="*/ 101 h 101"/>
                <a:gd name="T12" fmla="*/ 7 w 15"/>
                <a:gd name="T13" fmla="*/ 101 h 101"/>
                <a:gd name="T14" fmla="*/ 0 w 15"/>
                <a:gd name="T15" fmla="*/ 94 h 101"/>
                <a:gd name="T16" fmla="*/ 0 w 15"/>
                <a:gd name="T17" fmla="*/ 65 h 101"/>
                <a:gd name="T18" fmla="*/ 7 w 15"/>
                <a:gd name="T19" fmla="*/ 58 h 101"/>
                <a:gd name="T20" fmla="*/ 7 w 15"/>
                <a:gd name="T21" fmla="*/ 58 h 101"/>
                <a:gd name="T22" fmla="*/ 15 w 15"/>
                <a:gd name="T23" fmla="*/ 65 h 101"/>
                <a:gd name="T24" fmla="*/ 15 w 15"/>
                <a:gd name="T25" fmla="*/ 65 h 101"/>
                <a:gd name="T26" fmla="*/ 7 w 15"/>
                <a:gd name="T27" fmla="*/ 72 h 101"/>
                <a:gd name="T28" fmla="*/ 7 w 15"/>
                <a:gd name="T29" fmla="*/ 72 h 101"/>
                <a:gd name="T30" fmla="*/ 0 w 15"/>
                <a:gd name="T31" fmla="*/ 65 h 101"/>
                <a:gd name="T32" fmla="*/ 0 w 15"/>
                <a:gd name="T33" fmla="*/ 36 h 101"/>
                <a:gd name="T34" fmla="*/ 7 w 15"/>
                <a:gd name="T35" fmla="*/ 29 h 101"/>
                <a:gd name="T36" fmla="*/ 7 w 15"/>
                <a:gd name="T37" fmla="*/ 29 h 101"/>
                <a:gd name="T38" fmla="*/ 15 w 15"/>
                <a:gd name="T39" fmla="*/ 36 h 101"/>
                <a:gd name="T40" fmla="*/ 15 w 15"/>
                <a:gd name="T41" fmla="*/ 36 h 101"/>
                <a:gd name="T42" fmla="*/ 7 w 15"/>
                <a:gd name="T43" fmla="*/ 43 h 101"/>
                <a:gd name="T44" fmla="*/ 7 w 15"/>
                <a:gd name="T45" fmla="*/ 43 h 101"/>
                <a:gd name="T46" fmla="*/ 0 w 15"/>
                <a:gd name="T47" fmla="*/ 36 h 101"/>
                <a:gd name="T48" fmla="*/ 0 w 15"/>
                <a:gd name="T49" fmla="*/ 7 h 101"/>
                <a:gd name="T50" fmla="*/ 7 w 15"/>
                <a:gd name="T51" fmla="*/ 0 h 101"/>
                <a:gd name="T52" fmla="*/ 7 w 15"/>
                <a:gd name="T53" fmla="*/ 0 h 101"/>
                <a:gd name="T54" fmla="*/ 15 w 15"/>
                <a:gd name="T55" fmla="*/ 7 h 101"/>
                <a:gd name="T56" fmla="*/ 15 w 15"/>
                <a:gd name="T57" fmla="*/ 7 h 101"/>
                <a:gd name="T58" fmla="*/ 7 w 15"/>
                <a:gd name="T59" fmla="*/ 14 h 101"/>
                <a:gd name="T60" fmla="*/ 7 w 15"/>
                <a:gd name="T61" fmla="*/ 14 h 101"/>
                <a:gd name="T62" fmla="*/ 0 w 15"/>
                <a:gd name="T63" fmla="*/ 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" h="101">
                  <a:moveTo>
                    <a:pt x="0" y="94"/>
                  </a:moveTo>
                  <a:cubicBezTo>
                    <a:pt x="0" y="90"/>
                    <a:pt x="4" y="87"/>
                    <a:pt x="7" y="8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11" y="87"/>
                    <a:pt x="15" y="90"/>
                    <a:pt x="15" y="94"/>
                  </a:cubicBezTo>
                  <a:cubicBezTo>
                    <a:pt x="15" y="94"/>
                    <a:pt x="15" y="94"/>
                    <a:pt x="15" y="94"/>
                  </a:cubicBezTo>
                  <a:cubicBezTo>
                    <a:pt x="15" y="98"/>
                    <a:pt x="11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4" y="101"/>
                    <a:pt x="0" y="98"/>
                    <a:pt x="0" y="94"/>
                  </a:cubicBezTo>
                  <a:close/>
                  <a:moveTo>
                    <a:pt x="0" y="65"/>
                  </a:moveTo>
                  <a:cubicBezTo>
                    <a:pt x="0" y="61"/>
                    <a:pt x="4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11" y="58"/>
                    <a:pt x="15" y="61"/>
                    <a:pt x="15" y="65"/>
                  </a:cubicBezTo>
                  <a:cubicBezTo>
                    <a:pt x="15" y="65"/>
                    <a:pt x="15" y="65"/>
                    <a:pt x="15" y="65"/>
                  </a:cubicBezTo>
                  <a:cubicBezTo>
                    <a:pt x="15" y="69"/>
                    <a:pt x="11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4" y="72"/>
                    <a:pt x="0" y="69"/>
                    <a:pt x="0" y="65"/>
                  </a:cubicBezTo>
                  <a:close/>
                  <a:moveTo>
                    <a:pt x="0" y="36"/>
                  </a:moveTo>
                  <a:cubicBezTo>
                    <a:pt x="0" y="32"/>
                    <a:pt x="4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1" y="29"/>
                    <a:pt x="15" y="32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40"/>
                    <a:pt x="11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4" y="43"/>
                    <a:pt x="0" y="40"/>
                    <a:pt x="0" y="36"/>
                  </a:cubicBezTo>
                  <a:close/>
                  <a:moveTo>
                    <a:pt x="0" y="7"/>
                  </a:moveTo>
                  <a:cubicBezTo>
                    <a:pt x="0" y="3"/>
                    <a:pt x="4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1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4" y="14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7" name="Freeform 764">
              <a:extLst>
                <a:ext uri="{FF2B5EF4-FFF2-40B4-BE49-F238E27FC236}">
                  <a16:creationId xmlns:a16="http://schemas.microsoft.com/office/drawing/2014/main" id="{1844C988-C7C3-3AF2-3E2B-649223DB39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163" y="4357688"/>
              <a:ext cx="55563" cy="55562"/>
            </a:xfrm>
            <a:custGeom>
              <a:avLst/>
              <a:gdLst>
                <a:gd name="T0" fmla="*/ 7 w 15"/>
                <a:gd name="T1" fmla="*/ 15 h 15"/>
                <a:gd name="T2" fmla="*/ 2 w 15"/>
                <a:gd name="T3" fmla="*/ 13 h 15"/>
                <a:gd name="T4" fmla="*/ 0 w 15"/>
                <a:gd name="T5" fmla="*/ 8 h 15"/>
                <a:gd name="T6" fmla="*/ 2 w 15"/>
                <a:gd name="T7" fmla="*/ 3 h 15"/>
                <a:gd name="T8" fmla="*/ 12 w 15"/>
                <a:gd name="T9" fmla="*/ 3 h 15"/>
                <a:gd name="T10" fmla="*/ 15 w 15"/>
                <a:gd name="T11" fmla="*/ 8 h 15"/>
                <a:gd name="T12" fmla="*/ 12 w 15"/>
                <a:gd name="T13" fmla="*/ 13 h 15"/>
                <a:gd name="T14" fmla="*/ 7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7" y="15"/>
                  </a:moveTo>
                  <a:cubicBezTo>
                    <a:pt x="6" y="15"/>
                    <a:pt x="4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21" name="Группа 18">
            <a:extLst>
              <a:ext uri="{FF2B5EF4-FFF2-40B4-BE49-F238E27FC236}">
                <a16:creationId xmlns:a16="http://schemas.microsoft.com/office/drawing/2014/main" id="{03187F53-EF99-4A1E-02CF-C1754A29C7C0}"/>
              </a:ext>
            </a:extLst>
          </p:cNvPr>
          <p:cNvGrpSpPr/>
          <p:nvPr/>
        </p:nvGrpSpPr>
        <p:grpSpPr>
          <a:xfrm>
            <a:off x="4526925" y="8613252"/>
            <a:ext cx="103644" cy="1190319"/>
            <a:chOff x="2459038" y="4357688"/>
            <a:chExt cx="52388" cy="601662"/>
          </a:xfrm>
          <a:solidFill>
            <a:schemeClr val="accent1"/>
          </a:solidFill>
        </p:grpSpPr>
        <p:sp>
          <p:nvSpPr>
            <p:cNvPr id="22" name="Freeform 765">
              <a:extLst>
                <a:ext uri="{FF2B5EF4-FFF2-40B4-BE49-F238E27FC236}">
                  <a16:creationId xmlns:a16="http://schemas.microsoft.com/office/drawing/2014/main" id="{7E6173A0-0D9D-CB68-2555-0D4726775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038" y="4902200"/>
              <a:ext cx="52388" cy="57150"/>
            </a:xfrm>
            <a:custGeom>
              <a:avLst/>
              <a:gdLst>
                <a:gd name="T0" fmla="*/ 7 w 14"/>
                <a:gd name="T1" fmla="*/ 15 h 15"/>
                <a:gd name="T2" fmla="*/ 2 w 14"/>
                <a:gd name="T3" fmla="*/ 13 h 15"/>
                <a:gd name="T4" fmla="*/ 0 w 14"/>
                <a:gd name="T5" fmla="*/ 8 h 15"/>
                <a:gd name="T6" fmla="*/ 2 w 14"/>
                <a:gd name="T7" fmla="*/ 3 h 15"/>
                <a:gd name="T8" fmla="*/ 12 w 14"/>
                <a:gd name="T9" fmla="*/ 3 h 15"/>
                <a:gd name="T10" fmla="*/ 14 w 14"/>
                <a:gd name="T11" fmla="*/ 8 h 15"/>
                <a:gd name="T12" fmla="*/ 12 w 14"/>
                <a:gd name="T13" fmla="*/ 13 h 15"/>
                <a:gd name="T14" fmla="*/ 7 w 14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5">
                  <a:moveTo>
                    <a:pt x="7" y="15"/>
                  </a:moveTo>
                  <a:cubicBezTo>
                    <a:pt x="6" y="15"/>
                    <a:pt x="4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4" y="6"/>
                    <a:pt x="14" y="8"/>
                  </a:cubicBezTo>
                  <a:cubicBezTo>
                    <a:pt x="14" y="10"/>
                    <a:pt x="14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3" name="Freeform 766">
              <a:extLst>
                <a:ext uri="{FF2B5EF4-FFF2-40B4-BE49-F238E27FC236}">
                  <a16:creationId xmlns:a16="http://schemas.microsoft.com/office/drawing/2014/main" id="{B5ECE21E-699A-5E3E-BEFF-60683106D4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59038" y="4470400"/>
              <a:ext cx="52388" cy="379412"/>
            </a:xfrm>
            <a:custGeom>
              <a:avLst/>
              <a:gdLst>
                <a:gd name="T0" fmla="*/ 0 w 14"/>
                <a:gd name="T1" fmla="*/ 94 h 101"/>
                <a:gd name="T2" fmla="*/ 7 w 14"/>
                <a:gd name="T3" fmla="*/ 87 h 101"/>
                <a:gd name="T4" fmla="*/ 7 w 14"/>
                <a:gd name="T5" fmla="*/ 87 h 101"/>
                <a:gd name="T6" fmla="*/ 14 w 14"/>
                <a:gd name="T7" fmla="*/ 94 h 101"/>
                <a:gd name="T8" fmla="*/ 14 w 14"/>
                <a:gd name="T9" fmla="*/ 94 h 101"/>
                <a:gd name="T10" fmla="*/ 7 w 14"/>
                <a:gd name="T11" fmla="*/ 101 h 101"/>
                <a:gd name="T12" fmla="*/ 7 w 14"/>
                <a:gd name="T13" fmla="*/ 101 h 101"/>
                <a:gd name="T14" fmla="*/ 0 w 14"/>
                <a:gd name="T15" fmla="*/ 94 h 101"/>
                <a:gd name="T16" fmla="*/ 0 w 14"/>
                <a:gd name="T17" fmla="*/ 65 h 101"/>
                <a:gd name="T18" fmla="*/ 7 w 14"/>
                <a:gd name="T19" fmla="*/ 58 h 101"/>
                <a:gd name="T20" fmla="*/ 7 w 14"/>
                <a:gd name="T21" fmla="*/ 58 h 101"/>
                <a:gd name="T22" fmla="*/ 14 w 14"/>
                <a:gd name="T23" fmla="*/ 65 h 101"/>
                <a:gd name="T24" fmla="*/ 14 w 14"/>
                <a:gd name="T25" fmla="*/ 65 h 101"/>
                <a:gd name="T26" fmla="*/ 7 w 14"/>
                <a:gd name="T27" fmla="*/ 72 h 101"/>
                <a:gd name="T28" fmla="*/ 7 w 14"/>
                <a:gd name="T29" fmla="*/ 72 h 101"/>
                <a:gd name="T30" fmla="*/ 0 w 14"/>
                <a:gd name="T31" fmla="*/ 65 h 101"/>
                <a:gd name="T32" fmla="*/ 0 w 14"/>
                <a:gd name="T33" fmla="*/ 36 h 101"/>
                <a:gd name="T34" fmla="*/ 7 w 14"/>
                <a:gd name="T35" fmla="*/ 29 h 101"/>
                <a:gd name="T36" fmla="*/ 7 w 14"/>
                <a:gd name="T37" fmla="*/ 29 h 101"/>
                <a:gd name="T38" fmla="*/ 14 w 14"/>
                <a:gd name="T39" fmla="*/ 36 h 101"/>
                <a:gd name="T40" fmla="*/ 14 w 14"/>
                <a:gd name="T41" fmla="*/ 36 h 101"/>
                <a:gd name="T42" fmla="*/ 7 w 14"/>
                <a:gd name="T43" fmla="*/ 43 h 101"/>
                <a:gd name="T44" fmla="*/ 7 w 14"/>
                <a:gd name="T45" fmla="*/ 43 h 101"/>
                <a:gd name="T46" fmla="*/ 0 w 14"/>
                <a:gd name="T47" fmla="*/ 36 h 101"/>
                <a:gd name="T48" fmla="*/ 0 w 14"/>
                <a:gd name="T49" fmla="*/ 7 h 101"/>
                <a:gd name="T50" fmla="*/ 7 w 14"/>
                <a:gd name="T51" fmla="*/ 0 h 101"/>
                <a:gd name="T52" fmla="*/ 7 w 14"/>
                <a:gd name="T53" fmla="*/ 0 h 101"/>
                <a:gd name="T54" fmla="*/ 14 w 14"/>
                <a:gd name="T55" fmla="*/ 7 h 101"/>
                <a:gd name="T56" fmla="*/ 14 w 14"/>
                <a:gd name="T57" fmla="*/ 7 h 101"/>
                <a:gd name="T58" fmla="*/ 7 w 14"/>
                <a:gd name="T59" fmla="*/ 14 h 101"/>
                <a:gd name="T60" fmla="*/ 7 w 14"/>
                <a:gd name="T61" fmla="*/ 14 h 101"/>
                <a:gd name="T62" fmla="*/ 0 w 14"/>
                <a:gd name="T63" fmla="*/ 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4" h="101">
                  <a:moveTo>
                    <a:pt x="0" y="94"/>
                  </a:moveTo>
                  <a:cubicBezTo>
                    <a:pt x="0" y="90"/>
                    <a:pt x="4" y="87"/>
                    <a:pt x="7" y="87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11" y="87"/>
                    <a:pt x="14" y="90"/>
                    <a:pt x="14" y="94"/>
                  </a:cubicBezTo>
                  <a:cubicBezTo>
                    <a:pt x="14" y="94"/>
                    <a:pt x="14" y="94"/>
                    <a:pt x="14" y="94"/>
                  </a:cubicBezTo>
                  <a:cubicBezTo>
                    <a:pt x="14" y="98"/>
                    <a:pt x="11" y="101"/>
                    <a:pt x="7" y="101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4" y="101"/>
                    <a:pt x="0" y="98"/>
                    <a:pt x="0" y="94"/>
                  </a:cubicBezTo>
                  <a:close/>
                  <a:moveTo>
                    <a:pt x="0" y="65"/>
                  </a:moveTo>
                  <a:cubicBezTo>
                    <a:pt x="0" y="61"/>
                    <a:pt x="4" y="58"/>
                    <a:pt x="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11" y="58"/>
                    <a:pt x="14" y="61"/>
                    <a:pt x="14" y="65"/>
                  </a:cubicBezTo>
                  <a:cubicBezTo>
                    <a:pt x="14" y="65"/>
                    <a:pt x="14" y="65"/>
                    <a:pt x="14" y="65"/>
                  </a:cubicBezTo>
                  <a:cubicBezTo>
                    <a:pt x="14" y="69"/>
                    <a:pt x="11" y="72"/>
                    <a:pt x="7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4" y="72"/>
                    <a:pt x="0" y="69"/>
                    <a:pt x="0" y="65"/>
                  </a:cubicBezTo>
                  <a:close/>
                  <a:moveTo>
                    <a:pt x="0" y="36"/>
                  </a:moveTo>
                  <a:cubicBezTo>
                    <a:pt x="0" y="32"/>
                    <a:pt x="4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11" y="29"/>
                    <a:pt x="14" y="32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40"/>
                    <a:pt x="11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4" y="43"/>
                    <a:pt x="0" y="40"/>
                    <a:pt x="0" y="36"/>
                  </a:cubicBezTo>
                  <a:close/>
                  <a:moveTo>
                    <a:pt x="0" y="7"/>
                  </a:moveTo>
                  <a:cubicBezTo>
                    <a:pt x="0" y="3"/>
                    <a:pt x="4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4" y="3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11"/>
                    <a:pt x="11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4" y="14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24" name="Freeform 767">
              <a:extLst>
                <a:ext uri="{FF2B5EF4-FFF2-40B4-BE49-F238E27FC236}">
                  <a16:creationId xmlns:a16="http://schemas.microsoft.com/office/drawing/2014/main" id="{0ED90D5B-14C0-525F-08EA-5B54086041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038" y="4357688"/>
              <a:ext cx="52388" cy="55562"/>
            </a:xfrm>
            <a:custGeom>
              <a:avLst/>
              <a:gdLst>
                <a:gd name="T0" fmla="*/ 7 w 14"/>
                <a:gd name="T1" fmla="*/ 15 h 15"/>
                <a:gd name="T2" fmla="*/ 2 w 14"/>
                <a:gd name="T3" fmla="*/ 13 h 15"/>
                <a:gd name="T4" fmla="*/ 0 w 14"/>
                <a:gd name="T5" fmla="*/ 8 h 15"/>
                <a:gd name="T6" fmla="*/ 2 w 14"/>
                <a:gd name="T7" fmla="*/ 3 h 15"/>
                <a:gd name="T8" fmla="*/ 12 w 14"/>
                <a:gd name="T9" fmla="*/ 3 h 15"/>
                <a:gd name="T10" fmla="*/ 14 w 14"/>
                <a:gd name="T11" fmla="*/ 8 h 15"/>
                <a:gd name="T12" fmla="*/ 12 w 14"/>
                <a:gd name="T13" fmla="*/ 13 h 15"/>
                <a:gd name="T14" fmla="*/ 7 w 14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15">
                  <a:moveTo>
                    <a:pt x="7" y="15"/>
                  </a:moveTo>
                  <a:cubicBezTo>
                    <a:pt x="6" y="15"/>
                    <a:pt x="4" y="14"/>
                    <a:pt x="2" y="13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2" y="3"/>
                  </a:cubicBezTo>
                  <a:cubicBezTo>
                    <a:pt x="14" y="4"/>
                    <a:pt x="14" y="6"/>
                    <a:pt x="14" y="8"/>
                  </a:cubicBezTo>
                  <a:cubicBezTo>
                    <a:pt x="14" y="10"/>
                    <a:pt x="14" y="12"/>
                    <a:pt x="12" y="13"/>
                  </a:cubicBezTo>
                  <a:cubicBezTo>
                    <a:pt x="11" y="14"/>
                    <a:pt x="9" y="15"/>
                    <a:pt x="7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sp>
        <p:nvSpPr>
          <p:cNvPr id="51" name="Freeform 768">
            <a:extLst>
              <a:ext uri="{FF2B5EF4-FFF2-40B4-BE49-F238E27FC236}">
                <a16:creationId xmlns:a16="http://schemas.microsoft.com/office/drawing/2014/main" id="{B45029A0-6308-BB3B-5DCE-F2974550834C}"/>
              </a:ext>
            </a:extLst>
          </p:cNvPr>
          <p:cNvSpPr>
            <a:spLocks/>
          </p:cNvSpPr>
          <p:nvPr/>
        </p:nvSpPr>
        <p:spPr bwMode="auto">
          <a:xfrm>
            <a:off x="5032575" y="8151571"/>
            <a:ext cx="113065" cy="119346"/>
          </a:xfrm>
          <a:custGeom>
            <a:avLst/>
            <a:gdLst>
              <a:gd name="T0" fmla="*/ 8 w 15"/>
              <a:gd name="T1" fmla="*/ 16 h 16"/>
              <a:gd name="T2" fmla="*/ 2 w 15"/>
              <a:gd name="T3" fmla="*/ 14 h 16"/>
              <a:gd name="T4" fmla="*/ 0 w 15"/>
              <a:gd name="T5" fmla="*/ 8 h 16"/>
              <a:gd name="T6" fmla="*/ 2 w 15"/>
              <a:gd name="T7" fmla="*/ 3 h 16"/>
              <a:gd name="T8" fmla="*/ 13 w 15"/>
              <a:gd name="T9" fmla="*/ 3 h 16"/>
              <a:gd name="T10" fmla="*/ 15 w 15"/>
              <a:gd name="T11" fmla="*/ 8 h 16"/>
              <a:gd name="T12" fmla="*/ 13 w 15"/>
              <a:gd name="T13" fmla="*/ 14 h 16"/>
              <a:gd name="T14" fmla="*/ 8 w 15"/>
              <a:gd name="T15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" h="16">
                <a:moveTo>
                  <a:pt x="8" y="16"/>
                </a:moveTo>
                <a:cubicBezTo>
                  <a:pt x="6" y="16"/>
                  <a:pt x="4" y="15"/>
                  <a:pt x="2" y="14"/>
                </a:cubicBezTo>
                <a:cubicBezTo>
                  <a:pt x="1" y="12"/>
                  <a:pt x="0" y="10"/>
                  <a:pt x="0" y="8"/>
                </a:cubicBezTo>
                <a:cubicBezTo>
                  <a:pt x="0" y="6"/>
                  <a:pt x="1" y="4"/>
                  <a:pt x="2" y="3"/>
                </a:cubicBezTo>
                <a:cubicBezTo>
                  <a:pt x="5" y="0"/>
                  <a:pt x="10" y="0"/>
                  <a:pt x="13" y="3"/>
                </a:cubicBezTo>
                <a:cubicBezTo>
                  <a:pt x="14" y="4"/>
                  <a:pt x="15" y="6"/>
                  <a:pt x="15" y="8"/>
                </a:cubicBezTo>
                <a:cubicBezTo>
                  <a:pt x="15" y="10"/>
                  <a:pt x="14" y="12"/>
                  <a:pt x="13" y="14"/>
                </a:cubicBezTo>
                <a:cubicBezTo>
                  <a:pt x="11" y="15"/>
                  <a:pt x="10" y="16"/>
                  <a:pt x="8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52" name="Freeform 769">
            <a:extLst>
              <a:ext uri="{FF2B5EF4-FFF2-40B4-BE49-F238E27FC236}">
                <a16:creationId xmlns:a16="http://schemas.microsoft.com/office/drawing/2014/main" id="{B9056812-E441-0559-3DC9-95D3223C9FB1}"/>
              </a:ext>
            </a:extLst>
          </p:cNvPr>
          <p:cNvSpPr>
            <a:spLocks noEditPoints="1"/>
          </p:cNvSpPr>
          <p:nvPr/>
        </p:nvSpPr>
        <p:spPr bwMode="auto">
          <a:xfrm>
            <a:off x="5261846" y="8157851"/>
            <a:ext cx="2377501" cy="113065"/>
          </a:xfrm>
          <a:custGeom>
            <a:avLst/>
            <a:gdLst>
              <a:gd name="T0" fmla="*/ 312 w 320"/>
              <a:gd name="T1" fmla="*/ 0 h 15"/>
              <a:gd name="T2" fmla="*/ 320 w 320"/>
              <a:gd name="T3" fmla="*/ 7 h 15"/>
              <a:gd name="T4" fmla="*/ 312 w 320"/>
              <a:gd name="T5" fmla="*/ 15 h 15"/>
              <a:gd name="T6" fmla="*/ 305 w 320"/>
              <a:gd name="T7" fmla="*/ 7 h 15"/>
              <a:gd name="T8" fmla="*/ 282 w 320"/>
              <a:gd name="T9" fmla="*/ 0 h 15"/>
              <a:gd name="T10" fmla="*/ 289 w 320"/>
              <a:gd name="T11" fmla="*/ 7 h 15"/>
              <a:gd name="T12" fmla="*/ 282 w 320"/>
              <a:gd name="T13" fmla="*/ 15 h 15"/>
              <a:gd name="T14" fmla="*/ 274 w 320"/>
              <a:gd name="T15" fmla="*/ 7 h 15"/>
              <a:gd name="T16" fmla="*/ 251 w 320"/>
              <a:gd name="T17" fmla="*/ 0 h 15"/>
              <a:gd name="T18" fmla="*/ 259 w 320"/>
              <a:gd name="T19" fmla="*/ 7 h 15"/>
              <a:gd name="T20" fmla="*/ 251 w 320"/>
              <a:gd name="T21" fmla="*/ 15 h 15"/>
              <a:gd name="T22" fmla="*/ 244 w 320"/>
              <a:gd name="T23" fmla="*/ 7 h 15"/>
              <a:gd name="T24" fmla="*/ 221 w 320"/>
              <a:gd name="T25" fmla="*/ 0 h 15"/>
              <a:gd name="T26" fmla="*/ 228 w 320"/>
              <a:gd name="T27" fmla="*/ 7 h 15"/>
              <a:gd name="T28" fmla="*/ 221 w 320"/>
              <a:gd name="T29" fmla="*/ 15 h 15"/>
              <a:gd name="T30" fmla="*/ 213 w 320"/>
              <a:gd name="T31" fmla="*/ 7 h 15"/>
              <a:gd name="T32" fmla="*/ 190 w 320"/>
              <a:gd name="T33" fmla="*/ 0 h 15"/>
              <a:gd name="T34" fmla="*/ 198 w 320"/>
              <a:gd name="T35" fmla="*/ 7 h 15"/>
              <a:gd name="T36" fmla="*/ 190 w 320"/>
              <a:gd name="T37" fmla="*/ 15 h 15"/>
              <a:gd name="T38" fmla="*/ 183 w 320"/>
              <a:gd name="T39" fmla="*/ 7 h 15"/>
              <a:gd name="T40" fmla="*/ 160 w 320"/>
              <a:gd name="T41" fmla="*/ 0 h 15"/>
              <a:gd name="T42" fmla="*/ 167 w 320"/>
              <a:gd name="T43" fmla="*/ 7 h 15"/>
              <a:gd name="T44" fmla="*/ 160 w 320"/>
              <a:gd name="T45" fmla="*/ 15 h 15"/>
              <a:gd name="T46" fmla="*/ 152 w 320"/>
              <a:gd name="T47" fmla="*/ 7 h 15"/>
              <a:gd name="T48" fmla="*/ 129 w 320"/>
              <a:gd name="T49" fmla="*/ 0 h 15"/>
              <a:gd name="T50" fmla="*/ 137 w 320"/>
              <a:gd name="T51" fmla="*/ 7 h 15"/>
              <a:gd name="T52" fmla="*/ 129 w 320"/>
              <a:gd name="T53" fmla="*/ 15 h 15"/>
              <a:gd name="T54" fmla="*/ 122 w 320"/>
              <a:gd name="T55" fmla="*/ 7 h 15"/>
              <a:gd name="T56" fmla="*/ 99 w 320"/>
              <a:gd name="T57" fmla="*/ 0 h 15"/>
              <a:gd name="T58" fmla="*/ 106 w 320"/>
              <a:gd name="T59" fmla="*/ 7 h 15"/>
              <a:gd name="T60" fmla="*/ 99 w 320"/>
              <a:gd name="T61" fmla="*/ 15 h 15"/>
              <a:gd name="T62" fmla="*/ 91 w 320"/>
              <a:gd name="T63" fmla="*/ 7 h 15"/>
              <a:gd name="T64" fmla="*/ 68 w 320"/>
              <a:gd name="T65" fmla="*/ 0 h 15"/>
              <a:gd name="T66" fmla="*/ 76 w 320"/>
              <a:gd name="T67" fmla="*/ 7 h 15"/>
              <a:gd name="T68" fmla="*/ 68 w 320"/>
              <a:gd name="T69" fmla="*/ 15 h 15"/>
              <a:gd name="T70" fmla="*/ 61 w 320"/>
              <a:gd name="T71" fmla="*/ 7 h 15"/>
              <a:gd name="T72" fmla="*/ 38 w 320"/>
              <a:gd name="T73" fmla="*/ 0 h 15"/>
              <a:gd name="T74" fmla="*/ 45 w 320"/>
              <a:gd name="T75" fmla="*/ 7 h 15"/>
              <a:gd name="T76" fmla="*/ 38 w 320"/>
              <a:gd name="T77" fmla="*/ 15 h 15"/>
              <a:gd name="T78" fmla="*/ 30 w 320"/>
              <a:gd name="T79" fmla="*/ 7 h 15"/>
              <a:gd name="T80" fmla="*/ 7 w 320"/>
              <a:gd name="T81" fmla="*/ 0 h 15"/>
              <a:gd name="T82" fmla="*/ 15 w 320"/>
              <a:gd name="T83" fmla="*/ 7 h 15"/>
              <a:gd name="T84" fmla="*/ 7 w 320"/>
              <a:gd name="T85" fmla="*/ 15 h 15"/>
              <a:gd name="T86" fmla="*/ 0 w 320"/>
              <a:gd name="T87" fmla="*/ 7 h 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320" h="15">
                <a:moveTo>
                  <a:pt x="305" y="7"/>
                </a:moveTo>
                <a:cubicBezTo>
                  <a:pt x="305" y="3"/>
                  <a:pt x="308" y="0"/>
                  <a:pt x="312" y="0"/>
                </a:cubicBezTo>
                <a:cubicBezTo>
                  <a:pt x="312" y="0"/>
                  <a:pt x="312" y="0"/>
                  <a:pt x="312" y="0"/>
                </a:cubicBezTo>
                <a:cubicBezTo>
                  <a:pt x="317" y="0"/>
                  <a:pt x="320" y="3"/>
                  <a:pt x="320" y="7"/>
                </a:cubicBezTo>
                <a:cubicBezTo>
                  <a:pt x="320" y="7"/>
                  <a:pt x="320" y="7"/>
                  <a:pt x="320" y="7"/>
                </a:cubicBezTo>
                <a:cubicBezTo>
                  <a:pt x="320" y="11"/>
                  <a:pt x="317" y="15"/>
                  <a:pt x="312" y="15"/>
                </a:cubicBezTo>
                <a:cubicBezTo>
                  <a:pt x="312" y="15"/>
                  <a:pt x="312" y="15"/>
                  <a:pt x="312" y="15"/>
                </a:cubicBezTo>
                <a:cubicBezTo>
                  <a:pt x="308" y="15"/>
                  <a:pt x="305" y="11"/>
                  <a:pt x="305" y="7"/>
                </a:cubicBezTo>
                <a:close/>
                <a:moveTo>
                  <a:pt x="274" y="7"/>
                </a:moveTo>
                <a:cubicBezTo>
                  <a:pt x="274" y="3"/>
                  <a:pt x="278" y="0"/>
                  <a:pt x="282" y="0"/>
                </a:cubicBezTo>
                <a:cubicBezTo>
                  <a:pt x="282" y="0"/>
                  <a:pt x="282" y="0"/>
                  <a:pt x="282" y="0"/>
                </a:cubicBezTo>
                <a:cubicBezTo>
                  <a:pt x="286" y="0"/>
                  <a:pt x="289" y="3"/>
                  <a:pt x="289" y="7"/>
                </a:cubicBezTo>
                <a:cubicBezTo>
                  <a:pt x="289" y="7"/>
                  <a:pt x="289" y="7"/>
                  <a:pt x="289" y="7"/>
                </a:cubicBezTo>
                <a:cubicBezTo>
                  <a:pt x="289" y="11"/>
                  <a:pt x="286" y="15"/>
                  <a:pt x="282" y="15"/>
                </a:cubicBezTo>
                <a:cubicBezTo>
                  <a:pt x="282" y="15"/>
                  <a:pt x="282" y="15"/>
                  <a:pt x="282" y="15"/>
                </a:cubicBezTo>
                <a:cubicBezTo>
                  <a:pt x="278" y="15"/>
                  <a:pt x="274" y="11"/>
                  <a:pt x="274" y="7"/>
                </a:cubicBezTo>
                <a:close/>
                <a:moveTo>
                  <a:pt x="244" y="7"/>
                </a:moveTo>
                <a:cubicBezTo>
                  <a:pt x="244" y="3"/>
                  <a:pt x="247" y="0"/>
                  <a:pt x="251" y="0"/>
                </a:cubicBezTo>
                <a:cubicBezTo>
                  <a:pt x="251" y="0"/>
                  <a:pt x="251" y="0"/>
                  <a:pt x="251" y="0"/>
                </a:cubicBezTo>
                <a:cubicBezTo>
                  <a:pt x="256" y="0"/>
                  <a:pt x="259" y="3"/>
                  <a:pt x="259" y="7"/>
                </a:cubicBezTo>
                <a:cubicBezTo>
                  <a:pt x="259" y="7"/>
                  <a:pt x="259" y="7"/>
                  <a:pt x="259" y="7"/>
                </a:cubicBezTo>
                <a:cubicBezTo>
                  <a:pt x="259" y="11"/>
                  <a:pt x="256" y="15"/>
                  <a:pt x="251" y="15"/>
                </a:cubicBezTo>
                <a:cubicBezTo>
                  <a:pt x="251" y="15"/>
                  <a:pt x="251" y="15"/>
                  <a:pt x="251" y="15"/>
                </a:cubicBezTo>
                <a:cubicBezTo>
                  <a:pt x="247" y="15"/>
                  <a:pt x="244" y="11"/>
                  <a:pt x="244" y="7"/>
                </a:cubicBezTo>
                <a:close/>
                <a:moveTo>
                  <a:pt x="213" y="7"/>
                </a:moveTo>
                <a:cubicBezTo>
                  <a:pt x="213" y="3"/>
                  <a:pt x="217" y="0"/>
                  <a:pt x="221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ubicBezTo>
                  <a:pt x="228" y="7"/>
                  <a:pt x="228" y="7"/>
                  <a:pt x="228" y="7"/>
                </a:cubicBezTo>
                <a:cubicBezTo>
                  <a:pt x="228" y="11"/>
                  <a:pt x="225" y="15"/>
                  <a:pt x="221" y="15"/>
                </a:cubicBezTo>
                <a:cubicBezTo>
                  <a:pt x="221" y="15"/>
                  <a:pt x="221" y="15"/>
                  <a:pt x="221" y="15"/>
                </a:cubicBezTo>
                <a:cubicBezTo>
                  <a:pt x="217" y="15"/>
                  <a:pt x="213" y="11"/>
                  <a:pt x="213" y="7"/>
                </a:cubicBezTo>
                <a:close/>
                <a:moveTo>
                  <a:pt x="183" y="7"/>
                </a:moveTo>
                <a:cubicBezTo>
                  <a:pt x="183" y="3"/>
                  <a:pt x="186" y="0"/>
                  <a:pt x="190" y="0"/>
                </a:cubicBezTo>
                <a:cubicBezTo>
                  <a:pt x="190" y="0"/>
                  <a:pt x="190" y="0"/>
                  <a:pt x="190" y="0"/>
                </a:cubicBezTo>
                <a:cubicBezTo>
                  <a:pt x="194" y="0"/>
                  <a:pt x="198" y="3"/>
                  <a:pt x="198" y="7"/>
                </a:cubicBezTo>
                <a:cubicBezTo>
                  <a:pt x="198" y="7"/>
                  <a:pt x="198" y="7"/>
                  <a:pt x="198" y="7"/>
                </a:cubicBezTo>
                <a:cubicBezTo>
                  <a:pt x="198" y="11"/>
                  <a:pt x="194" y="15"/>
                  <a:pt x="190" y="15"/>
                </a:cubicBezTo>
                <a:cubicBezTo>
                  <a:pt x="190" y="15"/>
                  <a:pt x="190" y="15"/>
                  <a:pt x="190" y="15"/>
                </a:cubicBezTo>
                <a:cubicBezTo>
                  <a:pt x="186" y="15"/>
                  <a:pt x="183" y="11"/>
                  <a:pt x="183" y="7"/>
                </a:cubicBezTo>
                <a:close/>
                <a:moveTo>
                  <a:pt x="152" y="7"/>
                </a:moveTo>
                <a:cubicBezTo>
                  <a:pt x="152" y="3"/>
                  <a:pt x="156" y="0"/>
                  <a:pt x="160" y="0"/>
                </a:cubicBezTo>
                <a:cubicBezTo>
                  <a:pt x="160" y="0"/>
                  <a:pt x="160" y="0"/>
                  <a:pt x="160" y="0"/>
                </a:cubicBezTo>
                <a:cubicBezTo>
                  <a:pt x="164" y="0"/>
                  <a:pt x="167" y="3"/>
                  <a:pt x="167" y="7"/>
                </a:cubicBezTo>
                <a:cubicBezTo>
                  <a:pt x="167" y="7"/>
                  <a:pt x="167" y="7"/>
                  <a:pt x="167" y="7"/>
                </a:cubicBezTo>
                <a:cubicBezTo>
                  <a:pt x="167" y="11"/>
                  <a:pt x="164" y="15"/>
                  <a:pt x="160" y="15"/>
                </a:cubicBezTo>
                <a:cubicBezTo>
                  <a:pt x="160" y="15"/>
                  <a:pt x="160" y="15"/>
                  <a:pt x="160" y="15"/>
                </a:cubicBezTo>
                <a:cubicBezTo>
                  <a:pt x="156" y="15"/>
                  <a:pt x="152" y="11"/>
                  <a:pt x="152" y="7"/>
                </a:cubicBezTo>
                <a:close/>
                <a:moveTo>
                  <a:pt x="122" y="7"/>
                </a:moveTo>
                <a:cubicBezTo>
                  <a:pt x="122" y="3"/>
                  <a:pt x="125" y="0"/>
                  <a:pt x="129" y="0"/>
                </a:cubicBezTo>
                <a:cubicBezTo>
                  <a:pt x="129" y="0"/>
                  <a:pt x="129" y="0"/>
                  <a:pt x="129" y="0"/>
                </a:cubicBezTo>
                <a:cubicBezTo>
                  <a:pt x="133" y="0"/>
                  <a:pt x="137" y="3"/>
                  <a:pt x="137" y="7"/>
                </a:cubicBezTo>
                <a:cubicBezTo>
                  <a:pt x="137" y="7"/>
                  <a:pt x="137" y="7"/>
                  <a:pt x="137" y="7"/>
                </a:cubicBezTo>
                <a:cubicBezTo>
                  <a:pt x="137" y="11"/>
                  <a:pt x="133" y="15"/>
                  <a:pt x="129" y="15"/>
                </a:cubicBezTo>
                <a:cubicBezTo>
                  <a:pt x="129" y="15"/>
                  <a:pt x="129" y="15"/>
                  <a:pt x="129" y="15"/>
                </a:cubicBezTo>
                <a:cubicBezTo>
                  <a:pt x="125" y="15"/>
                  <a:pt x="122" y="11"/>
                  <a:pt x="122" y="7"/>
                </a:cubicBezTo>
                <a:close/>
                <a:moveTo>
                  <a:pt x="91" y="7"/>
                </a:moveTo>
                <a:cubicBezTo>
                  <a:pt x="91" y="3"/>
                  <a:pt x="95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103" y="0"/>
                  <a:pt x="106" y="3"/>
                  <a:pt x="106" y="7"/>
                </a:cubicBezTo>
                <a:cubicBezTo>
                  <a:pt x="106" y="7"/>
                  <a:pt x="106" y="7"/>
                  <a:pt x="106" y="7"/>
                </a:cubicBezTo>
                <a:cubicBezTo>
                  <a:pt x="106" y="11"/>
                  <a:pt x="103" y="15"/>
                  <a:pt x="99" y="15"/>
                </a:cubicBezTo>
                <a:cubicBezTo>
                  <a:pt x="99" y="15"/>
                  <a:pt x="99" y="15"/>
                  <a:pt x="99" y="15"/>
                </a:cubicBezTo>
                <a:cubicBezTo>
                  <a:pt x="95" y="15"/>
                  <a:pt x="91" y="11"/>
                  <a:pt x="91" y="7"/>
                </a:cubicBezTo>
                <a:close/>
                <a:moveTo>
                  <a:pt x="61" y="7"/>
                </a:moveTo>
                <a:cubicBezTo>
                  <a:pt x="61" y="3"/>
                  <a:pt x="64" y="0"/>
                  <a:pt x="68" y="0"/>
                </a:cubicBezTo>
                <a:cubicBezTo>
                  <a:pt x="68" y="0"/>
                  <a:pt x="68" y="0"/>
                  <a:pt x="68" y="0"/>
                </a:cubicBezTo>
                <a:cubicBezTo>
                  <a:pt x="72" y="0"/>
                  <a:pt x="76" y="3"/>
                  <a:pt x="76" y="7"/>
                </a:cubicBezTo>
                <a:cubicBezTo>
                  <a:pt x="76" y="7"/>
                  <a:pt x="76" y="7"/>
                  <a:pt x="76" y="7"/>
                </a:cubicBezTo>
                <a:cubicBezTo>
                  <a:pt x="76" y="11"/>
                  <a:pt x="72" y="15"/>
                  <a:pt x="68" y="15"/>
                </a:cubicBezTo>
                <a:cubicBezTo>
                  <a:pt x="68" y="15"/>
                  <a:pt x="68" y="15"/>
                  <a:pt x="68" y="15"/>
                </a:cubicBezTo>
                <a:cubicBezTo>
                  <a:pt x="64" y="15"/>
                  <a:pt x="61" y="11"/>
                  <a:pt x="61" y="7"/>
                </a:cubicBezTo>
                <a:close/>
                <a:moveTo>
                  <a:pt x="30" y="7"/>
                </a:moveTo>
                <a:cubicBezTo>
                  <a:pt x="30" y="3"/>
                  <a:pt x="33" y="0"/>
                  <a:pt x="38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42" y="0"/>
                  <a:pt x="45" y="3"/>
                  <a:pt x="45" y="7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11"/>
                  <a:pt x="42" y="15"/>
                  <a:pt x="38" y="15"/>
                </a:cubicBezTo>
                <a:cubicBezTo>
                  <a:pt x="38" y="15"/>
                  <a:pt x="38" y="15"/>
                  <a:pt x="38" y="15"/>
                </a:cubicBezTo>
                <a:cubicBezTo>
                  <a:pt x="33" y="15"/>
                  <a:pt x="30" y="11"/>
                  <a:pt x="30" y="7"/>
                </a:cubicBezTo>
                <a:close/>
                <a:moveTo>
                  <a:pt x="0" y="7"/>
                </a:moveTo>
                <a:cubicBezTo>
                  <a:pt x="0" y="3"/>
                  <a:pt x="3" y="0"/>
                  <a:pt x="7" y="0"/>
                </a:cubicBezTo>
                <a:cubicBezTo>
                  <a:pt x="7" y="0"/>
                  <a:pt x="7" y="0"/>
                  <a:pt x="7" y="0"/>
                </a:cubicBezTo>
                <a:cubicBezTo>
                  <a:pt x="11" y="0"/>
                  <a:pt x="15" y="3"/>
                  <a:pt x="15" y="7"/>
                </a:cubicBezTo>
                <a:cubicBezTo>
                  <a:pt x="15" y="7"/>
                  <a:pt x="15" y="7"/>
                  <a:pt x="15" y="7"/>
                </a:cubicBezTo>
                <a:cubicBezTo>
                  <a:pt x="15" y="11"/>
                  <a:pt x="11" y="15"/>
                  <a:pt x="7" y="15"/>
                </a:cubicBezTo>
                <a:cubicBezTo>
                  <a:pt x="7" y="15"/>
                  <a:pt x="7" y="15"/>
                  <a:pt x="7" y="15"/>
                </a:cubicBezTo>
                <a:cubicBezTo>
                  <a:pt x="3" y="15"/>
                  <a:pt x="0" y="11"/>
                  <a:pt x="0" y="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53" name="Freeform 770">
            <a:extLst>
              <a:ext uri="{FF2B5EF4-FFF2-40B4-BE49-F238E27FC236}">
                <a16:creationId xmlns:a16="http://schemas.microsoft.com/office/drawing/2014/main" id="{004F5A0A-112B-9A49-79AC-9AB33DB3DBA2}"/>
              </a:ext>
            </a:extLst>
          </p:cNvPr>
          <p:cNvSpPr>
            <a:spLocks/>
          </p:cNvSpPr>
          <p:nvPr/>
        </p:nvSpPr>
        <p:spPr bwMode="auto">
          <a:xfrm>
            <a:off x="7752411" y="8151571"/>
            <a:ext cx="119346" cy="119346"/>
          </a:xfrm>
          <a:custGeom>
            <a:avLst/>
            <a:gdLst>
              <a:gd name="T0" fmla="*/ 8 w 16"/>
              <a:gd name="T1" fmla="*/ 16 h 16"/>
              <a:gd name="T2" fmla="*/ 3 w 16"/>
              <a:gd name="T3" fmla="*/ 14 h 16"/>
              <a:gd name="T4" fmla="*/ 0 w 16"/>
              <a:gd name="T5" fmla="*/ 8 h 16"/>
              <a:gd name="T6" fmla="*/ 3 w 16"/>
              <a:gd name="T7" fmla="*/ 3 h 16"/>
              <a:gd name="T8" fmla="*/ 13 w 16"/>
              <a:gd name="T9" fmla="*/ 3 h 16"/>
              <a:gd name="T10" fmla="*/ 16 w 16"/>
              <a:gd name="T11" fmla="*/ 8 h 16"/>
              <a:gd name="T12" fmla="*/ 13 w 16"/>
              <a:gd name="T13" fmla="*/ 14 h 16"/>
              <a:gd name="T14" fmla="*/ 8 w 16"/>
              <a:gd name="T15" fmla="*/ 16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" h="16">
                <a:moveTo>
                  <a:pt x="8" y="16"/>
                </a:moveTo>
                <a:cubicBezTo>
                  <a:pt x="6" y="16"/>
                  <a:pt x="4" y="15"/>
                  <a:pt x="3" y="14"/>
                </a:cubicBezTo>
                <a:cubicBezTo>
                  <a:pt x="1" y="12"/>
                  <a:pt x="0" y="10"/>
                  <a:pt x="0" y="8"/>
                </a:cubicBezTo>
                <a:cubicBezTo>
                  <a:pt x="0" y="6"/>
                  <a:pt x="1" y="4"/>
                  <a:pt x="3" y="3"/>
                </a:cubicBezTo>
                <a:cubicBezTo>
                  <a:pt x="5" y="0"/>
                  <a:pt x="11" y="0"/>
                  <a:pt x="13" y="3"/>
                </a:cubicBezTo>
                <a:cubicBezTo>
                  <a:pt x="15" y="4"/>
                  <a:pt x="16" y="6"/>
                  <a:pt x="16" y="8"/>
                </a:cubicBezTo>
                <a:cubicBezTo>
                  <a:pt x="16" y="10"/>
                  <a:pt x="15" y="12"/>
                  <a:pt x="13" y="14"/>
                </a:cubicBezTo>
                <a:cubicBezTo>
                  <a:pt x="12" y="15"/>
                  <a:pt x="10" y="16"/>
                  <a:pt x="8" y="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grpSp>
        <p:nvGrpSpPr>
          <p:cNvPr id="39" name="Группа 36">
            <a:extLst>
              <a:ext uri="{FF2B5EF4-FFF2-40B4-BE49-F238E27FC236}">
                <a16:creationId xmlns:a16="http://schemas.microsoft.com/office/drawing/2014/main" id="{C5A1F399-D613-7BE1-B039-1ACF82592FE2}"/>
              </a:ext>
            </a:extLst>
          </p:cNvPr>
          <p:cNvGrpSpPr/>
          <p:nvPr/>
        </p:nvGrpSpPr>
        <p:grpSpPr>
          <a:xfrm>
            <a:off x="8769993" y="8151571"/>
            <a:ext cx="2836041" cy="119346"/>
            <a:chOff x="4603750" y="4124325"/>
            <a:chExt cx="1433513" cy="60325"/>
          </a:xfrm>
          <a:solidFill>
            <a:schemeClr val="accent2"/>
          </a:solidFill>
        </p:grpSpPr>
        <p:sp>
          <p:nvSpPr>
            <p:cNvPr id="48" name="Freeform 771">
              <a:extLst>
                <a:ext uri="{FF2B5EF4-FFF2-40B4-BE49-F238E27FC236}">
                  <a16:creationId xmlns:a16="http://schemas.microsoft.com/office/drawing/2014/main" id="{8A8C4483-82A8-06A3-09C1-07613013A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750" y="4124325"/>
              <a:ext cx="55563" cy="60325"/>
            </a:xfrm>
            <a:custGeom>
              <a:avLst/>
              <a:gdLst>
                <a:gd name="T0" fmla="*/ 8 w 15"/>
                <a:gd name="T1" fmla="*/ 16 h 16"/>
                <a:gd name="T2" fmla="*/ 2 w 15"/>
                <a:gd name="T3" fmla="*/ 14 h 16"/>
                <a:gd name="T4" fmla="*/ 0 w 15"/>
                <a:gd name="T5" fmla="*/ 8 h 16"/>
                <a:gd name="T6" fmla="*/ 2 w 15"/>
                <a:gd name="T7" fmla="*/ 3 h 16"/>
                <a:gd name="T8" fmla="*/ 13 w 15"/>
                <a:gd name="T9" fmla="*/ 3 h 16"/>
                <a:gd name="T10" fmla="*/ 15 w 15"/>
                <a:gd name="T11" fmla="*/ 8 h 16"/>
                <a:gd name="T12" fmla="*/ 13 w 15"/>
                <a:gd name="T13" fmla="*/ 14 h 16"/>
                <a:gd name="T14" fmla="*/ 8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8" y="16"/>
                  </a:moveTo>
                  <a:cubicBezTo>
                    <a:pt x="6" y="16"/>
                    <a:pt x="4" y="15"/>
                    <a:pt x="2" y="14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3" y="14"/>
                  </a:cubicBezTo>
                  <a:cubicBezTo>
                    <a:pt x="11" y="15"/>
                    <a:pt x="10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49" name="Freeform 772">
              <a:extLst>
                <a:ext uri="{FF2B5EF4-FFF2-40B4-BE49-F238E27FC236}">
                  <a16:creationId xmlns:a16="http://schemas.microsoft.com/office/drawing/2014/main" id="{51A1EA18-427E-8F17-C0BB-09A025843E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19638" y="4127500"/>
              <a:ext cx="1201738" cy="57150"/>
            </a:xfrm>
            <a:custGeom>
              <a:avLst/>
              <a:gdLst>
                <a:gd name="T0" fmla="*/ 312 w 320"/>
                <a:gd name="T1" fmla="*/ 0 h 15"/>
                <a:gd name="T2" fmla="*/ 320 w 320"/>
                <a:gd name="T3" fmla="*/ 7 h 15"/>
                <a:gd name="T4" fmla="*/ 312 w 320"/>
                <a:gd name="T5" fmla="*/ 15 h 15"/>
                <a:gd name="T6" fmla="*/ 305 w 320"/>
                <a:gd name="T7" fmla="*/ 7 h 15"/>
                <a:gd name="T8" fmla="*/ 282 w 320"/>
                <a:gd name="T9" fmla="*/ 0 h 15"/>
                <a:gd name="T10" fmla="*/ 289 w 320"/>
                <a:gd name="T11" fmla="*/ 7 h 15"/>
                <a:gd name="T12" fmla="*/ 282 w 320"/>
                <a:gd name="T13" fmla="*/ 15 h 15"/>
                <a:gd name="T14" fmla="*/ 274 w 320"/>
                <a:gd name="T15" fmla="*/ 7 h 15"/>
                <a:gd name="T16" fmla="*/ 251 w 320"/>
                <a:gd name="T17" fmla="*/ 0 h 15"/>
                <a:gd name="T18" fmla="*/ 259 w 320"/>
                <a:gd name="T19" fmla="*/ 7 h 15"/>
                <a:gd name="T20" fmla="*/ 251 w 320"/>
                <a:gd name="T21" fmla="*/ 15 h 15"/>
                <a:gd name="T22" fmla="*/ 244 w 320"/>
                <a:gd name="T23" fmla="*/ 7 h 15"/>
                <a:gd name="T24" fmla="*/ 221 w 320"/>
                <a:gd name="T25" fmla="*/ 0 h 15"/>
                <a:gd name="T26" fmla="*/ 228 w 320"/>
                <a:gd name="T27" fmla="*/ 7 h 15"/>
                <a:gd name="T28" fmla="*/ 221 w 320"/>
                <a:gd name="T29" fmla="*/ 15 h 15"/>
                <a:gd name="T30" fmla="*/ 213 w 320"/>
                <a:gd name="T31" fmla="*/ 7 h 15"/>
                <a:gd name="T32" fmla="*/ 190 w 320"/>
                <a:gd name="T33" fmla="*/ 0 h 15"/>
                <a:gd name="T34" fmla="*/ 198 w 320"/>
                <a:gd name="T35" fmla="*/ 7 h 15"/>
                <a:gd name="T36" fmla="*/ 190 w 320"/>
                <a:gd name="T37" fmla="*/ 15 h 15"/>
                <a:gd name="T38" fmla="*/ 183 w 320"/>
                <a:gd name="T39" fmla="*/ 7 h 15"/>
                <a:gd name="T40" fmla="*/ 160 w 320"/>
                <a:gd name="T41" fmla="*/ 0 h 15"/>
                <a:gd name="T42" fmla="*/ 167 w 320"/>
                <a:gd name="T43" fmla="*/ 7 h 15"/>
                <a:gd name="T44" fmla="*/ 160 w 320"/>
                <a:gd name="T45" fmla="*/ 15 h 15"/>
                <a:gd name="T46" fmla="*/ 152 w 320"/>
                <a:gd name="T47" fmla="*/ 7 h 15"/>
                <a:gd name="T48" fmla="*/ 129 w 320"/>
                <a:gd name="T49" fmla="*/ 0 h 15"/>
                <a:gd name="T50" fmla="*/ 137 w 320"/>
                <a:gd name="T51" fmla="*/ 7 h 15"/>
                <a:gd name="T52" fmla="*/ 129 w 320"/>
                <a:gd name="T53" fmla="*/ 15 h 15"/>
                <a:gd name="T54" fmla="*/ 122 w 320"/>
                <a:gd name="T55" fmla="*/ 7 h 15"/>
                <a:gd name="T56" fmla="*/ 99 w 320"/>
                <a:gd name="T57" fmla="*/ 0 h 15"/>
                <a:gd name="T58" fmla="*/ 106 w 320"/>
                <a:gd name="T59" fmla="*/ 7 h 15"/>
                <a:gd name="T60" fmla="*/ 99 w 320"/>
                <a:gd name="T61" fmla="*/ 15 h 15"/>
                <a:gd name="T62" fmla="*/ 91 w 320"/>
                <a:gd name="T63" fmla="*/ 7 h 15"/>
                <a:gd name="T64" fmla="*/ 68 w 320"/>
                <a:gd name="T65" fmla="*/ 0 h 15"/>
                <a:gd name="T66" fmla="*/ 76 w 320"/>
                <a:gd name="T67" fmla="*/ 7 h 15"/>
                <a:gd name="T68" fmla="*/ 68 w 320"/>
                <a:gd name="T69" fmla="*/ 15 h 15"/>
                <a:gd name="T70" fmla="*/ 61 w 320"/>
                <a:gd name="T71" fmla="*/ 7 h 15"/>
                <a:gd name="T72" fmla="*/ 38 w 320"/>
                <a:gd name="T73" fmla="*/ 0 h 15"/>
                <a:gd name="T74" fmla="*/ 45 w 320"/>
                <a:gd name="T75" fmla="*/ 7 h 15"/>
                <a:gd name="T76" fmla="*/ 38 w 320"/>
                <a:gd name="T77" fmla="*/ 15 h 15"/>
                <a:gd name="T78" fmla="*/ 30 w 320"/>
                <a:gd name="T79" fmla="*/ 7 h 15"/>
                <a:gd name="T80" fmla="*/ 7 w 320"/>
                <a:gd name="T81" fmla="*/ 0 h 15"/>
                <a:gd name="T82" fmla="*/ 15 w 320"/>
                <a:gd name="T83" fmla="*/ 7 h 15"/>
                <a:gd name="T84" fmla="*/ 7 w 320"/>
                <a:gd name="T85" fmla="*/ 15 h 15"/>
                <a:gd name="T86" fmla="*/ 0 w 320"/>
                <a:gd name="T87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0" h="15">
                  <a:moveTo>
                    <a:pt x="305" y="7"/>
                  </a:moveTo>
                  <a:cubicBezTo>
                    <a:pt x="305" y="3"/>
                    <a:pt x="308" y="0"/>
                    <a:pt x="312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7" y="0"/>
                    <a:pt x="320" y="3"/>
                    <a:pt x="320" y="7"/>
                  </a:cubicBezTo>
                  <a:cubicBezTo>
                    <a:pt x="320" y="7"/>
                    <a:pt x="320" y="7"/>
                    <a:pt x="320" y="7"/>
                  </a:cubicBezTo>
                  <a:cubicBezTo>
                    <a:pt x="320" y="11"/>
                    <a:pt x="317" y="15"/>
                    <a:pt x="312" y="15"/>
                  </a:cubicBezTo>
                  <a:cubicBezTo>
                    <a:pt x="312" y="15"/>
                    <a:pt x="312" y="15"/>
                    <a:pt x="312" y="15"/>
                  </a:cubicBezTo>
                  <a:cubicBezTo>
                    <a:pt x="308" y="15"/>
                    <a:pt x="305" y="11"/>
                    <a:pt x="305" y="7"/>
                  </a:cubicBezTo>
                  <a:close/>
                  <a:moveTo>
                    <a:pt x="274" y="7"/>
                  </a:moveTo>
                  <a:cubicBezTo>
                    <a:pt x="274" y="3"/>
                    <a:pt x="278" y="0"/>
                    <a:pt x="282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89" y="3"/>
                    <a:pt x="289" y="7"/>
                  </a:cubicBezTo>
                  <a:cubicBezTo>
                    <a:pt x="289" y="7"/>
                    <a:pt x="289" y="7"/>
                    <a:pt x="289" y="7"/>
                  </a:cubicBezTo>
                  <a:cubicBezTo>
                    <a:pt x="289" y="11"/>
                    <a:pt x="286" y="15"/>
                    <a:pt x="282" y="15"/>
                  </a:cubicBezTo>
                  <a:cubicBezTo>
                    <a:pt x="282" y="15"/>
                    <a:pt x="282" y="15"/>
                    <a:pt x="282" y="15"/>
                  </a:cubicBezTo>
                  <a:cubicBezTo>
                    <a:pt x="278" y="15"/>
                    <a:pt x="274" y="11"/>
                    <a:pt x="274" y="7"/>
                  </a:cubicBezTo>
                  <a:close/>
                  <a:moveTo>
                    <a:pt x="244" y="7"/>
                  </a:moveTo>
                  <a:cubicBezTo>
                    <a:pt x="244" y="3"/>
                    <a:pt x="247" y="0"/>
                    <a:pt x="251" y="0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256" y="0"/>
                    <a:pt x="259" y="3"/>
                    <a:pt x="259" y="7"/>
                  </a:cubicBezTo>
                  <a:cubicBezTo>
                    <a:pt x="259" y="7"/>
                    <a:pt x="259" y="7"/>
                    <a:pt x="259" y="7"/>
                  </a:cubicBezTo>
                  <a:cubicBezTo>
                    <a:pt x="259" y="11"/>
                    <a:pt x="256" y="15"/>
                    <a:pt x="251" y="15"/>
                  </a:cubicBezTo>
                  <a:cubicBezTo>
                    <a:pt x="251" y="15"/>
                    <a:pt x="251" y="15"/>
                    <a:pt x="251" y="15"/>
                  </a:cubicBezTo>
                  <a:cubicBezTo>
                    <a:pt x="247" y="15"/>
                    <a:pt x="244" y="11"/>
                    <a:pt x="244" y="7"/>
                  </a:cubicBezTo>
                  <a:close/>
                  <a:moveTo>
                    <a:pt x="213" y="7"/>
                  </a:moveTo>
                  <a:cubicBezTo>
                    <a:pt x="213" y="3"/>
                    <a:pt x="217" y="0"/>
                    <a:pt x="221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5" y="0"/>
                    <a:pt x="228" y="3"/>
                    <a:pt x="228" y="7"/>
                  </a:cubicBezTo>
                  <a:cubicBezTo>
                    <a:pt x="228" y="7"/>
                    <a:pt x="228" y="7"/>
                    <a:pt x="228" y="7"/>
                  </a:cubicBezTo>
                  <a:cubicBezTo>
                    <a:pt x="228" y="11"/>
                    <a:pt x="225" y="15"/>
                    <a:pt x="221" y="15"/>
                  </a:cubicBezTo>
                  <a:cubicBezTo>
                    <a:pt x="221" y="15"/>
                    <a:pt x="221" y="15"/>
                    <a:pt x="221" y="15"/>
                  </a:cubicBezTo>
                  <a:cubicBezTo>
                    <a:pt x="217" y="15"/>
                    <a:pt x="213" y="11"/>
                    <a:pt x="213" y="7"/>
                  </a:cubicBezTo>
                  <a:close/>
                  <a:moveTo>
                    <a:pt x="183" y="7"/>
                  </a:moveTo>
                  <a:cubicBezTo>
                    <a:pt x="183" y="3"/>
                    <a:pt x="186" y="0"/>
                    <a:pt x="190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4" y="0"/>
                    <a:pt x="198" y="3"/>
                    <a:pt x="198" y="7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8" y="11"/>
                    <a:pt x="194" y="15"/>
                    <a:pt x="190" y="15"/>
                  </a:cubicBezTo>
                  <a:cubicBezTo>
                    <a:pt x="190" y="15"/>
                    <a:pt x="190" y="15"/>
                    <a:pt x="190" y="15"/>
                  </a:cubicBezTo>
                  <a:cubicBezTo>
                    <a:pt x="186" y="15"/>
                    <a:pt x="183" y="11"/>
                    <a:pt x="183" y="7"/>
                  </a:cubicBezTo>
                  <a:close/>
                  <a:moveTo>
                    <a:pt x="152" y="7"/>
                  </a:moveTo>
                  <a:cubicBezTo>
                    <a:pt x="152" y="3"/>
                    <a:pt x="156" y="0"/>
                    <a:pt x="160" y="0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64" y="0"/>
                    <a:pt x="167" y="3"/>
                    <a:pt x="167" y="7"/>
                  </a:cubicBezTo>
                  <a:cubicBezTo>
                    <a:pt x="167" y="7"/>
                    <a:pt x="167" y="7"/>
                    <a:pt x="167" y="7"/>
                  </a:cubicBezTo>
                  <a:cubicBezTo>
                    <a:pt x="167" y="11"/>
                    <a:pt x="164" y="15"/>
                    <a:pt x="160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56" y="15"/>
                    <a:pt x="152" y="11"/>
                    <a:pt x="152" y="7"/>
                  </a:cubicBezTo>
                  <a:close/>
                  <a:moveTo>
                    <a:pt x="122" y="7"/>
                  </a:moveTo>
                  <a:cubicBezTo>
                    <a:pt x="122" y="3"/>
                    <a:pt x="125" y="0"/>
                    <a:pt x="129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3" y="0"/>
                    <a:pt x="137" y="3"/>
                    <a:pt x="137" y="7"/>
                  </a:cubicBezTo>
                  <a:cubicBezTo>
                    <a:pt x="137" y="7"/>
                    <a:pt x="137" y="7"/>
                    <a:pt x="137" y="7"/>
                  </a:cubicBezTo>
                  <a:cubicBezTo>
                    <a:pt x="137" y="11"/>
                    <a:pt x="133" y="15"/>
                    <a:pt x="129" y="15"/>
                  </a:cubicBezTo>
                  <a:cubicBezTo>
                    <a:pt x="129" y="15"/>
                    <a:pt x="129" y="15"/>
                    <a:pt x="129" y="15"/>
                  </a:cubicBezTo>
                  <a:cubicBezTo>
                    <a:pt x="125" y="15"/>
                    <a:pt x="122" y="11"/>
                    <a:pt x="122" y="7"/>
                  </a:cubicBezTo>
                  <a:close/>
                  <a:moveTo>
                    <a:pt x="91" y="7"/>
                  </a:moveTo>
                  <a:cubicBezTo>
                    <a:pt x="91" y="3"/>
                    <a:pt x="95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3" y="0"/>
                    <a:pt x="106" y="3"/>
                    <a:pt x="106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1"/>
                    <a:pt x="103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5" y="15"/>
                    <a:pt x="91" y="11"/>
                    <a:pt x="91" y="7"/>
                  </a:cubicBezTo>
                  <a:close/>
                  <a:moveTo>
                    <a:pt x="61" y="7"/>
                  </a:moveTo>
                  <a:cubicBezTo>
                    <a:pt x="61" y="3"/>
                    <a:pt x="64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2" y="0"/>
                    <a:pt x="76" y="3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11"/>
                    <a:pt x="72" y="15"/>
                    <a:pt x="68" y="15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64" y="15"/>
                    <a:pt x="61" y="11"/>
                    <a:pt x="61" y="7"/>
                  </a:cubicBezTo>
                  <a:close/>
                  <a:moveTo>
                    <a:pt x="30" y="7"/>
                  </a:moveTo>
                  <a:cubicBezTo>
                    <a:pt x="30" y="3"/>
                    <a:pt x="33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2" y="0"/>
                    <a:pt x="45" y="3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11"/>
                    <a:pt x="42" y="15"/>
                    <a:pt x="38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3" y="15"/>
                    <a:pt x="30" y="11"/>
                    <a:pt x="30" y="7"/>
                  </a:cubicBezTo>
                  <a:close/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50" name="Freeform 773">
              <a:extLst>
                <a:ext uri="{FF2B5EF4-FFF2-40B4-BE49-F238E27FC236}">
                  <a16:creationId xmlns:a16="http://schemas.microsoft.com/office/drawing/2014/main" id="{59F3244C-3F3A-0103-87A4-FD8034750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938" y="4124325"/>
              <a:ext cx="60325" cy="60325"/>
            </a:xfrm>
            <a:custGeom>
              <a:avLst/>
              <a:gdLst>
                <a:gd name="T0" fmla="*/ 8 w 16"/>
                <a:gd name="T1" fmla="*/ 16 h 16"/>
                <a:gd name="T2" fmla="*/ 3 w 16"/>
                <a:gd name="T3" fmla="*/ 14 h 16"/>
                <a:gd name="T4" fmla="*/ 0 w 16"/>
                <a:gd name="T5" fmla="*/ 8 h 16"/>
                <a:gd name="T6" fmla="*/ 3 w 16"/>
                <a:gd name="T7" fmla="*/ 3 h 16"/>
                <a:gd name="T8" fmla="*/ 13 w 16"/>
                <a:gd name="T9" fmla="*/ 3 h 16"/>
                <a:gd name="T10" fmla="*/ 16 w 16"/>
                <a:gd name="T11" fmla="*/ 8 h 16"/>
                <a:gd name="T12" fmla="*/ 13 w 16"/>
                <a:gd name="T13" fmla="*/ 14 h 16"/>
                <a:gd name="T14" fmla="*/ 8 w 16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6">
                  <a:moveTo>
                    <a:pt x="8" y="16"/>
                  </a:moveTo>
                  <a:cubicBezTo>
                    <a:pt x="6" y="16"/>
                    <a:pt x="4" y="15"/>
                    <a:pt x="3" y="14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3" y="3"/>
                  </a:cubicBezTo>
                  <a:cubicBezTo>
                    <a:pt x="5" y="0"/>
                    <a:pt x="11" y="0"/>
                    <a:pt x="13" y="3"/>
                  </a:cubicBezTo>
                  <a:cubicBezTo>
                    <a:pt x="15" y="4"/>
                    <a:pt x="16" y="6"/>
                    <a:pt x="16" y="8"/>
                  </a:cubicBezTo>
                  <a:cubicBezTo>
                    <a:pt x="16" y="10"/>
                    <a:pt x="15" y="12"/>
                    <a:pt x="13" y="14"/>
                  </a:cubicBezTo>
                  <a:cubicBezTo>
                    <a:pt x="12" y="15"/>
                    <a:pt x="10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40" name="Группа 37">
            <a:extLst>
              <a:ext uri="{FF2B5EF4-FFF2-40B4-BE49-F238E27FC236}">
                <a16:creationId xmlns:a16="http://schemas.microsoft.com/office/drawing/2014/main" id="{3C49A717-889A-27FD-C70E-B13B634D47E4}"/>
              </a:ext>
            </a:extLst>
          </p:cNvPr>
          <p:cNvGrpSpPr/>
          <p:nvPr/>
        </p:nvGrpSpPr>
        <p:grpSpPr>
          <a:xfrm>
            <a:off x="12529396" y="8151571"/>
            <a:ext cx="2836039" cy="119346"/>
            <a:chOff x="6503988" y="4124325"/>
            <a:chExt cx="1433512" cy="60325"/>
          </a:xfrm>
          <a:solidFill>
            <a:schemeClr val="accent3"/>
          </a:solidFill>
        </p:grpSpPr>
        <p:sp>
          <p:nvSpPr>
            <p:cNvPr id="45" name="Freeform 774">
              <a:extLst>
                <a:ext uri="{FF2B5EF4-FFF2-40B4-BE49-F238E27FC236}">
                  <a16:creationId xmlns:a16="http://schemas.microsoft.com/office/drawing/2014/main" id="{4BF23BDF-2AE7-5053-37CE-5F8E8490D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988" y="4124325"/>
              <a:ext cx="55563" cy="60325"/>
            </a:xfrm>
            <a:custGeom>
              <a:avLst/>
              <a:gdLst>
                <a:gd name="T0" fmla="*/ 8 w 15"/>
                <a:gd name="T1" fmla="*/ 16 h 16"/>
                <a:gd name="T2" fmla="*/ 2 w 15"/>
                <a:gd name="T3" fmla="*/ 14 h 16"/>
                <a:gd name="T4" fmla="*/ 0 w 15"/>
                <a:gd name="T5" fmla="*/ 8 h 16"/>
                <a:gd name="T6" fmla="*/ 2 w 15"/>
                <a:gd name="T7" fmla="*/ 3 h 16"/>
                <a:gd name="T8" fmla="*/ 13 w 15"/>
                <a:gd name="T9" fmla="*/ 3 h 16"/>
                <a:gd name="T10" fmla="*/ 15 w 15"/>
                <a:gd name="T11" fmla="*/ 8 h 16"/>
                <a:gd name="T12" fmla="*/ 13 w 15"/>
                <a:gd name="T13" fmla="*/ 14 h 16"/>
                <a:gd name="T14" fmla="*/ 8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8" y="16"/>
                  </a:moveTo>
                  <a:cubicBezTo>
                    <a:pt x="6" y="16"/>
                    <a:pt x="4" y="15"/>
                    <a:pt x="2" y="14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3" y="14"/>
                  </a:cubicBezTo>
                  <a:cubicBezTo>
                    <a:pt x="12" y="15"/>
                    <a:pt x="10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46" name="Freeform 775">
              <a:extLst>
                <a:ext uri="{FF2B5EF4-FFF2-40B4-BE49-F238E27FC236}">
                  <a16:creationId xmlns:a16="http://schemas.microsoft.com/office/drawing/2014/main" id="{7138FB15-3958-71B2-ECF0-3F5549AF17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19875" y="4127500"/>
              <a:ext cx="1201738" cy="57150"/>
            </a:xfrm>
            <a:custGeom>
              <a:avLst/>
              <a:gdLst>
                <a:gd name="T0" fmla="*/ 313 w 320"/>
                <a:gd name="T1" fmla="*/ 0 h 15"/>
                <a:gd name="T2" fmla="*/ 320 w 320"/>
                <a:gd name="T3" fmla="*/ 7 h 15"/>
                <a:gd name="T4" fmla="*/ 313 w 320"/>
                <a:gd name="T5" fmla="*/ 15 h 15"/>
                <a:gd name="T6" fmla="*/ 305 w 320"/>
                <a:gd name="T7" fmla="*/ 7 h 15"/>
                <a:gd name="T8" fmla="*/ 282 w 320"/>
                <a:gd name="T9" fmla="*/ 0 h 15"/>
                <a:gd name="T10" fmla="*/ 290 w 320"/>
                <a:gd name="T11" fmla="*/ 7 h 15"/>
                <a:gd name="T12" fmla="*/ 282 w 320"/>
                <a:gd name="T13" fmla="*/ 15 h 15"/>
                <a:gd name="T14" fmla="*/ 275 w 320"/>
                <a:gd name="T15" fmla="*/ 7 h 15"/>
                <a:gd name="T16" fmla="*/ 252 w 320"/>
                <a:gd name="T17" fmla="*/ 0 h 15"/>
                <a:gd name="T18" fmla="*/ 259 w 320"/>
                <a:gd name="T19" fmla="*/ 7 h 15"/>
                <a:gd name="T20" fmla="*/ 252 w 320"/>
                <a:gd name="T21" fmla="*/ 15 h 15"/>
                <a:gd name="T22" fmla="*/ 244 w 320"/>
                <a:gd name="T23" fmla="*/ 7 h 15"/>
                <a:gd name="T24" fmla="*/ 221 w 320"/>
                <a:gd name="T25" fmla="*/ 0 h 15"/>
                <a:gd name="T26" fmla="*/ 229 w 320"/>
                <a:gd name="T27" fmla="*/ 7 h 15"/>
                <a:gd name="T28" fmla="*/ 221 w 320"/>
                <a:gd name="T29" fmla="*/ 15 h 15"/>
                <a:gd name="T30" fmla="*/ 214 w 320"/>
                <a:gd name="T31" fmla="*/ 7 h 15"/>
                <a:gd name="T32" fmla="*/ 191 w 320"/>
                <a:gd name="T33" fmla="*/ 0 h 15"/>
                <a:gd name="T34" fmla="*/ 198 w 320"/>
                <a:gd name="T35" fmla="*/ 7 h 15"/>
                <a:gd name="T36" fmla="*/ 191 w 320"/>
                <a:gd name="T37" fmla="*/ 15 h 15"/>
                <a:gd name="T38" fmla="*/ 183 w 320"/>
                <a:gd name="T39" fmla="*/ 7 h 15"/>
                <a:gd name="T40" fmla="*/ 160 w 320"/>
                <a:gd name="T41" fmla="*/ 0 h 15"/>
                <a:gd name="T42" fmla="*/ 167 w 320"/>
                <a:gd name="T43" fmla="*/ 7 h 15"/>
                <a:gd name="T44" fmla="*/ 160 w 320"/>
                <a:gd name="T45" fmla="*/ 15 h 15"/>
                <a:gd name="T46" fmla="*/ 152 w 320"/>
                <a:gd name="T47" fmla="*/ 7 h 15"/>
                <a:gd name="T48" fmla="*/ 129 w 320"/>
                <a:gd name="T49" fmla="*/ 0 h 15"/>
                <a:gd name="T50" fmla="*/ 137 w 320"/>
                <a:gd name="T51" fmla="*/ 7 h 15"/>
                <a:gd name="T52" fmla="*/ 129 w 320"/>
                <a:gd name="T53" fmla="*/ 15 h 15"/>
                <a:gd name="T54" fmla="*/ 122 w 320"/>
                <a:gd name="T55" fmla="*/ 7 h 15"/>
                <a:gd name="T56" fmla="*/ 99 w 320"/>
                <a:gd name="T57" fmla="*/ 0 h 15"/>
                <a:gd name="T58" fmla="*/ 106 w 320"/>
                <a:gd name="T59" fmla="*/ 7 h 15"/>
                <a:gd name="T60" fmla="*/ 99 w 320"/>
                <a:gd name="T61" fmla="*/ 15 h 15"/>
                <a:gd name="T62" fmla="*/ 91 w 320"/>
                <a:gd name="T63" fmla="*/ 7 h 15"/>
                <a:gd name="T64" fmla="*/ 68 w 320"/>
                <a:gd name="T65" fmla="*/ 0 h 15"/>
                <a:gd name="T66" fmla="*/ 76 w 320"/>
                <a:gd name="T67" fmla="*/ 7 h 15"/>
                <a:gd name="T68" fmla="*/ 68 w 320"/>
                <a:gd name="T69" fmla="*/ 15 h 15"/>
                <a:gd name="T70" fmla="*/ 61 w 320"/>
                <a:gd name="T71" fmla="*/ 7 h 15"/>
                <a:gd name="T72" fmla="*/ 38 w 320"/>
                <a:gd name="T73" fmla="*/ 0 h 15"/>
                <a:gd name="T74" fmla="*/ 45 w 320"/>
                <a:gd name="T75" fmla="*/ 7 h 15"/>
                <a:gd name="T76" fmla="*/ 38 w 320"/>
                <a:gd name="T77" fmla="*/ 15 h 15"/>
                <a:gd name="T78" fmla="*/ 30 w 320"/>
                <a:gd name="T79" fmla="*/ 7 h 15"/>
                <a:gd name="T80" fmla="*/ 7 w 320"/>
                <a:gd name="T81" fmla="*/ 0 h 15"/>
                <a:gd name="T82" fmla="*/ 15 w 320"/>
                <a:gd name="T83" fmla="*/ 7 h 15"/>
                <a:gd name="T84" fmla="*/ 7 w 320"/>
                <a:gd name="T85" fmla="*/ 15 h 15"/>
                <a:gd name="T86" fmla="*/ 0 w 320"/>
                <a:gd name="T87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0" h="15">
                  <a:moveTo>
                    <a:pt x="305" y="7"/>
                  </a:moveTo>
                  <a:cubicBezTo>
                    <a:pt x="305" y="3"/>
                    <a:pt x="309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7" y="0"/>
                    <a:pt x="320" y="3"/>
                    <a:pt x="320" y="7"/>
                  </a:cubicBezTo>
                  <a:cubicBezTo>
                    <a:pt x="320" y="7"/>
                    <a:pt x="320" y="7"/>
                    <a:pt x="320" y="7"/>
                  </a:cubicBezTo>
                  <a:cubicBezTo>
                    <a:pt x="320" y="11"/>
                    <a:pt x="317" y="15"/>
                    <a:pt x="313" y="15"/>
                  </a:cubicBezTo>
                  <a:cubicBezTo>
                    <a:pt x="313" y="15"/>
                    <a:pt x="313" y="15"/>
                    <a:pt x="313" y="15"/>
                  </a:cubicBezTo>
                  <a:cubicBezTo>
                    <a:pt x="309" y="15"/>
                    <a:pt x="305" y="11"/>
                    <a:pt x="305" y="7"/>
                  </a:cubicBezTo>
                  <a:close/>
                  <a:moveTo>
                    <a:pt x="275" y="7"/>
                  </a:moveTo>
                  <a:cubicBezTo>
                    <a:pt x="275" y="3"/>
                    <a:pt x="278" y="0"/>
                    <a:pt x="282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6" y="0"/>
                    <a:pt x="290" y="3"/>
                    <a:pt x="290" y="7"/>
                  </a:cubicBezTo>
                  <a:cubicBezTo>
                    <a:pt x="290" y="7"/>
                    <a:pt x="290" y="7"/>
                    <a:pt x="290" y="7"/>
                  </a:cubicBezTo>
                  <a:cubicBezTo>
                    <a:pt x="290" y="11"/>
                    <a:pt x="286" y="15"/>
                    <a:pt x="282" y="15"/>
                  </a:cubicBezTo>
                  <a:cubicBezTo>
                    <a:pt x="282" y="15"/>
                    <a:pt x="282" y="15"/>
                    <a:pt x="282" y="15"/>
                  </a:cubicBezTo>
                  <a:cubicBezTo>
                    <a:pt x="278" y="15"/>
                    <a:pt x="275" y="11"/>
                    <a:pt x="275" y="7"/>
                  </a:cubicBezTo>
                  <a:close/>
                  <a:moveTo>
                    <a:pt x="244" y="7"/>
                  </a:moveTo>
                  <a:cubicBezTo>
                    <a:pt x="244" y="3"/>
                    <a:pt x="247" y="0"/>
                    <a:pt x="252" y="0"/>
                  </a:cubicBezTo>
                  <a:cubicBezTo>
                    <a:pt x="252" y="0"/>
                    <a:pt x="252" y="0"/>
                    <a:pt x="252" y="0"/>
                  </a:cubicBezTo>
                  <a:cubicBezTo>
                    <a:pt x="256" y="0"/>
                    <a:pt x="259" y="3"/>
                    <a:pt x="259" y="7"/>
                  </a:cubicBezTo>
                  <a:cubicBezTo>
                    <a:pt x="259" y="7"/>
                    <a:pt x="259" y="7"/>
                    <a:pt x="259" y="7"/>
                  </a:cubicBezTo>
                  <a:cubicBezTo>
                    <a:pt x="259" y="11"/>
                    <a:pt x="256" y="15"/>
                    <a:pt x="252" y="15"/>
                  </a:cubicBezTo>
                  <a:cubicBezTo>
                    <a:pt x="252" y="15"/>
                    <a:pt x="252" y="15"/>
                    <a:pt x="252" y="15"/>
                  </a:cubicBezTo>
                  <a:cubicBezTo>
                    <a:pt x="247" y="15"/>
                    <a:pt x="244" y="11"/>
                    <a:pt x="244" y="7"/>
                  </a:cubicBezTo>
                  <a:close/>
                  <a:moveTo>
                    <a:pt x="214" y="7"/>
                  </a:moveTo>
                  <a:cubicBezTo>
                    <a:pt x="214" y="3"/>
                    <a:pt x="217" y="0"/>
                    <a:pt x="221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25" y="0"/>
                    <a:pt x="229" y="3"/>
                    <a:pt x="229" y="7"/>
                  </a:cubicBezTo>
                  <a:cubicBezTo>
                    <a:pt x="229" y="7"/>
                    <a:pt x="229" y="7"/>
                    <a:pt x="229" y="7"/>
                  </a:cubicBezTo>
                  <a:cubicBezTo>
                    <a:pt x="229" y="11"/>
                    <a:pt x="225" y="15"/>
                    <a:pt x="221" y="15"/>
                  </a:cubicBezTo>
                  <a:cubicBezTo>
                    <a:pt x="221" y="15"/>
                    <a:pt x="221" y="15"/>
                    <a:pt x="221" y="15"/>
                  </a:cubicBezTo>
                  <a:cubicBezTo>
                    <a:pt x="217" y="15"/>
                    <a:pt x="214" y="11"/>
                    <a:pt x="214" y="7"/>
                  </a:cubicBezTo>
                  <a:close/>
                  <a:moveTo>
                    <a:pt x="183" y="7"/>
                  </a:moveTo>
                  <a:cubicBezTo>
                    <a:pt x="183" y="3"/>
                    <a:pt x="186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5" y="0"/>
                    <a:pt x="198" y="3"/>
                    <a:pt x="198" y="7"/>
                  </a:cubicBezTo>
                  <a:cubicBezTo>
                    <a:pt x="198" y="7"/>
                    <a:pt x="198" y="7"/>
                    <a:pt x="198" y="7"/>
                  </a:cubicBezTo>
                  <a:cubicBezTo>
                    <a:pt x="198" y="11"/>
                    <a:pt x="195" y="15"/>
                    <a:pt x="191" y="15"/>
                  </a:cubicBezTo>
                  <a:cubicBezTo>
                    <a:pt x="191" y="15"/>
                    <a:pt x="191" y="15"/>
                    <a:pt x="191" y="15"/>
                  </a:cubicBezTo>
                  <a:cubicBezTo>
                    <a:pt x="186" y="15"/>
                    <a:pt x="183" y="11"/>
                    <a:pt x="183" y="7"/>
                  </a:cubicBezTo>
                  <a:close/>
                  <a:moveTo>
                    <a:pt x="152" y="7"/>
                  </a:moveTo>
                  <a:cubicBezTo>
                    <a:pt x="152" y="3"/>
                    <a:pt x="156" y="0"/>
                    <a:pt x="160" y="0"/>
                  </a:cubicBezTo>
                  <a:cubicBezTo>
                    <a:pt x="160" y="0"/>
                    <a:pt x="160" y="0"/>
                    <a:pt x="160" y="0"/>
                  </a:cubicBezTo>
                  <a:cubicBezTo>
                    <a:pt x="164" y="0"/>
                    <a:pt x="167" y="3"/>
                    <a:pt x="167" y="7"/>
                  </a:cubicBezTo>
                  <a:cubicBezTo>
                    <a:pt x="167" y="7"/>
                    <a:pt x="167" y="7"/>
                    <a:pt x="167" y="7"/>
                  </a:cubicBezTo>
                  <a:cubicBezTo>
                    <a:pt x="167" y="11"/>
                    <a:pt x="164" y="15"/>
                    <a:pt x="160" y="15"/>
                  </a:cubicBezTo>
                  <a:cubicBezTo>
                    <a:pt x="160" y="15"/>
                    <a:pt x="160" y="15"/>
                    <a:pt x="160" y="15"/>
                  </a:cubicBezTo>
                  <a:cubicBezTo>
                    <a:pt x="156" y="15"/>
                    <a:pt x="152" y="11"/>
                    <a:pt x="152" y="7"/>
                  </a:cubicBezTo>
                  <a:close/>
                  <a:moveTo>
                    <a:pt x="122" y="7"/>
                  </a:moveTo>
                  <a:cubicBezTo>
                    <a:pt x="122" y="3"/>
                    <a:pt x="125" y="0"/>
                    <a:pt x="129" y="0"/>
                  </a:cubicBezTo>
                  <a:cubicBezTo>
                    <a:pt x="129" y="0"/>
                    <a:pt x="129" y="0"/>
                    <a:pt x="129" y="0"/>
                  </a:cubicBezTo>
                  <a:cubicBezTo>
                    <a:pt x="134" y="0"/>
                    <a:pt x="137" y="3"/>
                    <a:pt x="137" y="7"/>
                  </a:cubicBezTo>
                  <a:cubicBezTo>
                    <a:pt x="137" y="7"/>
                    <a:pt x="137" y="7"/>
                    <a:pt x="137" y="7"/>
                  </a:cubicBezTo>
                  <a:cubicBezTo>
                    <a:pt x="137" y="11"/>
                    <a:pt x="134" y="15"/>
                    <a:pt x="129" y="15"/>
                  </a:cubicBezTo>
                  <a:cubicBezTo>
                    <a:pt x="129" y="15"/>
                    <a:pt x="129" y="15"/>
                    <a:pt x="129" y="15"/>
                  </a:cubicBezTo>
                  <a:cubicBezTo>
                    <a:pt x="125" y="15"/>
                    <a:pt x="122" y="11"/>
                    <a:pt x="122" y="7"/>
                  </a:cubicBezTo>
                  <a:close/>
                  <a:moveTo>
                    <a:pt x="91" y="7"/>
                  </a:moveTo>
                  <a:cubicBezTo>
                    <a:pt x="91" y="3"/>
                    <a:pt x="95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3" y="0"/>
                    <a:pt x="106" y="3"/>
                    <a:pt x="106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6" y="11"/>
                    <a:pt x="103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5" y="15"/>
                    <a:pt x="91" y="11"/>
                    <a:pt x="91" y="7"/>
                  </a:cubicBezTo>
                  <a:close/>
                  <a:moveTo>
                    <a:pt x="61" y="7"/>
                  </a:moveTo>
                  <a:cubicBezTo>
                    <a:pt x="61" y="3"/>
                    <a:pt x="64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3" y="0"/>
                    <a:pt x="76" y="3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11"/>
                    <a:pt x="73" y="15"/>
                    <a:pt x="68" y="15"/>
                  </a:cubicBezTo>
                  <a:cubicBezTo>
                    <a:pt x="68" y="15"/>
                    <a:pt x="68" y="15"/>
                    <a:pt x="68" y="15"/>
                  </a:cubicBezTo>
                  <a:cubicBezTo>
                    <a:pt x="64" y="15"/>
                    <a:pt x="61" y="11"/>
                    <a:pt x="61" y="7"/>
                  </a:cubicBezTo>
                  <a:close/>
                  <a:moveTo>
                    <a:pt x="30" y="7"/>
                  </a:moveTo>
                  <a:cubicBezTo>
                    <a:pt x="30" y="3"/>
                    <a:pt x="3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2" y="0"/>
                    <a:pt x="45" y="3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11"/>
                    <a:pt x="42" y="15"/>
                    <a:pt x="38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4" y="15"/>
                    <a:pt x="30" y="11"/>
                    <a:pt x="30" y="7"/>
                  </a:cubicBezTo>
                  <a:close/>
                  <a:moveTo>
                    <a:pt x="0" y="7"/>
                  </a:moveTo>
                  <a:cubicBezTo>
                    <a:pt x="0" y="3"/>
                    <a:pt x="3" y="0"/>
                    <a:pt x="7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1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1" y="15"/>
                    <a:pt x="7" y="15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3" y="15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47" name="Freeform 776">
              <a:extLst>
                <a:ext uri="{FF2B5EF4-FFF2-40B4-BE49-F238E27FC236}">
                  <a16:creationId xmlns:a16="http://schemas.microsoft.com/office/drawing/2014/main" id="{726AB65F-F9B7-56DD-1180-55E3E11D50F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0350" y="4124325"/>
              <a:ext cx="57150" cy="60325"/>
            </a:xfrm>
            <a:custGeom>
              <a:avLst/>
              <a:gdLst>
                <a:gd name="T0" fmla="*/ 7 w 15"/>
                <a:gd name="T1" fmla="*/ 16 h 16"/>
                <a:gd name="T2" fmla="*/ 2 w 15"/>
                <a:gd name="T3" fmla="*/ 14 h 16"/>
                <a:gd name="T4" fmla="*/ 0 w 15"/>
                <a:gd name="T5" fmla="*/ 8 h 16"/>
                <a:gd name="T6" fmla="*/ 2 w 15"/>
                <a:gd name="T7" fmla="*/ 3 h 16"/>
                <a:gd name="T8" fmla="*/ 13 w 15"/>
                <a:gd name="T9" fmla="*/ 3 h 16"/>
                <a:gd name="T10" fmla="*/ 15 w 15"/>
                <a:gd name="T11" fmla="*/ 8 h 16"/>
                <a:gd name="T12" fmla="*/ 13 w 15"/>
                <a:gd name="T13" fmla="*/ 14 h 16"/>
                <a:gd name="T14" fmla="*/ 7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7" y="16"/>
                  </a:moveTo>
                  <a:cubicBezTo>
                    <a:pt x="5" y="16"/>
                    <a:pt x="3" y="15"/>
                    <a:pt x="2" y="14"/>
                  </a:cubicBezTo>
                  <a:cubicBezTo>
                    <a:pt x="0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3" y="14"/>
                  </a:cubicBezTo>
                  <a:cubicBezTo>
                    <a:pt x="11" y="15"/>
                    <a:pt x="9" y="16"/>
                    <a:pt x="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41" name="Группа 38">
            <a:extLst>
              <a:ext uri="{FF2B5EF4-FFF2-40B4-BE49-F238E27FC236}">
                <a16:creationId xmlns:a16="http://schemas.microsoft.com/office/drawing/2014/main" id="{01A2E484-B563-63CD-AB63-A87ABFFF0617}"/>
              </a:ext>
            </a:extLst>
          </p:cNvPr>
          <p:cNvGrpSpPr/>
          <p:nvPr/>
        </p:nvGrpSpPr>
        <p:grpSpPr>
          <a:xfrm>
            <a:off x="16257390" y="8151571"/>
            <a:ext cx="2829760" cy="119346"/>
            <a:chOff x="8388350" y="4124325"/>
            <a:chExt cx="1430338" cy="60325"/>
          </a:xfrm>
          <a:solidFill>
            <a:schemeClr val="accent4"/>
          </a:solidFill>
        </p:grpSpPr>
        <p:sp>
          <p:nvSpPr>
            <p:cNvPr id="42" name="Freeform 777">
              <a:extLst>
                <a:ext uri="{FF2B5EF4-FFF2-40B4-BE49-F238E27FC236}">
                  <a16:creationId xmlns:a16="http://schemas.microsoft.com/office/drawing/2014/main" id="{10C47589-96CD-8140-BE13-5F58889BF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8350" y="4124325"/>
              <a:ext cx="55563" cy="60325"/>
            </a:xfrm>
            <a:custGeom>
              <a:avLst/>
              <a:gdLst>
                <a:gd name="T0" fmla="*/ 7 w 15"/>
                <a:gd name="T1" fmla="*/ 16 h 16"/>
                <a:gd name="T2" fmla="*/ 2 w 15"/>
                <a:gd name="T3" fmla="*/ 14 h 16"/>
                <a:gd name="T4" fmla="*/ 0 w 15"/>
                <a:gd name="T5" fmla="*/ 8 h 16"/>
                <a:gd name="T6" fmla="*/ 2 w 15"/>
                <a:gd name="T7" fmla="*/ 3 h 16"/>
                <a:gd name="T8" fmla="*/ 13 w 15"/>
                <a:gd name="T9" fmla="*/ 3 h 16"/>
                <a:gd name="T10" fmla="*/ 15 w 15"/>
                <a:gd name="T11" fmla="*/ 8 h 16"/>
                <a:gd name="T12" fmla="*/ 13 w 15"/>
                <a:gd name="T13" fmla="*/ 14 h 16"/>
                <a:gd name="T14" fmla="*/ 7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7" y="16"/>
                  </a:moveTo>
                  <a:cubicBezTo>
                    <a:pt x="5" y="16"/>
                    <a:pt x="3" y="15"/>
                    <a:pt x="2" y="14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3" y="14"/>
                  </a:cubicBezTo>
                  <a:cubicBezTo>
                    <a:pt x="11" y="15"/>
                    <a:pt x="9" y="16"/>
                    <a:pt x="7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43" name="Freeform 778">
              <a:extLst>
                <a:ext uri="{FF2B5EF4-FFF2-40B4-BE49-F238E27FC236}">
                  <a16:creationId xmlns:a16="http://schemas.microsoft.com/office/drawing/2014/main" id="{4C42A996-4A21-DC1C-208A-1797DD9DCF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01063" y="4127500"/>
              <a:ext cx="1204913" cy="57150"/>
            </a:xfrm>
            <a:custGeom>
              <a:avLst/>
              <a:gdLst>
                <a:gd name="T0" fmla="*/ 313 w 321"/>
                <a:gd name="T1" fmla="*/ 0 h 15"/>
                <a:gd name="T2" fmla="*/ 321 w 321"/>
                <a:gd name="T3" fmla="*/ 7 h 15"/>
                <a:gd name="T4" fmla="*/ 313 w 321"/>
                <a:gd name="T5" fmla="*/ 15 h 15"/>
                <a:gd name="T6" fmla="*/ 306 w 321"/>
                <a:gd name="T7" fmla="*/ 7 h 15"/>
                <a:gd name="T8" fmla="*/ 283 w 321"/>
                <a:gd name="T9" fmla="*/ 0 h 15"/>
                <a:gd name="T10" fmla="*/ 290 w 321"/>
                <a:gd name="T11" fmla="*/ 7 h 15"/>
                <a:gd name="T12" fmla="*/ 283 w 321"/>
                <a:gd name="T13" fmla="*/ 15 h 15"/>
                <a:gd name="T14" fmla="*/ 275 w 321"/>
                <a:gd name="T15" fmla="*/ 7 h 15"/>
                <a:gd name="T16" fmla="*/ 252 w 321"/>
                <a:gd name="T17" fmla="*/ 0 h 15"/>
                <a:gd name="T18" fmla="*/ 260 w 321"/>
                <a:gd name="T19" fmla="*/ 7 h 15"/>
                <a:gd name="T20" fmla="*/ 252 w 321"/>
                <a:gd name="T21" fmla="*/ 15 h 15"/>
                <a:gd name="T22" fmla="*/ 245 w 321"/>
                <a:gd name="T23" fmla="*/ 7 h 15"/>
                <a:gd name="T24" fmla="*/ 222 w 321"/>
                <a:gd name="T25" fmla="*/ 0 h 15"/>
                <a:gd name="T26" fmla="*/ 229 w 321"/>
                <a:gd name="T27" fmla="*/ 7 h 15"/>
                <a:gd name="T28" fmla="*/ 222 w 321"/>
                <a:gd name="T29" fmla="*/ 15 h 15"/>
                <a:gd name="T30" fmla="*/ 214 w 321"/>
                <a:gd name="T31" fmla="*/ 7 h 15"/>
                <a:gd name="T32" fmla="*/ 191 w 321"/>
                <a:gd name="T33" fmla="*/ 0 h 15"/>
                <a:gd name="T34" fmla="*/ 199 w 321"/>
                <a:gd name="T35" fmla="*/ 7 h 15"/>
                <a:gd name="T36" fmla="*/ 191 w 321"/>
                <a:gd name="T37" fmla="*/ 15 h 15"/>
                <a:gd name="T38" fmla="*/ 184 w 321"/>
                <a:gd name="T39" fmla="*/ 7 h 15"/>
                <a:gd name="T40" fmla="*/ 161 w 321"/>
                <a:gd name="T41" fmla="*/ 0 h 15"/>
                <a:gd name="T42" fmla="*/ 168 w 321"/>
                <a:gd name="T43" fmla="*/ 7 h 15"/>
                <a:gd name="T44" fmla="*/ 161 w 321"/>
                <a:gd name="T45" fmla="*/ 15 h 15"/>
                <a:gd name="T46" fmla="*/ 153 w 321"/>
                <a:gd name="T47" fmla="*/ 7 h 15"/>
                <a:gd name="T48" fmla="*/ 130 w 321"/>
                <a:gd name="T49" fmla="*/ 0 h 15"/>
                <a:gd name="T50" fmla="*/ 137 w 321"/>
                <a:gd name="T51" fmla="*/ 7 h 15"/>
                <a:gd name="T52" fmla="*/ 130 w 321"/>
                <a:gd name="T53" fmla="*/ 15 h 15"/>
                <a:gd name="T54" fmla="*/ 122 w 321"/>
                <a:gd name="T55" fmla="*/ 7 h 15"/>
                <a:gd name="T56" fmla="*/ 99 w 321"/>
                <a:gd name="T57" fmla="*/ 0 h 15"/>
                <a:gd name="T58" fmla="*/ 107 w 321"/>
                <a:gd name="T59" fmla="*/ 7 h 15"/>
                <a:gd name="T60" fmla="*/ 99 w 321"/>
                <a:gd name="T61" fmla="*/ 15 h 15"/>
                <a:gd name="T62" fmla="*/ 92 w 321"/>
                <a:gd name="T63" fmla="*/ 7 h 15"/>
                <a:gd name="T64" fmla="*/ 69 w 321"/>
                <a:gd name="T65" fmla="*/ 0 h 15"/>
                <a:gd name="T66" fmla="*/ 76 w 321"/>
                <a:gd name="T67" fmla="*/ 7 h 15"/>
                <a:gd name="T68" fmla="*/ 69 w 321"/>
                <a:gd name="T69" fmla="*/ 15 h 15"/>
                <a:gd name="T70" fmla="*/ 61 w 321"/>
                <a:gd name="T71" fmla="*/ 7 h 15"/>
                <a:gd name="T72" fmla="*/ 38 w 321"/>
                <a:gd name="T73" fmla="*/ 0 h 15"/>
                <a:gd name="T74" fmla="*/ 46 w 321"/>
                <a:gd name="T75" fmla="*/ 7 h 15"/>
                <a:gd name="T76" fmla="*/ 38 w 321"/>
                <a:gd name="T77" fmla="*/ 15 h 15"/>
                <a:gd name="T78" fmla="*/ 31 w 321"/>
                <a:gd name="T79" fmla="*/ 7 h 15"/>
                <a:gd name="T80" fmla="*/ 8 w 321"/>
                <a:gd name="T81" fmla="*/ 0 h 15"/>
                <a:gd name="T82" fmla="*/ 15 w 321"/>
                <a:gd name="T83" fmla="*/ 7 h 15"/>
                <a:gd name="T84" fmla="*/ 8 w 321"/>
                <a:gd name="T85" fmla="*/ 15 h 15"/>
                <a:gd name="T86" fmla="*/ 0 w 321"/>
                <a:gd name="T87" fmla="*/ 7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1" h="15">
                  <a:moveTo>
                    <a:pt x="306" y="7"/>
                  </a:moveTo>
                  <a:cubicBezTo>
                    <a:pt x="306" y="3"/>
                    <a:pt x="309" y="0"/>
                    <a:pt x="313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7" y="0"/>
                    <a:pt x="321" y="3"/>
                    <a:pt x="321" y="7"/>
                  </a:cubicBezTo>
                  <a:cubicBezTo>
                    <a:pt x="321" y="7"/>
                    <a:pt x="321" y="7"/>
                    <a:pt x="321" y="7"/>
                  </a:cubicBezTo>
                  <a:cubicBezTo>
                    <a:pt x="321" y="11"/>
                    <a:pt x="317" y="15"/>
                    <a:pt x="313" y="15"/>
                  </a:cubicBezTo>
                  <a:cubicBezTo>
                    <a:pt x="313" y="15"/>
                    <a:pt x="313" y="15"/>
                    <a:pt x="313" y="15"/>
                  </a:cubicBezTo>
                  <a:cubicBezTo>
                    <a:pt x="309" y="15"/>
                    <a:pt x="306" y="11"/>
                    <a:pt x="306" y="7"/>
                  </a:cubicBezTo>
                  <a:close/>
                  <a:moveTo>
                    <a:pt x="275" y="7"/>
                  </a:moveTo>
                  <a:cubicBezTo>
                    <a:pt x="275" y="3"/>
                    <a:pt x="279" y="0"/>
                    <a:pt x="283" y="0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7" y="0"/>
                    <a:pt x="290" y="3"/>
                    <a:pt x="290" y="7"/>
                  </a:cubicBezTo>
                  <a:cubicBezTo>
                    <a:pt x="290" y="7"/>
                    <a:pt x="290" y="7"/>
                    <a:pt x="290" y="7"/>
                  </a:cubicBezTo>
                  <a:cubicBezTo>
                    <a:pt x="290" y="11"/>
                    <a:pt x="287" y="15"/>
                    <a:pt x="283" y="15"/>
                  </a:cubicBezTo>
                  <a:cubicBezTo>
                    <a:pt x="283" y="15"/>
                    <a:pt x="283" y="15"/>
                    <a:pt x="283" y="15"/>
                  </a:cubicBezTo>
                  <a:cubicBezTo>
                    <a:pt x="279" y="15"/>
                    <a:pt x="275" y="11"/>
                    <a:pt x="275" y="7"/>
                  </a:cubicBezTo>
                  <a:close/>
                  <a:moveTo>
                    <a:pt x="245" y="7"/>
                  </a:moveTo>
                  <a:cubicBezTo>
                    <a:pt x="245" y="3"/>
                    <a:pt x="248" y="0"/>
                    <a:pt x="252" y="0"/>
                  </a:cubicBezTo>
                  <a:cubicBezTo>
                    <a:pt x="252" y="0"/>
                    <a:pt x="252" y="0"/>
                    <a:pt x="252" y="0"/>
                  </a:cubicBezTo>
                  <a:cubicBezTo>
                    <a:pt x="256" y="0"/>
                    <a:pt x="260" y="3"/>
                    <a:pt x="260" y="7"/>
                  </a:cubicBezTo>
                  <a:cubicBezTo>
                    <a:pt x="260" y="7"/>
                    <a:pt x="260" y="7"/>
                    <a:pt x="260" y="7"/>
                  </a:cubicBezTo>
                  <a:cubicBezTo>
                    <a:pt x="260" y="11"/>
                    <a:pt x="256" y="15"/>
                    <a:pt x="252" y="15"/>
                  </a:cubicBezTo>
                  <a:cubicBezTo>
                    <a:pt x="252" y="15"/>
                    <a:pt x="252" y="15"/>
                    <a:pt x="252" y="15"/>
                  </a:cubicBezTo>
                  <a:cubicBezTo>
                    <a:pt x="248" y="15"/>
                    <a:pt x="245" y="11"/>
                    <a:pt x="245" y="7"/>
                  </a:cubicBezTo>
                  <a:close/>
                  <a:moveTo>
                    <a:pt x="214" y="7"/>
                  </a:moveTo>
                  <a:cubicBezTo>
                    <a:pt x="214" y="3"/>
                    <a:pt x="217" y="0"/>
                    <a:pt x="222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6" y="0"/>
                    <a:pt x="229" y="3"/>
                    <a:pt x="229" y="7"/>
                  </a:cubicBezTo>
                  <a:cubicBezTo>
                    <a:pt x="229" y="7"/>
                    <a:pt x="229" y="7"/>
                    <a:pt x="229" y="7"/>
                  </a:cubicBezTo>
                  <a:cubicBezTo>
                    <a:pt x="229" y="11"/>
                    <a:pt x="226" y="15"/>
                    <a:pt x="222" y="15"/>
                  </a:cubicBezTo>
                  <a:cubicBezTo>
                    <a:pt x="222" y="15"/>
                    <a:pt x="222" y="15"/>
                    <a:pt x="222" y="15"/>
                  </a:cubicBezTo>
                  <a:cubicBezTo>
                    <a:pt x="217" y="15"/>
                    <a:pt x="214" y="11"/>
                    <a:pt x="214" y="7"/>
                  </a:cubicBezTo>
                  <a:close/>
                  <a:moveTo>
                    <a:pt x="184" y="7"/>
                  </a:moveTo>
                  <a:cubicBezTo>
                    <a:pt x="184" y="3"/>
                    <a:pt x="187" y="0"/>
                    <a:pt x="191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95" y="0"/>
                    <a:pt x="199" y="3"/>
                    <a:pt x="199" y="7"/>
                  </a:cubicBezTo>
                  <a:cubicBezTo>
                    <a:pt x="199" y="7"/>
                    <a:pt x="199" y="7"/>
                    <a:pt x="199" y="7"/>
                  </a:cubicBezTo>
                  <a:cubicBezTo>
                    <a:pt x="199" y="11"/>
                    <a:pt x="195" y="15"/>
                    <a:pt x="191" y="15"/>
                  </a:cubicBezTo>
                  <a:cubicBezTo>
                    <a:pt x="191" y="15"/>
                    <a:pt x="191" y="15"/>
                    <a:pt x="191" y="15"/>
                  </a:cubicBezTo>
                  <a:cubicBezTo>
                    <a:pt x="187" y="15"/>
                    <a:pt x="184" y="11"/>
                    <a:pt x="184" y="7"/>
                  </a:cubicBezTo>
                  <a:close/>
                  <a:moveTo>
                    <a:pt x="153" y="7"/>
                  </a:moveTo>
                  <a:cubicBezTo>
                    <a:pt x="153" y="3"/>
                    <a:pt x="156" y="0"/>
                    <a:pt x="161" y="0"/>
                  </a:cubicBezTo>
                  <a:cubicBezTo>
                    <a:pt x="161" y="0"/>
                    <a:pt x="161" y="0"/>
                    <a:pt x="161" y="0"/>
                  </a:cubicBezTo>
                  <a:cubicBezTo>
                    <a:pt x="165" y="0"/>
                    <a:pt x="168" y="3"/>
                    <a:pt x="168" y="7"/>
                  </a:cubicBezTo>
                  <a:cubicBezTo>
                    <a:pt x="168" y="7"/>
                    <a:pt x="168" y="7"/>
                    <a:pt x="168" y="7"/>
                  </a:cubicBezTo>
                  <a:cubicBezTo>
                    <a:pt x="168" y="11"/>
                    <a:pt x="165" y="15"/>
                    <a:pt x="161" y="15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56" y="15"/>
                    <a:pt x="153" y="11"/>
                    <a:pt x="153" y="7"/>
                  </a:cubicBezTo>
                  <a:close/>
                  <a:moveTo>
                    <a:pt x="122" y="7"/>
                  </a:moveTo>
                  <a:cubicBezTo>
                    <a:pt x="122" y="3"/>
                    <a:pt x="126" y="0"/>
                    <a:pt x="130" y="0"/>
                  </a:cubicBezTo>
                  <a:cubicBezTo>
                    <a:pt x="130" y="0"/>
                    <a:pt x="130" y="0"/>
                    <a:pt x="130" y="0"/>
                  </a:cubicBezTo>
                  <a:cubicBezTo>
                    <a:pt x="134" y="0"/>
                    <a:pt x="137" y="3"/>
                    <a:pt x="137" y="7"/>
                  </a:cubicBezTo>
                  <a:cubicBezTo>
                    <a:pt x="137" y="7"/>
                    <a:pt x="137" y="7"/>
                    <a:pt x="137" y="7"/>
                  </a:cubicBezTo>
                  <a:cubicBezTo>
                    <a:pt x="137" y="11"/>
                    <a:pt x="134" y="15"/>
                    <a:pt x="130" y="15"/>
                  </a:cubicBezTo>
                  <a:cubicBezTo>
                    <a:pt x="130" y="15"/>
                    <a:pt x="130" y="15"/>
                    <a:pt x="130" y="15"/>
                  </a:cubicBezTo>
                  <a:cubicBezTo>
                    <a:pt x="126" y="15"/>
                    <a:pt x="122" y="11"/>
                    <a:pt x="122" y="7"/>
                  </a:cubicBezTo>
                  <a:close/>
                  <a:moveTo>
                    <a:pt x="92" y="7"/>
                  </a:moveTo>
                  <a:cubicBezTo>
                    <a:pt x="92" y="3"/>
                    <a:pt x="95" y="0"/>
                    <a:pt x="99" y="0"/>
                  </a:cubicBezTo>
                  <a:cubicBezTo>
                    <a:pt x="99" y="0"/>
                    <a:pt x="99" y="0"/>
                    <a:pt x="99" y="0"/>
                  </a:cubicBezTo>
                  <a:cubicBezTo>
                    <a:pt x="104" y="0"/>
                    <a:pt x="107" y="3"/>
                    <a:pt x="107" y="7"/>
                  </a:cubicBezTo>
                  <a:cubicBezTo>
                    <a:pt x="107" y="7"/>
                    <a:pt x="107" y="7"/>
                    <a:pt x="107" y="7"/>
                  </a:cubicBezTo>
                  <a:cubicBezTo>
                    <a:pt x="107" y="11"/>
                    <a:pt x="104" y="15"/>
                    <a:pt x="99" y="15"/>
                  </a:cubicBezTo>
                  <a:cubicBezTo>
                    <a:pt x="99" y="15"/>
                    <a:pt x="99" y="15"/>
                    <a:pt x="99" y="15"/>
                  </a:cubicBezTo>
                  <a:cubicBezTo>
                    <a:pt x="95" y="15"/>
                    <a:pt x="92" y="11"/>
                    <a:pt x="92" y="7"/>
                  </a:cubicBezTo>
                  <a:close/>
                  <a:moveTo>
                    <a:pt x="61" y="7"/>
                  </a:moveTo>
                  <a:cubicBezTo>
                    <a:pt x="61" y="3"/>
                    <a:pt x="65" y="0"/>
                    <a:pt x="6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73" y="0"/>
                    <a:pt x="76" y="3"/>
                    <a:pt x="76" y="7"/>
                  </a:cubicBezTo>
                  <a:cubicBezTo>
                    <a:pt x="76" y="7"/>
                    <a:pt x="76" y="7"/>
                    <a:pt x="76" y="7"/>
                  </a:cubicBezTo>
                  <a:cubicBezTo>
                    <a:pt x="76" y="11"/>
                    <a:pt x="73" y="15"/>
                    <a:pt x="69" y="15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65" y="15"/>
                    <a:pt x="61" y="11"/>
                    <a:pt x="61" y="7"/>
                  </a:cubicBezTo>
                  <a:close/>
                  <a:moveTo>
                    <a:pt x="31" y="7"/>
                  </a:moveTo>
                  <a:cubicBezTo>
                    <a:pt x="31" y="3"/>
                    <a:pt x="34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3" y="0"/>
                    <a:pt x="46" y="3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11"/>
                    <a:pt x="43" y="15"/>
                    <a:pt x="38" y="15"/>
                  </a:cubicBezTo>
                  <a:cubicBezTo>
                    <a:pt x="38" y="15"/>
                    <a:pt x="38" y="15"/>
                    <a:pt x="38" y="15"/>
                  </a:cubicBezTo>
                  <a:cubicBezTo>
                    <a:pt x="34" y="15"/>
                    <a:pt x="31" y="11"/>
                    <a:pt x="31" y="7"/>
                  </a:cubicBezTo>
                  <a:close/>
                  <a:moveTo>
                    <a:pt x="0" y="7"/>
                  </a:moveTo>
                  <a:cubicBezTo>
                    <a:pt x="0" y="3"/>
                    <a:pt x="4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2" y="0"/>
                    <a:pt x="15" y="3"/>
                    <a:pt x="15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11"/>
                    <a:pt x="12" y="15"/>
                    <a:pt x="8" y="1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4" y="15"/>
                    <a:pt x="0" y="11"/>
                    <a:pt x="0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44" name="Freeform 779">
              <a:extLst>
                <a:ext uri="{FF2B5EF4-FFF2-40B4-BE49-F238E27FC236}">
                  <a16:creationId xmlns:a16="http://schemas.microsoft.com/office/drawing/2014/main" id="{E818BF9D-70AC-0D17-AD20-3599C31B3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61538" y="4124325"/>
              <a:ext cx="57150" cy="60325"/>
            </a:xfrm>
            <a:custGeom>
              <a:avLst/>
              <a:gdLst>
                <a:gd name="T0" fmla="*/ 8 w 15"/>
                <a:gd name="T1" fmla="*/ 16 h 16"/>
                <a:gd name="T2" fmla="*/ 2 w 15"/>
                <a:gd name="T3" fmla="*/ 14 h 16"/>
                <a:gd name="T4" fmla="*/ 0 w 15"/>
                <a:gd name="T5" fmla="*/ 8 h 16"/>
                <a:gd name="T6" fmla="*/ 2 w 15"/>
                <a:gd name="T7" fmla="*/ 3 h 16"/>
                <a:gd name="T8" fmla="*/ 13 w 15"/>
                <a:gd name="T9" fmla="*/ 3 h 16"/>
                <a:gd name="T10" fmla="*/ 15 w 15"/>
                <a:gd name="T11" fmla="*/ 8 h 16"/>
                <a:gd name="T12" fmla="*/ 13 w 15"/>
                <a:gd name="T13" fmla="*/ 14 h 16"/>
                <a:gd name="T14" fmla="*/ 8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8" y="16"/>
                  </a:moveTo>
                  <a:cubicBezTo>
                    <a:pt x="6" y="16"/>
                    <a:pt x="4" y="15"/>
                    <a:pt x="2" y="14"/>
                  </a:cubicBezTo>
                  <a:cubicBezTo>
                    <a:pt x="1" y="12"/>
                    <a:pt x="0" y="10"/>
                    <a:pt x="0" y="8"/>
                  </a:cubicBezTo>
                  <a:cubicBezTo>
                    <a:pt x="0" y="6"/>
                    <a:pt x="1" y="4"/>
                    <a:pt x="2" y="3"/>
                  </a:cubicBezTo>
                  <a:cubicBezTo>
                    <a:pt x="5" y="0"/>
                    <a:pt x="10" y="0"/>
                    <a:pt x="13" y="3"/>
                  </a:cubicBezTo>
                  <a:cubicBezTo>
                    <a:pt x="14" y="4"/>
                    <a:pt x="15" y="6"/>
                    <a:pt x="15" y="8"/>
                  </a:cubicBezTo>
                  <a:cubicBezTo>
                    <a:pt x="15" y="10"/>
                    <a:pt x="14" y="12"/>
                    <a:pt x="13" y="14"/>
                  </a:cubicBezTo>
                  <a:cubicBezTo>
                    <a:pt x="12" y="15"/>
                    <a:pt x="10" y="16"/>
                    <a:pt x="8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sp>
        <p:nvSpPr>
          <p:cNvPr id="55" name="Oval 780">
            <a:extLst>
              <a:ext uri="{FF2B5EF4-FFF2-40B4-BE49-F238E27FC236}">
                <a16:creationId xmlns:a16="http://schemas.microsoft.com/office/drawing/2014/main" id="{C92C0B36-C0B8-F470-3665-1FD1921F5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34761" y="7919160"/>
            <a:ext cx="581028" cy="581026"/>
          </a:xfrm>
          <a:prstGeom prst="ellipse">
            <a:avLst/>
          </a:prstGeom>
          <a:noFill/>
          <a:ln w="44450" cap="flat">
            <a:solidFill>
              <a:schemeClr val="accent5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56" name="Oval 781">
            <a:extLst>
              <a:ext uri="{FF2B5EF4-FFF2-40B4-BE49-F238E27FC236}">
                <a16:creationId xmlns:a16="http://schemas.microsoft.com/office/drawing/2014/main" id="{A19E7EB8-9283-37FB-9EEF-1BAE40DF4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6768" y="7919160"/>
            <a:ext cx="571605" cy="581026"/>
          </a:xfrm>
          <a:prstGeom prst="ellipse">
            <a:avLst/>
          </a:prstGeom>
          <a:noFill/>
          <a:ln w="44450" cap="flat">
            <a:solidFill>
              <a:schemeClr val="accent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57" name="Oval 782">
            <a:extLst>
              <a:ext uri="{FF2B5EF4-FFF2-40B4-BE49-F238E27FC236}">
                <a16:creationId xmlns:a16="http://schemas.microsoft.com/office/drawing/2014/main" id="{F9FFF567-A490-2A36-10C6-DFC0F4C71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69350" y="7919160"/>
            <a:ext cx="571605" cy="581026"/>
          </a:xfrm>
          <a:prstGeom prst="ellipse">
            <a:avLst/>
          </a:prstGeom>
          <a:noFill/>
          <a:ln w="44450" cap="flat">
            <a:solidFill>
              <a:schemeClr val="accent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58" name="Oval 783">
            <a:extLst>
              <a:ext uri="{FF2B5EF4-FFF2-40B4-BE49-F238E27FC236}">
                <a16:creationId xmlns:a16="http://schemas.microsoft.com/office/drawing/2014/main" id="{E3A66FBE-FFE7-E703-B9C5-34C4E6F21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5073" y="7919160"/>
            <a:ext cx="571605" cy="581026"/>
          </a:xfrm>
          <a:prstGeom prst="ellipse">
            <a:avLst/>
          </a:prstGeom>
          <a:noFill/>
          <a:ln w="44450" cap="flat">
            <a:solidFill>
              <a:schemeClr val="accent2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59" name="Oval 784">
            <a:extLst>
              <a:ext uri="{FF2B5EF4-FFF2-40B4-BE49-F238E27FC236}">
                <a16:creationId xmlns:a16="http://schemas.microsoft.com/office/drawing/2014/main" id="{A622AC88-0D01-448C-0E70-7E146A9BA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655" y="7919160"/>
            <a:ext cx="571605" cy="581026"/>
          </a:xfrm>
          <a:prstGeom prst="ellipse">
            <a:avLst/>
          </a:prstGeom>
          <a:noFill/>
          <a:ln w="44450" cap="flat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0" name="Oval 785">
            <a:extLst>
              <a:ext uri="{FF2B5EF4-FFF2-40B4-BE49-F238E27FC236}">
                <a16:creationId xmlns:a16="http://schemas.microsoft.com/office/drawing/2014/main" id="{6220A590-CBF2-EFCE-7503-FF5DB6891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2375" y="8069913"/>
            <a:ext cx="282662" cy="282662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1" name="Oval 786">
            <a:extLst>
              <a:ext uri="{FF2B5EF4-FFF2-40B4-BE49-F238E27FC236}">
                <a16:creationId xmlns:a16="http://schemas.microsoft.com/office/drawing/2014/main" id="{0D137660-ACEA-96B9-9717-41775B571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48097" y="8069913"/>
            <a:ext cx="288943" cy="28266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2" name="Oval 787">
            <a:extLst>
              <a:ext uri="{FF2B5EF4-FFF2-40B4-BE49-F238E27FC236}">
                <a16:creationId xmlns:a16="http://schemas.microsoft.com/office/drawing/2014/main" id="{7A4DC13A-BD0B-D806-FE84-A834D4F6E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0679" y="8069913"/>
            <a:ext cx="288943" cy="2826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3" name="Oval 788">
            <a:extLst>
              <a:ext uri="{FF2B5EF4-FFF2-40B4-BE49-F238E27FC236}">
                <a16:creationId xmlns:a16="http://schemas.microsoft.com/office/drawing/2014/main" id="{AAEB9688-7245-4695-914B-0E05A3D9F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6404" y="8069913"/>
            <a:ext cx="288943" cy="2826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sp>
        <p:nvSpPr>
          <p:cNvPr id="64" name="Oval 789">
            <a:extLst>
              <a:ext uri="{FF2B5EF4-FFF2-40B4-BE49-F238E27FC236}">
                <a16:creationId xmlns:a16="http://schemas.microsoft.com/office/drawing/2014/main" id="{6AAE3059-2EFA-BD46-751F-261BFCBF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986" y="8069913"/>
            <a:ext cx="288943" cy="2826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ru-RU" sz="7067"/>
          </a:p>
        </p:txBody>
      </p:sp>
      <p:grpSp>
        <p:nvGrpSpPr>
          <p:cNvPr id="71" name="Группа 68">
            <a:extLst>
              <a:ext uri="{FF2B5EF4-FFF2-40B4-BE49-F238E27FC236}">
                <a16:creationId xmlns:a16="http://schemas.microsoft.com/office/drawing/2014/main" id="{6B5C79DC-4F78-1698-B92C-82306F57464B}"/>
              </a:ext>
            </a:extLst>
          </p:cNvPr>
          <p:cNvGrpSpPr/>
          <p:nvPr/>
        </p:nvGrpSpPr>
        <p:grpSpPr>
          <a:xfrm>
            <a:off x="3616126" y="4591409"/>
            <a:ext cx="16870199" cy="1922482"/>
            <a:chOff x="1998663" y="2324796"/>
            <a:chExt cx="8527256" cy="971743"/>
          </a:xfrm>
          <a:solidFill>
            <a:schemeClr val="bg1"/>
          </a:solidFill>
        </p:grpSpPr>
        <p:sp>
          <p:nvSpPr>
            <p:cNvPr id="72" name="Oval 752">
              <a:extLst>
                <a:ext uri="{FF2B5EF4-FFF2-40B4-BE49-F238E27FC236}">
                  <a16:creationId xmlns:a16="http://schemas.microsoft.com/office/drawing/2014/main" id="{BF0758BF-F78F-6254-AE1A-8B4941BD5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663" y="2324796"/>
              <a:ext cx="973138" cy="971743"/>
            </a:xfrm>
            <a:prstGeom prst="ellipse">
              <a:avLst/>
            </a:prstGeom>
            <a:grp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73" name="Oval 752">
              <a:extLst>
                <a:ext uri="{FF2B5EF4-FFF2-40B4-BE49-F238E27FC236}">
                  <a16:creationId xmlns:a16="http://schemas.microsoft.com/office/drawing/2014/main" id="{68BD9905-EFAA-C38E-3141-056BD1BAB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375" y="2324796"/>
              <a:ext cx="973138" cy="971743"/>
            </a:xfrm>
            <a:prstGeom prst="ellipse">
              <a:avLst/>
            </a:prstGeom>
            <a:grp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74" name="Oval 752">
              <a:extLst>
                <a:ext uri="{FF2B5EF4-FFF2-40B4-BE49-F238E27FC236}">
                  <a16:creationId xmlns:a16="http://schemas.microsoft.com/office/drawing/2014/main" id="{40DB2CE0-6B25-2567-B712-64CD7CEEB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603" y="2324796"/>
              <a:ext cx="973138" cy="971743"/>
            </a:xfrm>
            <a:prstGeom prst="ellipse">
              <a:avLst/>
            </a:prstGeom>
            <a:grp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75" name="Oval 752">
              <a:extLst>
                <a:ext uri="{FF2B5EF4-FFF2-40B4-BE49-F238E27FC236}">
                  <a16:creationId xmlns:a16="http://schemas.microsoft.com/office/drawing/2014/main" id="{C2C9138A-BD2B-1400-2BAB-09B382FE3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6037" y="2324796"/>
              <a:ext cx="973138" cy="971743"/>
            </a:xfrm>
            <a:prstGeom prst="ellipse">
              <a:avLst/>
            </a:prstGeom>
            <a:grp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  <p:sp>
          <p:nvSpPr>
            <p:cNvPr id="76" name="Oval 752">
              <a:extLst>
                <a:ext uri="{FF2B5EF4-FFF2-40B4-BE49-F238E27FC236}">
                  <a16:creationId xmlns:a16="http://schemas.microsoft.com/office/drawing/2014/main" id="{26392DC7-878C-E300-500C-4B44506B5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2781" y="2324796"/>
              <a:ext cx="973138" cy="971743"/>
            </a:xfrm>
            <a:prstGeom prst="ellipse">
              <a:avLst/>
            </a:prstGeom>
            <a:grpFill/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/>
            <a:p>
              <a:endParaRPr lang="ru-RU" sz="7067"/>
            </a:p>
          </p:txBody>
        </p:sp>
      </p:grpSp>
      <p:grpSp>
        <p:nvGrpSpPr>
          <p:cNvPr id="159" name="成组">
            <a:extLst>
              <a:ext uri="{FF2B5EF4-FFF2-40B4-BE49-F238E27FC236}">
                <a16:creationId xmlns:a16="http://schemas.microsoft.com/office/drawing/2014/main" id="{3B766532-0F6C-BB50-000A-74C3DA00914A}"/>
              </a:ext>
            </a:extLst>
          </p:cNvPr>
          <p:cNvGrpSpPr/>
          <p:nvPr/>
        </p:nvGrpSpPr>
        <p:grpSpPr>
          <a:xfrm>
            <a:off x="11769349" y="5337408"/>
            <a:ext cx="574919" cy="574915"/>
            <a:chOff x="0" y="0"/>
            <a:chExt cx="457200" cy="457200"/>
          </a:xfrm>
        </p:grpSpPr>
        <p:sp>
          <p:nvSpPr>
            <p:cNvPr id="160" name="任意形状 363">
              <a:extLst>
                <a:ext uri="{FF2B5EF4-FFF2-40B4-BE49-F238E27FC236}">
                  <a16:creationId xmlns:a16="http://schemas.microsoft.com/office/drawing/2014/main" id="{8CE33A3B-0F07-11E2-D7E9-615632CA3F54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1" name="任意形状 364">
              <a:extLst>
                <a:ext uri="{FF2B5EF4-FFF2-40B4-BE49-F238E27FC236}">
                  <a16:creationId xmlns:a16="http://schemas.microsoft.com/office/drawing/2014/main" id="{04DF5228-B4FC-87EF-1321-A87B944CD2DF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2" name="成组">
            <a:extLst>
              <a:ext uri="{FF2B5EF4-FFF2-40B4-BE49-F238E27FC236}">
                <a16:creationId xmlns:a16="http://schemas.microsoft.com/office/drawing/2014/main" id="{C433E29C-EFD5-A133-F02A-B1B046910F1C}"/>
              </a:ext>
            </a:extLst>
          </p:cNvPr>
          <p:cNvGrpSpPr/>
          <p:nvPr/>
        </p:nvGrpSpPr>
        <p:grpSpPr>
          <a:xfrm>
            <a:off x="19240870" y="5337408"/>
            <a:ext cx="574919" cy="574915"/>
            <a:chOff x="0" y="0"/>
            <a:chExt cx="457200" cy="457200"/>
          </a:xfrm>
        </p:grpSpPr>
        <p:sp>
          <p:nvSpPr>
            <p:cNvPr id="163" name="任意形状 375">
              <a:extLst>
                <a:ext uri="{FF2B5EF4-FFF2-40B4-BE49-F238E27FC236}">
                  <a16:creationId xmlns:a16="http://schemas.microsoft.com/office/drawing/2014/main" id="{62F17C01-457F-D41C-2D47-AA1C0F1C5A2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4" name="任意形状 376">
              <a:extLst>
                <a:ext uri="{FF2B5EF4-FFF2-40B4-BE49-F238E27FC236}">
                  <a16:creationId xmlns:a16="http://schemas.microsoft.com/office/drawing/2014/main" id="{A8399E7B-26AA-8596-189D-E9E5666B93E5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5" name="成组">
            <a:extLst>
              <a:ext uri="{FF2B5EF4-FFF2-40B4-BE49-F238E27FC236}">
                <a16:creationId xmlns:a16="http://schemas.microsoft.com/office/drawing/2014/main" id="{8C0E9C37-81CD-842D-5362-E62AA07E7977}"/>
              </a:ext>
            </a:extLst>
          </p:cNvPr>
          <p:cNvGrpSpPr/>
          <p:nvPr/>
        </p:nvGrpSpPr>
        <p:grpSpPr>
          <a:xfrm>
            <a:off x="4239466" y="5341944"/>
            <a:ext cx="574919" cy="574915"/>
            <a:chOff x="0" y="0"/>
            <a:chExt cx="457200" cy="457200"/>
          </a:xfrm>
        </p:grpSpPr>
        <p:sp>
          <p:nvSpPr>
            <p:cNvPr id="166" name="任意形状 393">
              <a:extLst>
                <a:ext uri="{FF2B5EF4-FFF2-40B4-BE49-F238E27FC236}">
                  <a16:creationId xmlns:a16="http://schemas.microsoft.com/office/drawing/2014/main" id="{FB95977D-42BE-77F0-5E44-5C63B4F1205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7" name="任意形状 394">
              <a:extLst>
                <a:ext uri="{FF2B5EF4-FFF2-40B4-BE49-F238E27FC236}">
                  <a16:creationId xmlns:a16="http://schemas.microsoft.com/office/drawing/2014/main" id="{50FABE7D-D253-E882-4FC4-49AF34D9702B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8" name="成组">
            <a:extLst>
              <a:ext uri="{FF2B5EF4-FFF2-40B4-BE49-F238E27FC236}">
                <a16:creationId xmlns:a16="http://schemas.microsoft.com/office/drawing/2014/main" id="{2E652015-BE92-9EF2-C413-DDF762F1D9FE}"/>
              </a:ext>
            </a:extLst>
          </p:cNvPr>
          <p:cNvGrpSpPr/>
          <p:nvPr/>
        </p:nvGrpSpPr>
        <p:grpSpPr>
          <a:xfrm>
            <a:off x="8035072" y="5340634"/>
            <a:ext cx="574919" cy="574915"/>
            <a:chOff x="0" y="0"/>
            <a:chExt cx="457200" cy="457200"/>
          </a:xfrm>
        </p:grpSpPr>
        <p:sp>
          <p:nvSpPr>
            <p:cNvPr id="169" name="任意形状 399">
              <a:extLst>
                <a:ext uri="{FF2B5EF4-FFF2-40B4-BE49-F238E27FC236}">
                  <a16:creationId xmlns:a16="http://schemas.microsoft.com/office/drawing/2014/main" id="{3CF2502F-225E-44B5-F8C0-FE18E4297C3D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70" name="任意形状 400">
              <a:extLst>
                <a:ext uri="{FF2B5EF4-FFF2-40B4-BE49-F238E27FC236}">
                  <a16:creationId xmlns:a16="http://schemas.microsoft.com/office/drawing/2014/main" id="{CDD60080-146E-761C-2460-502C24CBBDB1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71" name="成组">
            <a:extLst>
              <a:ext uri="{FF2B5EF4-FFF2-40B4-BE49-F238E27FC236}">
                <a16:creationId xmlns:a16="http://schemas.microsoft.com/office/drawing/2014/main" id="{8187A612-D042-18AE-4B7B-922C2C556546}"/>
              </a:ext>
            </a:extLst>
          </p:cNvPr>
          <p:cNvGrpSpPr/>
          <p:nvPr/>
        </p:nvGrpSpPr>
        <p:grpSpPr>
          <a:xfrm>
            <a:off x="15561641" y="5337408"/>
            <a:ext cx="574919" cy="574915"/>
            <a:chOff x="0" y="0"/>
            <a:chExt cx="457200" cy="457200"/>
          </a:xfrm>
        </p:grpSpPr>
        <p:sp>
          <p:nvSpPr>
            <p:cNvPr id="172" name="任意形状 477">
              <a:extLst>
                <a:ext uri="{FF2B5EF4-FFF2-40B4-BE49-F238E27FC236}">
                  <a16:creationId xmlns:a16="http://schemas.microsoft.com/office/drawing/2014/main" id="{482667DE-643D-E5F4-3EFB-8BEA1B8339C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73" name="任意形状 478">
              <a:extLst>
                <a:ext uri="{FF2B5EF4-FFF2-40B4-BE49-F238E27FC236}">
                  <a16:creationId xmlns:a16="http://schemas.microsoft.com/office/drawing/2014/main" id="{1E8F4638-95CF-C7A3-E49A-FD1F5583CCCE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447B5F2-936A-E888-320D-934FE0F06999}"/>
              </a:ext>
            </a:extLst>
          </p:cNvPr>
          <p:cNvGrpSpPr/>
          <p:nvPr/>
        </p:nvGrpSpPr>
        <p:grpSpPr>
          <a:xfrm>
            <a:off x="6482518" y="10526414"/>
            <a:ext cx="3681423" cy="1689830"/>
            <a:chOff x="5398374" y="3664746"/>
            <a:chExt cx="3681423" cy="168983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BB2B937-C528-8167-B32F-F61AE145BBBB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2EF365C-356C-EC7C-E677-4DD6E00BF002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C5E6BE8-9557-68DE-5A40-DD311A41A5C6}"/>
              </a:ext>
            </a:extLst>
          </p:cNvPr>
          <p:cNvGrpSpPr/>
          <p:nvPr/>
        </p:nvGrpSpPr>
        <p:grpSpPr>
          <a:xfrm>
            <a:off x="13956528" y="10526414"/>
            <a:ext cx="3681426" cy="1689830"/>
            <a:chOff x="11825753" y="3664746"/>
            <a:chExt cx="3681426" cy="1689830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EE0F541-2922-4DC0-163C-41C9A7AD8F92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29B07D3-4ECB-062D-69D6-B7432E1E4702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FF05E65-9A66-133F-27C4-D5FA22906B87}"/>
              </a:ext>
            </a:extLst>
          </p:cNvPr>
          <p:cNvGrpSpPr/>
          <p:nvPr/>
        </p:nvGrpSpPr>
        <p:grpSpPr>
          <a:xfrm>
            <a:off x="2745513" y="10536932"/>
            <a:ext cx="3681423" cy="1668794"/>
            <a:chOff x="2605086" y="10512188"/>
            <a:chExt cx="3681423" cy="1668794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F5AA7DA-F5B9-DD11-F09B-B206EB1ED3D4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8614F33-D506-5987-D3E5-7AB706D5FC87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BF7C78A-2549-E821-2FDE-3664E9DB2E56}"/>
              </a:ext>
            </a:extLst>
          </p:cNvPr>
          <p:cNvGrpSpPr/>
          <p:nvPr/>
        </p:nvGrpSpPr>
        <p:grpSpPr>
          <a:xfrm>
            <a:off x="10219523" y="10536932"/>
            <a:ext cx="3681423" cy="1668794"/>
            <a:chOff x="10239009" y="10512188"/>
            <a:chExt cx="3681423" cy="1668794"/>
          </a:xfrm>
        </p:grpSpPr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F49FC5A-5815-1E8D-26BA-10152A4AD77D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E4C5E7D-C8A4-7D14-8C4F-A3D6358B7905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4B5D76E-382B-DF96-FA26-349F5C02475F}"/>
              </a:ext>
            </a:extLst>
          </p:cNvPr>
          <p:cNvGrpSpPr/>
          <p:nvPr/>
        </p:nvGrpSpPr>
        <p:grpSpPr>
          <a:xfrm>
            <a:off x="17693536" y="10526414"/>
            <a:ext cx="3681426" cy="1689830"/>
            <a:chOff x="11825753" y="3664746"/>
            <a:chExt cx="3681426" cy="1689830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9374A15-D92F-76B4-DDC8-7075F5D9BD78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758C1644-56CC-83B3-824E-F5D6F9C1FC26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456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2" name="TextBox">
            <a:extLst>
              <a:ext uri="{FF2B5EF4-FFF2-40B4-BE49-F238E27FC236}">
                <a16:creationId xmlns:a16="http://schemas.microsoft.com/office/drawing/2014/main" id="{798621D6-24A5-E7B3-8137-25CFE40D1A1D}"/>
              </a:ext>
            </a:extLst>
          </p:cNvPr>
          <p:cNvSpPr txBox="1"/>
          <p:nvPr/>
        </p:nvSpPr>
        <p:spPr>
          <a:xfrm>
            <a:off x="4315591" y="11587819"/>
            <a:ext cx="4902633" cy="501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 dummy.</a:t>
            </a:r>
            <a:endParaRPr lang="en-ID" sz="2400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Box">
            <a:extLst>
              <a:ext uri="{FF2B5EF4-FFF2-40B4-BE49-F238E27FC236}">
                <a16:creationId xmlns:a16="http://schemas.microsoft.com/office/drawing/2014/main" id="{4C3FEF14-AE0C-96E2-EB46-9DD7C08D7A03}"/>
              </a:ext>
            </a:extLst>
          </p:cNvPr>
          <p:cNvSpPr txBox="1"/>
          <p:nvPr/>
        </p:nvSpPr>
        <p:spPr>
          <a:xfrm>
            <a:off x="11374836" y="11587819"/>
            <a:ext cx="4902633" cy="501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 dummy.</a:t>
            </a:r>
            <a:endParaRPr lang="en-ID" sz="2400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">
            <a:extLst>
              <a:ext uri="{FF2B5EF4-FFF2-40B4-BE49-F238E27FC236}">
                <a16:creationId xmlns:a16="http://schemas.microsoft.com/office/drawing/2014/main" id="{1E43C406-ED65-8B96-DE9C-26F25A6B9975}"/>
              </a:ext>
            </a:extLst>
          </p:cNvPr>
          <p:cNvSpPr txBox="1"/>
          <p:nvPr/>
        </p:nvSpPr>
        <p:spPr>
          <a:xfrm>
            <a:off x="5125598" y="4809144"/>
            <a:ext cx="3282616" cy="711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01</a:t>
            </a:r>
            <a:endParaRPr lang="en-ID" sz="3400" b="1" dirty="0">
              <a:solidFill>
                <a:schemeClr val="accent5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">
            <a:extLst>
              <a:ext uri="{FF2B5EF4-FFF2-40B4-BE49-F238E27FC236}">
                <a16:creationId xmlns:a16="http://schemas.microsoft.com/office/drawing/2014/main" id="{68211A30-5936-EAE3-89E7-474C1A4ADFB9}"/>
              </a:ext>
            </a:extLst>
          </p:cNvPr>
          <p:cNvSpPr txBox="1"/>
          <p:nvPr/>
        </p:nvSpPr>
        <p:spPr>
          <a:xfrm>
            <a:off x="12184845" y="4809144"/>
            <a:ext cx="3282616" cy="711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03</a:t>
            </a:r>
            <a:endParaRPr lang="en-ID" sz="3400" b="1" dirty="0">
              <a:solidFill>
                <a:schemeClr val="accent3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Box">
            <a:extLst>
              <a:ext uri="{FF2B5EF4-FFF2-40B4-BE49-F238E27FC236}">
                <a16:creationId xmlns:a16="http://schemas.microsoft.com/office/drawing/2014/main" id="{B9B866C3-9BAB-B548-FE18-E14D3739F196}"/>
              </a:ext>
            </a:extLst>
          </p:cNvPr>
          <p:cNvSpPr txBox="1"/>
          <p:nvPr/>
        </p:nvSpPr>
        <p:spPr>
          <a:xfrm>
            <a:off x="7847426" y="3424233"/>
            <a:ext cx="4902633" cy="501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 dummy.</a:t>
            </a:r>
            <a:endParaRPr lang="en-ID" sz="2400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">
            <a:extLst>
              <a:ext uri="{FF2B5EF4-FFF2-40B4-BE49-F238E27FC236}">
                <a16:creationId xmlns:a16="http://schemas.microsoft.com/office/drawing/2014/main" id="{999A4AD3-45B0-8878-02BB-56E0E2A96302}"/>
              </a:ext>
            </a:extLst>
          </p:cNvPr>
          <p:cNvSpPr txBox="1"/>
          <p:nvPr/>
        </p:nvSpPr>
        <p:spPr>
          <a:xfrm>
            <a:off x="14902250" y="3424233"/>
            <a:ext cx="4902633" cy="5016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 Ipsum is simply dummy.</a:t>
            </a:r>
            <a:endParaRPr lang="en-ID" sz="2400" dirty="0">
              <a:solidFill>
                <a:schemeClr val="tx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">
            <a:extLst>
              <a:ext uri="{FF2B5EF4-FFF2-40B4-BE49-F238E27FC236}">
                <a16:creationId xmlns:a16="http://schemas.microsoft.com/office/drawing/2014/main" id="{8BF586F4-C2ED-E7A5-8B0A-3B1839D7FEBB}"/>
              </a:ext>
            </a:extLst>
          </p:cNvPr>
          <p:cNvSpPr txBox="1"/>
          <p:nvPr/>
        </p:nvSpPr>
        <p:spPr>
          <a:xfrm>
            <a:off x="8657433" y="10546614"/>
            <a:ext cx="3282616" cy="711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02</a:t>
            </a:r>
            <a:endParaRPr lang="en-ID" sz="3400" b="1" dirty="0">
              <a:solidFill>
                <a:schemeClr val="accent2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">
            <a:extLst>
              <a:ext uri="{FF2B5EF4-FFF2-40B4-BE49-F238E27FC236}">
                <a16:creationId xmlns:a16="http://schemas.microsoft.com/office/drawing/2014/main" id="{C56E05CC-8CD3-A97E-A7B2-E2C824C3F427}"/>
              </a:ext>
            </a:extLst>
          </p:cNvPr>
          <p:cNvSpPr txBox="1"/>
          <p:nvPr/>
        </p:nvSpPr>
        <p:spPr>
          <a:xfrm>
            <a:off x="15712258" y="10546614"/>
            <a:ext cx="3282616" cy="711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dist"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ctr"/>
            <a:r>
              <a:rPr lang="en-US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04</a:t>
            </a:r>
            <a:endParaRPr lang="en-ID" sz="3400" b="1" dirty="0">
              <a:solidFill>
                <a:schemeClr val="accent4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8F1548-3003-F9F6-8A81-CA86121D0122}"/>
              </a:ext>
            </a:extLst>
          </p:cNvPr>
          <p:cNvSpPr/>
          <p:nvPr/>
        </p:nvSpPr>
        <p:spPr>
          <a:xfrm>
            <a:off x="16361648" y="7098408"/>
            <a:ext cx="1992679" cy="199267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67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F89721-57D5-FEF8-00D3-C29060D95E4C}"/>
              </a:ext>
            </a:extLst>
          </p:cNvPr>
          <p:cNvSpPr/>
          <p:nvPr/>
        </p:nvSpPr>
        <p:spPr>
          <a:xfrm>
            <a:off x="9306824" y="7098408"/>
            <a:ext cx="1992679" cy="199267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67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5BB8E3-B33F-5699-B543-C23F68D6BC84}"/>
              </a:ext>
            </a:extLst>
          </p:cNvPr>
          <p:cNvSpPr/>
          <p:nvPr/>
        </p:nvSpPr>
        <p:spPr>
          <a:xfrm>
            <a:off x="12834236" y="6932353"/>
            <a:ext cx="1992679" cy="199267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67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CAF9CB-DE43-C674-D534-4BFD4142BCB0}"/>
              </a:ext>
            </a:extLst>
          </p:cNvPr>
          <p:cNvSpPr/>
          <p:nvPr/>
        </p:nvSpPr>
        <p:spPr>
          <a:xfrm>
            <a:off x="5774989" y="6932353"/>
            <a:ext cx="1992679" cy="19926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67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4C65B1-76DE-C74B-8F34-104D1540E309}"/>
              </a:ext>
            </a:extLst>
          </p:cNvPr>
          <p:cNvSpPr/>
          <p:nvPr/>
        </p:nvSpPr>
        <p:spPr>
          <a:xfrm>
            <a:off x="4777767" y="5964907"/>
            <a:ext cx="3987123" cy="5224880"/>
          </a:xfrm>
          <a:custGeom>
            <a:avLst/>
            <a:gdLst>
              <a:gd name="connsiteX0" fmla="*/ 604462 w 1829611"/>
              <a:gd name="connsiteY0" fmla="*/ 1545666 h 2397592"/>
              <a:gd name="connsiteX1" fmla="*/ 604462 w 1829611"/>
              <a:gd name="connsiteY1" fmla="*/ 1545666 h 2397592"/>
              <a:gd name="connsiteX2" fmla="*/ 210953 w 1829611"/>
              <a:gd name="connsiteY2" fmla="*/ 912807 h 2397592"/>
              <a:gd name="connsiteX3" fmla="*/ 210953 w 1829611"/>
              <a:gd name="connsiteY3" fmla="*/ 912807 h 2397592"/>
              <a:gd name="connsiteX4" fmla="*/ 916834 w 1829611"/>
              <a:gd name="connsiteY4" fmla="*/ 206926 h 2397592"/>
              <a:gd name="connsiteX5" fmla="*/ 1622716 w 1829611"/>
              <a:gd name="connsiteY5" fmla="*/ 892523 h 2397592"/>
              <a:gd name="connsiteX6" fmla="*/ 1622716 w 1829611"/>
              <a:gd name="connsiteY6" fmla="*/ 949318 h 2397592"/>
              <a:gd name="connsiteX7" fmla="*/ 1622716 w 1829611"/>
              <a:gd name="connsiteY7" fmla="*/ 989886 h 2397592"/>
              <a:gd name="connsiteX8" fmla="*/ 1829612 w 1829611"/>
              <a:gd name="connsiteY8" fmla="*/ 941205 h 2397592"/>
              <a:gd name="connsiteX9" fmla="*/ 1829612 w 1829611"/>
              <a:gd name="connsiteY9" fmla="*/ 896580 h 2397592"/>
              <a:gd name="connsiteX10" fmla="*/ 916834 w 1829611"/>
              <a:gd name="connsiteY10" fmla="*/ 30 h 2397592"/>
              <a:gd name="connsiteX11" fmla="*/ 0 w 1829611"/>
              <a:gd name="connsiteY11" fmla="*/ 908751 h 2397592"/>
              <a:gd name="connsiteX12" fmla="*/ 0 w 1829611"/>
              <a:gd name="connsiteY12" fmla="*/ 908751 h 2397592"/>
              <a:gd name="connsiteX13" fmla="*/ 478701 w 1829611"/>
              <a:gd name="connsiteY13" fmla="*/ 1711995 h 2397592"/>
              <a:gd name="connsiteX14" fmla="*/ 916834 w 1829611"/>
              <a:gd name="connsiteY14" fmla="*/ 2397592 h 2397592"/>
              <a:gd name="connsiteX15" fmla="*/ 1509126 w 1829611"/>
              <a:gd name="connsiteY15" fmla="*/ 1468587 h 2397592"/>
              <a:gd name="connsiteX16" fmla="*/ 1277889 w 1829611"/>
              <a:gd name="connsiteY16" fmla="*/ 1468587 h 2397592"/>
              <a:gd name="connsiteX17" fmla="*/ 1184582 w 1829611"/>
              <a:gd name="connsiteY17" fmla="*/ 1614632 h 2397592"/>
              <a:gd name="connsiteX18" fmla="*/ 916834 w 1829611"/>
              <a:gd name="connsiteY18" fmla="*/ 2032481 h 2397592"/>
              <a:gd name="connsiteX19" fmla="*/ 649086 w 1829611"/>
              <a:gd name="connsiteY19" fmla="*/ 1614632 h 2397592"/>
              <a:gd name="connsiteX20" fmla="*/ 604462 w 1829611"/>
              <a:gd name="connsiteY20" fmla="*/ 1545666 h 2397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829611" h="2397592">
                <a:moveTo>
                  <a:pt x="604462" y="1545666"/>
                </a:moveTo>
                <a:lnTo>
                  <a:pt x="604462" y="1545666"/>
                </a:lnTo>
                <a:cubicBezTo>
                  <a:pt x="369168" y="1428020"/>
                  <a:pt x="210953" y="1188669"/>
                  <a:pt x="210953" y="912807"/>
                </a:cubicBezTo>
                <a:lnTo>
                  <a:pt x="210953" y="912807"/>
                </a:lnTo>
                <a:cubicBezTo>
                  <a:pt x="210953" y="523356"/>
                  <a:pt x="527383" y="206926"/>
                  <a:pt x="916834" y="206926"/>
                </a:cubicBezTo>
                <a:cubicBezTo>
                  <a:pt x="1298173" y="206926"/>
                  <a:pt x="1610545" y="511185"/>
                  <a:pt x="1622716" y="892523"/>
                </a:cubicBezTo>
                <a:cubicBezTo>
                  <a:pt x="1622716" y="896580"/>
                  <a:pt x="1622716" y="929035"/>
                  <a:pt x="1622716" y="949318"/>
                </a:cubicBezTo>
                <a:cubicBezTo>
                  <a:pt x="1622716" y="957432"/>
                  <a:pt x="1622716" y="989886"/>
                  <a:pt x="1622716" y="989886"/>
                </a:cubicBezTo>
                <a:lnTo>
                  <a:pt x="1829612" y="941205"/>
                </a:lnTo>
                <a:cubicBezTo>
                  <a:pt x="1829612" y="937148"/>
                  <a:pt x="1829612" y="900637"/>
                  <a:pt x="1829612" y="896580"/>
                </a:cubicBezTo>
                <a:cubicBezTo>
                  <a:pt x="1821498" y="397595"/>
                  <a:pt x="1415819" y="30"/>
                  <a:pt x="916834" y="30"/>
                </a:cubicBezTo>
                <a:cubicBezTo>
                  <a:pt x="409736" y="-4027"/>
                  <a:pt x="0" y="405709"/>
                  <a:pt x="0" y="908751"/>
                </a:cubicBezTo>
                <a:lnTo>
                  <a:pt x="0" y="908751"/>
                </a:lnTo>
                <a:cubicBezTo>
                  <a:pt x="0" y="1253578"/>
                  <a:pt x="194726" y="1557837"/>
                  <a:pt x="478701" y="1711995"/>
                </a:cubicBezTo>
                <a:lnTo>
                  <a:pt x="916834" y="2397592"/>
                </a:lnTo>
                <a:lnTo>
                  <a:pt x="1509126" y="1468587"/>
                </a:lnTo>
                <a:lnTo>
                  <a:pt x="1277889" y="1468587"/>
                </a:lnTo>
                <a:lnTo>
                  <a:pt x="1184582" y="1614632"/>
                </a:lnTo>
                <a:lnTo>
                  <a:pt x="916834" y="2032481"/>
                </a:lnTo>
                <a:lnTo>
                  <a:pt x="649086" y="1614632"/>
                </a:lnTo>
                <a:lnTo>
                  <a:pt x="604462" y="1545666"/>
                </a:lnTo>
                <a:close/>
              </a:path>
            </a:pathLst>
          </a:custGeom>
          <a:solidFill>
            <a:schemeClr val="accent5"/>
          </a:solidFill>
          <a:ln w="40549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7067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4EB4FF9-4BB7-2A03-1BC1-4B05B8A714E7}"/>
              </a:ext>
            </a:extLst>
          </p:cNvPr>
          <p:cNvSpPr/>
          <p:nvPr/>
        </p:nvSpPr>
        <p:spPr>
          <a:xfrm>
            <a:off x="11841432" y="5956131"/>
            <a:ext cx="3978284" cy="5233652"/>
          </a:xfrm>
          <a:custGeom>
            <a:avLst/>
            <a:gdLst>
              <a:gd name="connsiteX0" fmla="*/ 600405 w 1825555"/>
              <a:gd name="connsiteY0" fmla="*/ 1549693 h 2401618"/>
              <a:gd name="connsiteX1" fmla="*/ 600405 w 1825555"/>
              <a:gd name="connsiteY1" fmla="*/ 1549693 h 2401618"/>
              <a:gd name="connsiteX2" fmla="*/ 206896 w 1825555"/>
              <a:gd name="connsiteY2" fmla="*/ 912778 h 2401618"/>
              <a:gd name="connsiteX3" fmla="*/ 206896 w 1825555"/>
              <a:gd name="connsiteY3" fmla="*/ 912778 h 2401618"/>
              <a:gd name="connsiteX4" fmla="*/ 912778 w 1825555"/>
              <a:gd name="connsiteY4" fmla="*/ 206896 h 2401618"/>
              <a:gd name="connsiteX5" fmla="*/ 1618659 w 1825555"/>
              <a:gd name="connsiteY5" fmla="*/ 892494 h 2401618"/>
              <a:gd name="connsiteX6" fmla="*/ 1618659 w 1825555"/>
              <a:gd name="connsiteY6" fmla="*/ 949289 h 2401618"/>
              <a:gd name="connsiteX7" fmla="*/ 1618659 w 1825555"/>
              <a:gd name="connsiteY7" fmla="*/ 989856 h 2401618"/>
              <a:gd name="connsiteX8" fmla="*/ 1825555 w 1825555"/>
              <a:gd name="connsiteY8" fmla="*/ 941175 h 2401618"/>
              <a:gd name="connsiteX9" fmla="*/ 1825555 w 1825555"/>
              <a:gd name="connsiteY9" fmla="*/ 896550 h 2401618"/>
              <a:gd name="connsiteX10" fmla="*/ 912778 w 1825555"/>
              <a:gd name="connsiteY10" fmla="*/ 0 h 2401618"/>
              <a:gd name="connsiteX11" fmla="*/ 0 w 1825555"/>
              <a:gd name="connsiteY11" fmla="*/ 912778 h 2401618"/>
              <a:gd name="connsiteX12" fmla="*/ 0 w 1825555"/>
              <a:gd name="connsiteY12" fmla="*/ 912778 h 2401618"/>
              <a:gd name="connsiteX13" fmla="*/ 478701 w 1825555"/>
              <a:gd name="connsiteY13" fmla="*/ 1716022 h 2401618"/>
              <a:gd name="connsiteX14" fmla="*/ 916834 w 1825555"/>
              <a:gd name="connsiteY14" fmla="*/ 2401619 h 2401618"/>
              <a:gd name="connsiteX15" fmla="*/ 1505069 w 1825555"/>
              <a:gd name="connsiteY15" fmla="*/ 1472614 h 2401618"/>
              <a:gd name="connsiteX16" fmla="*/ 1273832 w 1825555"/>
              <a:gd name="connsiteY16" fmla="*/ 1472614 h 2401618"/>
              <a:gd name="connsiteX17" fmla="*/ 1180526 w 1825555"/>
              <a:gd name="connsiteY17" fmla="*/ 1618659 h 2401618"/>
              <a:gd name="connsiteX18" fmla="*/ 912778 w 1825555"/>
              <a:gd name="connsiteY18" fmla="*/ 2036508 h 2401618"/>
              <a:gd name="connsiteX19" fmla="*/ 645030 w 1825555"/>
              <a:gd name="connsiteY19" fmla="*/ 1618659 h 2401618"/>
              <a:gd name="connsiteX20" fmla="*/ 600405 w 1825555"/>
              <a:gd name="connsiteY20" fmla="*/ 1549693 h 240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825555" h="2401618">
                <a:moveTo>
                  <a:pt x="600405" y="1549693"/>
                </a:moveTo>
                <a:lnTo>
                  <a:pt x="600405" y="1549693"/>
                </a:lnTo>
                <a:cubicBezTo>
                  <a:pt x="369168" y="1432046"/>
                  <a:pt x="206896" y="1192696"/>
                  <a:pt x="206896" y="912778"/>
                </a:cubicBezTo>
                <a:lnTo>
                  <a:pt x="206896" y="912778"/>
                </a:lnTo>
                <a:cubicBezTo>
                  <a:pt x="206896" y="523326"/>
                  <a:pt x="523326" y="206896"/>
                  <a:pt x="912778" y="206896"/>
                </a:cubicBezTo>
                <a:cubicBezTo>
                  <a:pt x="1294116" y="206896"/>
                  <a:pt x="1606488" y="511155"/>
                  <a:pt x="1618659" y="892494"/>
                </a:cubicBezTo>
                <a:cubicBezTo>
                  <a:pt x="1618659" y="896550"/>
                  <a:pt x="1618659" y="929005"/>
                  <a:pt x="1618659" y="949289"/>
                </a:cubicBezTo>
                <a:cubicBezTo>
                  <a:pt x="1618659" y="957402"/>
                  <a:pt x="1618659" y="989856"/>
                  <a:pt x="1618659" y="989856"/>
                </a:cubicBezTo>
                <a:lnTo>
                  <a:pt x="1825555" y="941175"/>
                </a:lnTo>
                <a:cubicBezTo>
                  <a:pt x="1825555" y="937118"/>
                  <a:pt x="1825555" y="900607"/>
                  <a:pt x="1825555" y="896550"/>
                </a:cubicBezTo>
                <a:cubicBezTo>
                  <a:pt x="1817441" y="397565"/>
                  <a:pt x="1411762" y="0"/>
                  <a:pt x="912778" y="0"/>
                </a:cubicBezTo>
                <a:cubicBezTo>
                  <a:pt x="409736" y="0"/>
                  <a:pt x="0" y="409736"/>
                  <a:pt x="0" y="912778"/>
                </a:cubicBezTo>
                <a:lnTo>
                  <a:pt x="0" y="912778"/>
                </a:lnTo>
                <a:cubicBezTo>
                  <a:pt x="0" y="1257605"/>
                  <a:pt x="194726" y="1561864"/>
                  <a:pt x="478701" y="1716022"/>
                </a:cubicBezTo>
                <a:lnTo>
                  <a:pt x="916834" y="2401619"/>
                </a:lnTo>
                <a:lnTo>
                  <a:pt x="1505069" y="1472614"/>
                </a:lnTo>
                <a:lnTo>
                  <a:pt x="1273832" y="1472614"/>
                </a:lnTo>
                <a:lnTo>
                  <a:pt x="1180526" y="1618659"/>
                </a:lnTo>
                <a:lnTo>
                  <a:pt x="912778" y="2036508"/>
                </a:lnTo>
                <a:lnTo>
                  <a:pt x="645030" y="1618659"/>
                </a:lnTo>
                <a:lnTo>
                  <a:pt x="600405" y="1549693"/>
                </a:lnTo>
                <a:close/>
              </a:path>
            </a:pathLst>
          </a:custGeom>
          <a:solidFill>
            <a:schemeClr val="accent3"/>
          </a:solidFill>
          <a:ln w="40549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7067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CC123EF-1221-EC5C-C19A-D6A999708ABF}"/>
              </a:ext>
            </a:extLst>
          </p:cNvPr>
          <p:cNvSpPr/>
          <p:nvPr/>
        </p:nvSpPr>
        <p:spPr>
          <a:xfrm>
            <a:off x="15368843" y="4877575"/>
            <a:ext cx="3978284" cy="5233652"/>
          </a:xfrm>
          <a:custGeom>
            <a:avLst/>
            <a:gdLst>
              <a:gd name="connsiteX0" fmla="*/ 1225150 w 1825555"/>
              <a:gd name="connsiteY0" fmla="*/ 851926 h 2401618"/>
              <a:gd name="connsiteX1" fmla="*/ 1225150 w 1825555"/>
              <a:gd name="connsiteY1" fmla="*/ 851926 h 2401618"/>
              <a:gd name="connsiteX2" fmla="*/ 1618659 w 1825555"/>
              <a:gd name="connsiteY2" fmla="*/ 1488842 h 2401618"/>
              <a:gd name="connsiteX3" fmla="*/ 912778 w 1825555"/>
              <a:gd name="connsiteY3" fmla="*/ 2194723 h 2401618"/>
              <a:gd name="connsiteX4" fmla="*/ 206896 w 1825555"/>
              <a:gd name="connsiteY4" fmla="*/ 1509126 h 2401618"/>
              <a:gd name="connsiteX5" fmla="*/ 206896 w 1825555"/>
              <a:gd name="connsiteY5" fmla="*/ 1440160 h 2401618"/>
              <a:gd name="connsiteX6" fmla="*/ 0 w 1825555"/>
              <a:gd name="connsiteY6" fmla="*/ 1488842 h 2401618"/>
              <a:gd name="connsiteX7" fmla="*/ 912778 w 1825555"/>
              <a:gd name="connsiteY7" fmla="*/ 2401619 h 2401618"/>
              <a:gd name="connsiteX8" fmla="*/ 1825555 w 1825555"/>
              <a:gd name="connsiteY8" fmla="*/ 1488842 h 2401618"/>
              <a:gd name="connsiteX9" fmla="*/ 1346854 w 1825555"/>
              <a:gd name="connsiteY9" fmla="*/ 685597 h 2401618"/>
              <a:gd name="connsiteX10" fmla="*/ 912778 w 1825555"/>
              <a:gd name="connsiteY10" fmla="*/ 0 h 2401618"/>
              <a:gd name="connsiteX11" fmla="*/ 320486 w 1825555"/>
              <a:gd name="connsiteY11" fmla="*/ 929005 h 2401618"/>
              <a:gd name="connsiteX12" fmla="*/ 551723 w 1825555"/>
              <a:gd name="connsiteY12" fmla="*/ 929005 h 2401618"/>
              <a:gd name="connsiteX13" fmla="*/ 645029 w 1825555"/>
              <a:gd name="connsiteY13" fmla="*/ 782960 h 2401618"/>
              <a:gd name="connsiteX14" fmla="*/ 912778 w 1825555"/>
              <a:gd name="connsiteY14" fmla="*/ 365111 h 2401618"/>
              <a:gd name="connsiteX15" fmla="*/ 1180525 w 1825555"/>
              <a:gd name="connsiteY15" fmla="*/ 782960 h 2401618"/>
              <a:gd name="connsiteX16" fmla="*/ 1225150 w 1825555"/>
              <a:gd name="connsiteY16" fmla="*/ 851926 h 240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5555" h="2401618">
                <a:moveTo>
                  <a:pt x="1225150" y="851926"/>
                </a:moveTo>
                <a:lnTo>
                  <a:pt x="1225150" y="851926"/>
                </a:lnTo>
                <a:cubicBezTo>
                  <a:pt x="1460444" y="969573"/>
                  <a:pt x="1618659" y="1208923"/>
                  <a:pt x="1618659" y="1488842"/>
                </a:cubicBezTo>
                <a:cubicBezTo>
                  <a:pt x="1618659" y="1878293"/>
                  <a:pt x="1302229" y="2194723"/>
                  <a:pt x="912778" y="2194723"/>
                </a:cubicBezTo>
                <a:cubicBezTo>
                  <a:pt x="531439" y="2194723"/>
                  <a:pt x="219066" y="1890464"/>
                  <a:pt x="206896" y="1509126"/>
                </a:cubicBezTo>
                <a:cubicBezTo>
                  <a:pt x="206896" y="1501012"/>
                  <a:pt x="206896" y="1448274"/>
                  <a:pt x="206896" y="1440160"/>
                </a:cubicBezTo>
                <a:lnTo>
                  <a:pt x="0" y="1488842"/>
                </a:lnTo>
                <a:cubicBezTo>
                  <a:pt x="0" y="1991883"/>
                  <a:pt x="409735" y="2401619"/>
                  <a:pt x="912778" y="2401619"/>
                </a:cubicBezTo>
                <a:cubicBezTo>
                  <a:pt x="1415819" y="2401619"/>
                  <a:pt x="1825555" y="1991883"/>
                  <a:pt x="1825555" y="1488842"/>
                </a:cubicBezTo>
                <a:cubicBezTo>
                  <a:pt x="1825555" y="1144015"/>
                  <a:pt x="1630829" y="839755"/>
                  <a:pt x="1346854" y="685597"/>
                </a:cubicBezTo>
                <a:lnTo>
                  <a:pt x="912778" y="0"/>
                </a:lnTo>
                <a:lnTo>
                  <a:pt x="320486" y="929005"/>
                </a:lnTo>
                <a:lnTo>
                  <a:pt x="551723" y="929005"/>
                </a:lnTo>
                <a:lnTo>
                  <a:pt x="645029" y="782960"/>
                </a:lnTo>
                <a:lnTo>
                  <a:pt x="912778" y="365111"/>
                </a:lnTo>
                <a:lnTo>
                  <a:pt x="1180525" y="782960"/>
                </a:lnTo>
                <a:lnTo>
                  <a:pt x="1225150" y="851926"/>
                </a:lnTo>
                <a:close/>
              </a:path>
            </a:pathLst>
          </a:custGeom>
          <a:solidFill>
            <a:schemeClr val="accent4"/>
          </a:solidFill>
          <a:ln w="40549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7067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705FE1F-D21B-3533-C818-96CE7F8017D4}"/>
              </a:ext>
            </a:extLst>
          </p:cNvPr>
          <p:cNvSpPr/>
          <p:nvPr/>
        </p:nvSpPr>
        <p:spPr>
          <a:xfrm>
            <a:off x="8314018" y="4877577"/>
            <a:ext cx="3978284" cy="5233652"/>
          </a:xfrm>
          <a:custGeom>
            <a:avLst/>
            <a:gdLst>
              <a:gd name="connsiteX0" fmla="*/ 912778 w 1825555"/>
              <a:gd name="connsiteY0" fmla="*/ 2401619 h 2401618"/>
              <a:gd name="connsiteX1" fmla="*/ 0 w 1825555"/>
              <a:gd name="connsiteY1" fmla="*/ 1488842 h 2401618"/>
              <a:gd name="connsiteX2" fmla="*/ 206896 w 1825555"/>
              <a:gd name="connsiteY2" fmla="*/ 1440160 h 2401618"/>
              <a:gd name="connsiteX3" fmla="*/ 206896 w 1825555"/>
              <a:gd name="connsiteY3" fmla="*/ 1509126 h 2401618"/>
              <a:gd name="connsiteX4" fmla="*/ 912778 w 1825555"/>
              <a:gd name="connsiteY4" fmla="*/ 2190666 h 2401618"/>
              <a:gd name="connsiteX5" fmla="*/ 1618659 w 1825555"/>
              <a:gd name="connsiteY5" fmla="*/ 1484785 h 2401618"/>
              <a:gd name="connsiteX6" fmla="*/ 1225150 w 1825555"/>
              <a:gd name="connsiteY6" fmla="*/ 851926 h 2401618"/>
              <a:gd name="connsiteX7" fmla="*/ 1225150 w 1825555"/>
              <a:gd name="connsiteY7" fmla="*/ 847869 h 2401618"/>
              <a:gd name="connsiteX8" fmla="*/ 1176469 w 1825555"/>
              <a:gd name="connsiteY8" fmla="*/ 782960 h 2401618"/>
              <a:gd name="connsiteX9" fmla="*/ 908721 w 1825555"/>
              <a:gd name="connsiteY9" fmla="*/ 365111 h 2401618"/>
              <a:gd name="connsiteX10" fmla="*/ 640973 w 1825555"/>
              <a:gd name="connsiteY10" fmla="*/ 782960 h 2401618"/>
              <a:gd name="connsiteX11" fmla="*/ 547667 w 1825555"/>
              <a:gd name="connsiteY11" fmla="*/ 929005 h 2401618"/>
              <a:gd name="connsiteX12" fmla="*/ 316430 w 1825555"/>
              <a:gd name="connsiteY12" fmla="*/ 929005 h 2401618"/>
              <a:gd name="connsiteX13" fmla="*/ 908721 w 1825555"/>
              <a:gd name="connsiteY13" fmla="*/ 0 h 2401618"/>
              <a:gd name="connsiteX14" fmla="*/ 1346854 w 1825555"/>
              <a:gd name="connsiteY14" fmla="*/ 685597 h 2401618"/>
              <a:gd name="connsiteX15" fmla="*/ 1825555 w 1825555"/>
              <a:gd name="connsiteY15" fmla="*/ 1488842 h 2401618"/>
              <a:gd name="connsiteX16" fmla="*/ 912778 w 1825555"/>
              <a:gd name="connsiteY16" fmla="*/ 2401619 h 2401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25555" h="2401618">
                <a:moveTo>
                  <a:pt x="912778" y="2401619"/>
                </a:moveTo>
                <a:cubicBezTo>
                  <a:pt x="409736" y="2401619"/>
                  <a:pt x="0" y="1991883"/>
                  <a:pt x="0" y="1488842"/>
                </a:cubicBezTo>
                <a:lnTo>
                  <a:pt x="206896" y="1440160"/>
                </a:lnTo>
                <a:cubicBezTo>
                  <a:pt x="206896" y="1448274"/>
                  <a:pt x="206896" y="1501012"/>
                  <a:pt x="206896" y="1509126"/>
                </a:cubicBezTo>
                <a:cubicBezTo>
                  <a:pt x="219067" y="1886407"/>
                  <a:pt x="527383" y="2190666"/>
                  <a:pt x="912778" y="2190666"/>
                </a:cubicBezTo>
                <a:cubicBezTo>
                  <a:pt x="1302229" y="2190666"/>
                  <a:pt x="1618659" y="1874236"/>
                  <a:pt x="1618659" y="1484785"/>
                </a:cubicBezTo>
                <a:cubicBezTo>
                  <a:pt x="1618659" y="1208923"/>
                  <a:pt x="1456387" y="965516"/>
                  <a:pt x="1225150" y="851926"/>
                </a:cubicBezTo>
                <a:lnTo>
                  <a:pt x="1225150" y="847869"/>
                </a:lnTo>
                <a:lnTo>
                  <a:pt x="1176469" y="782960"/>
                </a:lnTo>
                <a:lnTo>
                  <a:pt x="908721" y="365111"/>
                </a:lnTo>
                <a:lnTo>
                  <a:pt x="640973" y="782960"/>
                </a:lnTo>
                <a:lnTo>
                  <a:pt x="547667" y="929005"/>
                </a:lnTo>
                <a:lnTo>
                  <a:pt x="316430" y="929005"/>
                </a:lnTo>
                <a:lnTo>
                  <a:pt x="908721" y="0"/>
                </a:lnTo>
                <a:lnTo>
                  <a:pt x="1346854" y="685597"/>
                </a:lnTo>
                <a:cubicBezTo>
                  <a:pt x="1630829" y="839755"/>
                  <a:pt x="1825555" y="1144015"/>
                  <a:pt x="1825555" y="1488842"/>
                </a:cubicBezTo>
                <a:cubicBezTo>
                  <a:pt x="1825555" y="1991883"/>
                  <a:pt x="1415819" y="2401619"/>
                  <a:pt x="912778" y="2401619"/>
                </a:cubicBezTo>
                <a:close/>
              </a:path>
            </a:pathLst>
          </a:custGeom>
          <a:solidFill>
            <a:schemeClr val="accent2"/>
          </a:solidFill>
          <a:ln w="40549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7067"/>
          </a:p>
        </p:txBody>
      </p:sp>
      <p:grpSp>
        <p:nvGrpSpPr>
          <p:cNvPr id="26" name="成组">
            <a:extLst>
              <a:ext uri="{FF2B5EF4-FFF2-40B4-BE49-F238E27FC236}">
                <a16:creationId xmlns:a16="http://schemas.microsoft.com/office/drawing/2014/main" id="{7F207EDA-973E-DAEE-9769-E8BA6F06554D}"/>
              </a:ext>
            </a:extLst>
          </p:cNvPr>
          <p:cNvGrpSpPr/>
          <p:nvPr/>
        </p:nvGrpSpPr>
        <p:grpSpPr>
          <a:xfrm>
            <a:off x="17031378" y="7768140"/>
            <a:ext cx="653215" cy="653211"/>
            <a:chOff x="0" y="0"/>
            <a:chExt cx="457200" cy="457200"/>
          </a:xfrm>
        </p:grpSpPr>
        <p:sp>
          <p:nvSpPr>
            <p:cNvPr id="27" name="任意形状 375">
              <a:extLst>
                <a:ext uri="{FF2B5EF4-FFF2-40B4-BE49-F238E27FC236}">
                  <a16:creationId xmlns:a16="http://schemas.microsoft.com/office/drawing/2014/main" id="{1C94DA29-5684-8E33-C832-D14C3710AEF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8" name="任意形状 376">
              <a:extLst>
                <a:ext uri="{FF2B5EF4-FFF2-40B4-BE49-F238E27FC236}">
                  <a16:creationId xmlns:a16="http://schemas.microsoft.com/office/drawing/2014/main" id="{F818DE16-15FD-4230-C0ED-009E950F0B75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9" name="成组">
            <a:extLst>
              <a:ext uri="{FF2B5EF4-FFF2-40B4-BE49-F238E27FC236}">
                <a16:creationId xmlns:a16="http://schemas.microsoft.com/office/drawing/2014/main" id="{8F095F1B-83CB-C387-154F-1BED9C5E30CD}"/>
              </a:ext>
            </a:extLst>
          </p:cNvPr>
          <p:cNvGrpSpPr/>
          <p:nvPr/>
        </p:nvGrpSpPr>
        <p:grpSpPr>
          <a:xfrm>
            <a:off x="13503966" y="7602085"/>
            <a:ext cx="653215" cy="653211"/>
            <a:chOff x="0" y="0"/>
            <a:chExt cx="457200" cy="457200"/>
          </a:xfrm>
        </p:grpSpPr>
        <p:sp>
          <p:nvSpPr>
            <p:cNvPr id="30" name="任意形状 381">
              <a:extLst>
                <a:ext uri="{FF2B5EF4-FFF2-40B4-BE49-F238E27FC236}">
                  <a16:creationId xmlns:a16="http://schemas.microsoft.com/office/drawing/2014/main" id="{0D77DD62-5175-4BD7-386F-321CD01ACA3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1" name="任意形状 382">
              <a:extLst>
                <a:ext uri="{FF2B5EF4-FFF2-40B4-BE49-F238E27FC236}">
                  <a16:creationId xmlns:a16="http://schemas.microsoft.com/office/drawing/2014/main" id="{DF24C988-B274-320F-8AC4-FF094DC374DF}"/>
                </a:ext>
              </a:extLst>
            </p:cNvPr>
            <p:cNvSpPr/>
            <p:nvPr/>
          </p:nvSpPr>
          <p:spPr>
            <a:xfrm>
              <a:off x="19049" y="38101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32" name="成组">
            <a:extLst>
              <a:ext uri="{FF2B5EF4-FFF2-40B4-BE49-F238E27FC236}">
                <a16:creationId xmlns:a16="http://schemas.microsoft.com/office/drawing/2014/main" id="{E0F3D349-A08D-C806-3299-F59152AF2FE9}"/>
              </a:ext>
            </a:extLst>
          </p:cNvPr>
          <p:cNvGrpSpPr/>
          <p:nvPr/>
        </p:nvGrpSpPr>
        <p:grpSpPr>
          <a:xfrm>
            <a:off x="6444719" y="7577361"/>
            <a:ext cx="653215" cy="653211"/>
            <a:chOff x="0" y="0"/>
            <a:chExt cx="457200" cy="457200"/>
          </a:xfrm>
        </p:grpSpPr>
        <p:sp>
          <p:nvSpPr>
            <p:cNvPr id="33" name="任意形状 393">
              <a:extLst>
                <a:ext uri="{FF2B5EF4-FFF2-40B4-BE49-F238E27FC236}">
                  <a16:creationId xmlns:a16="http://schemas.microsoft.com/office/drawing/2014/main" id="{7ACBF5E7-435F-E5C7-0E95-B13E46D4CF2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4" name="任意形状 394">
              <a:extLst>
                <a:ext uri="{FF2B5EF4-FFF2-40B4-BE49-F238E27FC236}">
                  <a16:creationId xmlns:a16="http://schemas.microsoft.com/office/drawing/2014/main" id="{4A724540-8CAF-70C8-D3E5-E526F83AF79C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5" name="成组">
            <a:extLst>
              <a:ext uri="{FF2B5EF4-FFF2-40B4-BE49-F238E27FC236}">
                <a16:creationId xmlns:a16="http://schemas.microsoft.com/office/drawing/2014/main" id="{E252C00F-001A-286C-4DEF-BB1A3F9EBB96}"/>
              </a:ext>
            </a:extLst>
          </p:cNvPr>
          <p:cNvGrpSpPr/>
          <p:nvPr/>
        </p:nvGrpSpPr>
        <p:grpSpPr>
          <a:xfrm>
            <a:off x="9982316" y="7768140"/>
            <a:ext cx="653215" cy="653211"/>
            <a:chOff x="0" y="0"/>
            <a:chExt cx="457200" cy="457200"/>
          </a:xfrm>
        </p:grpSpPr>
        <p:sp>
          <p:nvSpPr>
            <p:cNvPr id="36" name="任意形状 477">
              <a:extLst>
                <a:ext uri="{FF2B5EF4-FFF2-40B4-BE49-F238E27FC236}">
                  <a16:creationId xmlns:a16="http://schemas.microsoft.com/office/drawing/2014/main" id="{655E66D3-D18B-2373-A54E-443D79F18D0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7" name="任意形状 478">
              <a:extLst>
                <a:ext uri="{FF2B5EF4-FFF2-40B4-BE49-F238E27FC236}">
                  <a16:creationId xmlns:a16="http://schemas.microsoft.com/office/drawing/2014/main" id="{88BAB4BE-230D-72DA-1FC9-CEB8CFCE7148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441379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9081BF79-CD96-9CE5-D8C0-B78C12DF6E47}"/>
              </a:ext>
            </a:extLst>
          </p:cNvPr>
          <p:cNvSpPr>
            <a:spLocks/>
          </p:cNvSpPr>
          <p:nvPr/>
        </p:nvSpPr>
        <p:spPr bwMode="auto">
          <a:xfrm>
            <a:off x="12983467" y="5337854"/>
            <a:ext cx="3190402" cy="6505458"/>
          </a:xfrm>
          <a:custGeom>
            <a:avLst/>
            <a:gdLst>
              <a:gd name="T0" fmla="*/ 64 w 128"/>
              <a:gd name="T1" fmla="*/ 133 h 261"/>
              <a:gd name="T2" fmla="*/ 49 w 128"/>
              <a:gd name="T3" fmla="*/ 133 h 261"/>
              <a:gd name="T4" fmla="*/ 65 w 128"/>
              <a:gd name="T5" fmla="*/ 149 h 261"/>
              <a:gd name="T6" fmla="*/ 49 w 128"/>
              <a:gd name="T7" fmla="*/ 165 h 261"/>
              <a:gd name="T8" fmla="*/ 64 w 128"/>
              <a:gd name="T9" fmla="*/ 165 h 261"/>
              <a:gd name="T10" fmla="*/ 96 w 128"/>
              <a:gd name="T11" fmla="*/ 197 h 261"/>
              <a:gd name="T12" fmla="*/ 64 w 128"/>
              <a:gd name="T13" fmla="*/ 229 h 261"/>
              <a:gd name="T14" fmla="*/ 32 w 128"/>
              <a:gd name="T15" fmla="*/ 197 h 261"/>
              <a:gd name="T16" fmla="*/ 32 w 128"/>
              <a:gd name="T17" fmla="*/ 22 h 261"/>
              <a:gd name="T18" fmla="*/ 32 w 128"/>
              <a:gd name="T19" fmla="*/ 16 h 261"/>
              <a:gd name="T20" fmla="*/ 16 w 128"/>
              <a:gd name="T21" fmla="*/ 0 h 261"/>
              <a:gd name="T22" fmla="*/ 0 w 128"/>
              <a:gd name="T23" fmla="*/ 16 h 261"/>
              <a:gd name="T24" fmla="*/ 0 w 128"/>
              <a:gd name="T25" fmla="*/ 22 h 261"/>
              <a:gd name="T26" fmla="*/ 0 w 128"/>
              <a:gd name="T27" fmla="*/ 133 h 261"/>
              <a:gd name="T28" fmla="*/ 0 w 128"/>
              <a:gd name="T29" fmla="*/ 165 h 261"/>
              <a:gd name="T30" fmla="*/ 0 w 128"/>
              <a:gd name="T31" fmla="*/ 197 h 261"/>
              <a:gd name="T32" fmla="*/ 64 w 128"/>
              <a:gd name="T33" fmla="*/ 261 h 261"/>
              <a:gd name="T34" fmla="*/ 128 w 128"/>
              <a:gd name="T35" fmla="*/ 197 h 261"/>
              <a:gd name="T36" fmla="*/ 64 w 128"/>
              <a:gd name="T37" fmla="*/ 133 h 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" h="261">
                <a:moveTo>
                  <a:pt x="64" y="133"/>
                </a:moveTo>
                <a:cubicBezTo>
                  <a:pt x="49" y="133"/>
                  <a:pt x="49" y="133"/>
                  <a:pt x="49" y="133"/>
                </a:cubicBezTo>
                <a:cubicBezTo>
                  <a:pt x="65" y="149"/>
                  <a:pt x="65" y="149"/>
                  <a:pt x="65" y="149"/>
                </a:cubicBezTo>
                <a:cubicBezTo>
                  <a:pt x="49" y="165"/>
                  <a:pt x="49" y="165"/>
                  <a:pt x="49" y="165"/>
                </a:cubicBezTo>
                <a:cubicBezTo>
                  <a:pt x="64" y="165"/>
                  <a:pt x="64" y="165"/>
                  <a:pt x="64" y="165"/>
                </a:cubicBezTo>
                <a:cubicBezTo>
                  <a:pt x="82" y="165"/>
                  <a:pt x="96" y="179"/>
                  <a:pt x="96" y="197"/>
                </a:cubicBezTo>
                <a:cubicBezTo>
                  <a:pt x="96" y="215"/>
                  <a:pt x="82" y="229"/>
                  <a:pt x="64" y="229"/>
                </a:cubicBezTo>
                <a:cubicBezTo>
                  <a:pt x="46" y="229"/>
                  <a:pt x="32" y="215"/>
                  <a:pt x="32" y="197"/>
                </a:cubicBezTo>
                <a:cubicBezTo>
                  <a:pt x="32" y="22"/>
                  <a:pt x="32" y="22"/>
                  <a:pt x="32" y="22"/>
                </a:cubicBezTo>
                <a:cubicBezTo>
                  <a:pt x="32" y="16"/>
                  <a:pt x="32" y="16"/>
                  <a:pt x="32" y="16"/>
                </a:cubicBezTo>
                <a:cubicBezTo>
                  <a:pt x="16" y="0"/>
                  <a:pt x="16" y="0"/>
                  <a:pt x="16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133"/>
                  <a:pt x="0" y="133"/>
                  <a:pt x="0" y="133"/>
                </a:cubicBezTo>
                <a:cubicBezTo>
                  <a:pt x="0" y="165"/>
                  <a:pt x="0" y="165"/>
                  <a:pt x="0" y="165"/>
                </a:cubicBezTo>
                <a:cubicBezTo>
                  <a:pt x="0" y="197"/>
                  <a:pt x="0" y="197"/>
                  <a:pt x="0" y="197"/>
                </a:cubicBezTo>
                <a:cubicBezTo>
                  <a:pt x="0" y="232"/>
                  <a:pt x="29" y="261"/>
                  <a:pt x="64" y="261"/>
                </a:cubicBezTo>
                <a:cubicBezTo>
                  <a:pt x="99" y="261"/>
                  <a:pt x="128" y="232"/>
                  <a:pt x="128" y="197"/>
                </a:cubicBezTo>
                <a:cubicBezTo>
                  <a:pt x="128" y="162"/>
                  <a:pt x="99" y="133"/>
                  <a:pt x="64" y="133"/>
                </a:cubicBezTo>
                <a:close/>
              </a:path>
            </a:pathLst>
          </a:custGeom>
          <a:solidFill>
            <a:schemeClr val="accent4"/>
          </a:solidFill>
          <a:ln w="15875">
            <a:noFill/>
          </a:ln>
          <a:effectLst>
            <a:outerShdw blurRad="101600" dist="508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180904" tIns="90454" rIns="180904" bIns="90454" numCol="1" anchor="t" anchorCtr="0" compatLnSpc="1">
            <a:prstTxWarp prst="textNoShape">
              <a:avLst/>
            </a:prstTxWarp>
          </a:bodyPr>
          <a:lstStyle/>
          <a:p>
            <a:endParaRPr lang="en-US" sz="3563"/>
          </a:p>
        </p:txBody>
      </p:sp>
      <p:sp>
        <p:nvSpPr>
          <p:cNvPr id="3" name="Freeform 1">
            <a:extLst>
              <a:ext uri="{FF2B5EF4-FFF2-40B4-BE49-F238E27FC236}">
                <a16:creationId xmlns:a16="http://schemas.microsoft.com/office/drawing/2014/main" id="{87E551AD-BC7F-3B4B-082D-9340C7A3B3CA}"/>
              </a:ext>
            </a:extLst>
          </p:cNvPr>
          <p:cNvSpPr>
            <a:spLocks/>
          </p:cNvSpPr>
          <p:nvPr/>
        </p:nvSpPr>
        <p:spPr bwMode="auto">
          <a:xfrm>
            <a:off x="7946607" y="3616050"/>
            <a:ext cx="3190402" cy="6431446"/>
          </a:xfrm>
          <a:custGeom>
            <a:avLst/>
            <a:gdLst>
              <a:gd name="T0" fmla="*/ 64 w 128"/>
              <a:gd name="T1" fmla="*/ 0 h 258"/>
              <a:gd name="T2" fmla="*/ 0 w 128"/>
              <a:gd name="T3" fmla="*/ 64 h 258"/>
              <a:gd name="T4" fmla="*/ 64 w 128"/>
              <a:gd name="T5" fmla="*/ 128 h 258"/>
              <a:gd name="T6" fmla="*/ 79 w 128"/>
              <a:gd name="T7" fmla="*/ 128 h 258"/>
              <a:gd name="T8" fmla="*/ 63 w 128"/>
              <a:gd name="T9" fmla="*/ 112 h 258"/>
              <a:gd name="T10" fmla="*/ 79 w 128"/>
              <a:gd name="T11" fmla="*/ 96 h 258"/>
              <a:gd name="T12" fmla="*/ 64 w 128"/>
              <a:gd name="T13" fmla="*/ 96 h 258"/>
              <a:gd name="T14" fmla="*/ 32 w 128"/>
              <a:gd name="T15" fmla="*/ 64 h 258"/>
              <a:gd name="T16" fmla="*/ 64 w 128"/>
              <a:gd name="T17" fmla="*/ 32 h 258"/>
              <a:gd name="T18" fmla="*/ 96 w 128"/>
              <a:gd name="T19" fmla="*/ 64 h 258"/>
              <a:gd name="T20" fmla="*/ 96 w 128"/>
              <a:gd name="T21" fmla="*/ 242 h 258"/>
              <a:gd name="T22" fmla="*/ 112 w 128"/>
              <a:gd name="T23" fmla="*/ 258 h 258"/>
              <a:gd name="T24" fmla="*/ 128 w 128"/>
              <a:gd name="T25" fmla="*/ 242 h 258"/>
              <a:gd name="T26" fmla="*/ 128 w 128"/>
              <a:gd name="T27" fmla="*/ 64 h 258"/>
              <a:gd name="T28" fmla="*/ 64 w 128"/>
              <a:gd name="T29" fmla="*/ 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8" h="258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79" y="128"/>
                  <a:pt x="79" y="128"/>
                  <a:pt x="79" y="128"/>
                </a:cubicBezTo>
                <a:cubicBezTo>
                  <a:pt x="63" y="112"/>
                  <a:pt x="63" y="112"/>
                  <a:pt x="63" y="112"/>
                </a:cubicBezTo>
                <a:cubicBezTo>
                  <a:pt x="79" y="96"/>
                  <a:pt x="79" y="96"/>
                  <a:pt x="79" y="96"/>
                </a:cubicBezTo>
                <a:cubicBezTo>
                  <a:pt x="64" y="96"/>
                  <a:pt x="64" y="96"/>
                  <a:pt x="64" y="96"/>
                </a:cubicBezTo>
                <a:cubicBezTo>
                  <a:pt x="46" y="96"/>
                  <a:pt x="32" y="82"/>
                  <a:pt x="32" y="64"/>
                </a:cubicBezTo>
                <a:cubicBezTo>
                  <a:pt x="32" y="46"/>
                  <a:pt x="46" y="32"/>
                  <a:pt x="64" y="32"/>
                </a:cubicBezTo>
                <a:cubicBezTo>
                  <a:pt x="82" y="32"/>
                  <a:pt x="96" y="46"/>
                  <a:pt x="96" y="64"/>
                </a:cubicBezTo>
                <a:cubicBezTo>
                  <a:pt x="96" y="242"/>
                  <a:pt x="96" y="242"/>
                  <a:pt x="96" y="242"/>
                </a:cubicBezTo>
                <a:cubicBezTo>
                  <a:pt x="112" y="258"/>
                  <a:pt x="112" y="258"/>
                  <a:pt x="112" y="258"/>
                </a:cubicBezTo>
                <a:cubicBezTo>
                  <a:pt x="128" y="242"/>
                  <a:pt x="128" y="242"/>
                  <a:pt x="128" y="242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8" y="29"/>
                  <a:pt x="99" y="0"/>
                  <a:pt x="64" y="0"/>
                </a:cubicBezTo>
                <a:close/>
              </a:path>
            </a:pathLst>
          </a:custGeom>
          <a:solidFill>
            <a:schemeClr val="accent2"/>
          </a:solidFill>
          <a:ln w="15875">
            <a:noFill/>
          </a:ln>
          <a:effectLst>
            <a:outerShdw blurRad="101600" dist="508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180904" tIns="90454" rIns="180904" bIns="90454" numCol="1" anchor="t" anchorCtr="0" compatLnSpc="1">
            <a:prstTxWarp prst="textNoShape">
              <a:avLst/>
            </a:prstTxWarp>
          </a:bodyPr>
          <a:lstStyle/>
          <a:p>
            <a:endParaRPr lang="en-US" sz="3563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780C550-B762-EB77-D320-5034FF0A5ACA}"/>
              </a:ext>
            </a:extLst>
          </p:cNvPr>
          <p:cNvSpPr>
            <a:spLocks/>
          </p:cNvSpPr>
          <p:nvPr/>
        </p:nvSpPr>
        <p:spPr bwMode="auto">
          <a:xfrm>
            <a:off x="9668410" y="3616050"/>
            <a:ext cx="6505459" cy="3190404"/>
          </a:xfrm>
          <a:custGeom>
            <a:avLst/>
            <a:gdLst>
              <a:gd name="T0" fmla="*/ 197 w 261"/>
              <a:gd name="T1" fmla="*/ 0 h 128"/>
              <a:gd name="T2" fmla="*/ 133 w 261"/>
              <a:gd name="T3" fmla="*/ 64 h 128"/>
              <a:gd name="T4" fmla="*/ 133 w 261"/>
              <a:gd name="T5" fmla="*/ 79 h 128"/>
              <a:gd name="T6" fmla="*/ 149 w 261"/>
              <a:gd name="T7" fmla="*/ 63 h 128"/>
              <a:gd name="T8" fmla="*/ 165 w 261"/>
              <a:gd name="T9" fmla="*/ 79 h 128"/>
              <a:gd name="T10" fmla="*/ 165 w 261"/>
              <a:gd name="T11" fmla="*/ 64 h 128"/>
              <a:gd name="T12" fmla="*/ 197 w 261"/>
              <a:gd name="T13" fmla="*/ 32 h 128"/>
              <a:gd name="T14" fmla="*/ 229 w 261"/>
              <a:gd name="T15" fmla="*/ 64 h 128"/>
              <a:gd name="T16" fmla="*/ 197 w 261"/>
              <a:gd name="T17" fmla="*/ 96 h 128"/>
              <a:gd name="T18" fmla="*/ 16 w 261"/>
              <a:gd name="T19" fmla="*/ 96 h 128"/>
              <a:gd name="T20" fmla="*/ 0 w 261"/>
              <a:gd name="T21" fmla="*/ 112 h 128"/>
              <a:gd name="T22" fmla="*/ 16 w 261"/>
              <a:gd name="T23" fmla="*/ 128 h 128"/>
              <a:gd name="T24" fmla="*/ 133 w 261"/>
              <a:gd name="T25" fmla="*/ 128 h 128"/>
              <a:gd name="T26" fmla="*/ 165 w 261"/>
              <a:gd name="T27" fmla="*/ 128 h 128"/>
              <a:gd name="T28" fmla="*/ 197 w 261"/>
              <a:gd name="T29" fmla="*/ 128 h 128"/>
              <a:gd name="T30" fmla="*/ 261 w 261"/>
              <a:gd name="T31" fmla="*/ 64 h 128"/>
              <a:gd name="T32" fmla="*/ 197 w 261"/>
              <a:gd name="T33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61" h="128">
                <a:moveTo>
                  <a:pt x="197" y="0"/>
                </a:moveTo>
                <a:cubicBezTo>
                  <a:pt x="162" y="0"/>
                  <a:pt x="133" y="29"/>
                  <a:pt x="133" y="64"/>
                </a:cubicBezTo>
                <a:cubicBezTo>
                  <a:pt x="133" y="79"/>
                  <a:pt x="133" y="79"/>
                  <a:pt x="133" y="79"/>
                </a:cubicBezTo>
                <a:cubicBezTo>
                  <a:pt x="149" y="63"/>
                  <a:pt x="149" y="63"/>
                  <a:pt x="149" y="63"/>
                </a:cubicBezTo>
                <a:cubicBezTo>
                  <a:pt x="165" y="79"/>
                  <a:pt x="165" y="79"/>
                  <a:pt x="165" y="79"/>
                </a:cubicBezTo>
                <a:cubicBezTo>
                  <a:pt x="165" y="64"/>
                  <a:pt x="165" y="64"/>
                  <a:pt x="165" y="64"/>
                </a:cubicBezTo>
                <a:cubicBezTo>
                  <a:pt x="165" y="46"/>
                  <a:pt x="179" y="32"/>
                  <a:pt x="197" y="32"/>
                </a:cubicBezTo>
                <a:cubicBezTo>
                  <a:pt x="215" y="32"/>
                  <a:pt x="229" y="46"/>
                  <a:pt x="229" y="64"/>
                </a:cubicBezTo>
                <a:cubicBezTo>
                  <a:pt x="229" y="82"/>
                  <a:pt x="215" y="96"/>
                  <a:pt x="197" y="96"/>
                </a:cubicBezTo>
                <a:cubicBezTo>
                  <a:pt x="16" y="96"/>
                  <a:pt x="16" y="96"/>
                  <a:pt x="16" y="96"/>
                </a:cubicBezTo>
                <a:cubicBezTo>
                  <a:pt x="0" y="112"/>
                  <a:pt x="0" y="112"/>
                  <a:pt x="0" y="112"/>
                </a:cubicBezTo>
                <a:cubicBezTo>
                  <a:pt x="16" y="128"/>
                  <a:pt x="16" y="128"/>
                  <a:pt x="16" y="128"/>
                </a:cubicBezTo>
                <a:cubicBezTo>
                  <a:pt x="133" y="128"/>
                  <a:pt x="133" y="128"/>
                  <a:pt x="133" y="128"/>
                </a:cubicBezTo>
                <a:cubicBezTo>
                  <a:pt x="165" y="128"/>
                  <a:pt x="165" y="128"/>
                  <a:pt x="165" y="128"/>
                </a:cubicBezTo>
                <a:cubicBezTo>
                  <a:pt x="197" y="128"/>
                  <a:pt x="197" y="128"/>
                  <a:pt x="197" y="128"/>
                </a:cubicBezTo>
                <a:cubicBezTo>
                  <a:pt x="232" y="128"/>
                  <a:pt x="261" y="99"/>
                  <a:pt x="261" y="64"/>
                </a:cubicBezTo>
                <a:cubicBezTo>
                  <a:pt x="261" y="29"/>
                  <a:pt x="232" y="0"/>
                  <a:pt x="197" y="0"/>
                </a:cubicBezTo>
                <a:close/>
              </a:path>
            </a:pathLst>
          </a:custGeom>
          <a:solidFill>
            <a:schemeClr val="accent1"/>
          </a:solidFill>
          <a:ln w="15875">
            <a:noFill/>
          </a:ln>
          <a:effectLst>
            <a:outerShdw blurRad="101600" dist="508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180904" tIns="90454" rIns="180904" bIns="90454" numCol="1" anchor="t" anchorCtr="0" compatLnSpc="1">
            <a:prstTxWarp prst="textNoShape">
              <a:avLst/>
            </a:prstTxWarp>
          </a:bodyPr>
          <a:lstStyle/>
          <a:p>
            <a:endParaRPr lang="en-US" sz="3563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95E69AB1-C436-511A-FE6D-6873C5389DEF}"/>
              </a:ext>
            </a:extLst>
          </p:cNvPr>
          <p:cNvSpPr>
            <a:spLocks/>
          </p:cNvSpPr>
          <p:nvPr/>
        </p:nvSpPr>
        <p:spPr bwMode="auto">
          <a:xfrm>
            <a:off x="7946607" y="8652912"/>
            <a:ext cx="6505459" cy="3190404"/>
          </a:xfrm>
          <a:custGeom>
            <a:avLst/>
            <a:gdLst>
              <a:gd name="T0" fmla="*/ 96 w 261"/>
              <a:gd name="T1" fmla="*/ 49 h 128"/>
              <a:gd name="T2" fmla="*/ 96 w 261"/>
              <a:gd name="T3" fmla="*/ 64 h 128"/>
              <a:gd name="T4" fmla="*/ 64 w 261"/>
              <a:gd name="T5" fmla="*/ 96 h 128"/>
              <a:gd name="T6" fmla="*/ 32 w 261"/>
              <a:gd name="T7" fmla="*/ 64 h 128"/>
              <a:gd name="T8" fmla="*/ 64 w 261"/>
              <a:gd name="T9" fmla="*/ 32 h 128"/>
              <a:gd name="T10" fmla="*/ 245 w 261"/>
              <a:gd name="T11" fmla="*/ 32 h 128"/>
              <a:gd name="T12" fmla="*/ 261 w 261"/>
              <a:gd name="T13" fmla="*/ 16 h 128"/>
              <a:gd name="T14" fmla="*/ 245 w 261"/>
              <a:gd name="T15" fmla="*/ 0 h 128"/>
              <a:gd name="T16" fmla="*/ 64 w 261"/>
              <a:gd name="T17" fmla="*/ 0 h 128"/>
              <a:gd name="T18" fmla="*/ 0 w 261"/>
              <a:gd name="T19" fmla="*/ 64 h 128"/>
              <a:gd name="T20" fmla="*/ 64 w 261"/>
              <a:gd name="T21" fmla="*/ 128 h 128"/>
              <a:gd name="T22" fmla="*/ 128 w 261"/>
              <a:gd name="T23" fmla="*/ 64 h 128"/>
              <a:gd name="T24" fmla="*/ 128 w 261"/>
              <a:gd name="T25" fmla="*/ 49 h 128"/>
              <a:gd name="T26" fmla="*/ 112 w 261"/>
              <a:gd name="T27" fmla="*/ 65 h 128"/>
              <a:gd name="T28" fmla="*/ 96 w 261"/>
              <a:gd name="T29" fmla="*/ 49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1" h="128">
                <a:moveTo>
                  <a:pt x="96" y="49"/>
                </a:moveTo>
                <a:cubicBezTo>
                  <a:pt x="96" y="64"/>
                  <a:pt x="96" y="64"/>
                  <a:pt x="96" y="64"/>
                </a:cubicBezTo>
                <a:cubicBezTo>
                  <a:pt x="96" y="82"/>
                  <a:pt x="82" y="96"/>
                  <a:pt x="64" y="96"/>
                </a:cubicBezTo>
                <a:cubicBezTo>
                  <a:pt x="46" y="96"/>
                  <a:pt x="32" y="82"/>
                  <a:pt x="32" y="64"/>
                </a:cubicBezTo>
                <a:cubicBezTo>
                  <a:pt x="32" y="46"/>
                  <a:pt x="46" y="32"/>
                  <a:pt x="64" y="32"/>
                </a:cubicBezTo>
                <a:cubicBezTo>
                  <a:pt x="245" y="32"/>
                  <a:pt x="245" y="32"/>
                  <a:pt x="245" y="32"/>
                </a:cubicBezTo>
                <a:cubicBezTo>
                  <a:pt x="261" y="16"/>
                  <a:pt x="261" y="16"/>
                  <a:pt x="261" y="16"/>
                </a:cubicBezTo>
                <a:cubicBezTo>
                  <a:pt x="245" y="0"/>
                  <a:pt x="245" y="0"/>
                  <a:pt x="245" y="0"/>
                </a:cubicBezTo>
                <a:cubicBezTo>
                  <a:pt x="64" y="0"/>
                  <a:pt x="64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99"/>
                  <a:pt x="29" y="128"/>
                  <a:pt x="64" y="128"/>
                </a:cubicBezTo>
                <a:cubicBezTo>
                  <a:pt x="99" y="128"/>
                  <a:pt x="128" y="99"/>
                  <a:pt x="128" y="64"/>
                </a:cubicBezTo>
                <a:cubicBezTo>
                  <a:pt x="128" y="49"/>
                  <a:pt x="128" y="49"/>
                  <a:pt x="128" y="49"/>
                </a:cubicBezTo>
                <a:cubicBezTo>
                  <a:pt x="112" y="65"/>
                  <a:pt x="112" y="65"/>
                  <a:pt x="112" y="65"/>
                </a:cubicBezTo>
                <a:lnTo>
                  <a:pt x="96" y="49"/>
                </a:lnTo>
                <a:close/>
              </a:path>
            </a:pathLst>
          </a:custGeom>
          <a:solidFill>
            <a:schemeClr val="accent3"/>
          </a:solidFill>
          <a:ln w="15875">
            <a:noFill/>
          </a:ln>
          <a:effectLst>
            <a:outerShdw blurRad="101600" dist="508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180904" tIns="90454" rIns="180904" bIns="90454" numCol="1" anchor="t" anchorCtr="0" compatLnSpc="1">
            <a:prstTxWarp prst="textNoShape">
              <a:avLst/>
            </a:prstTxWarp>
          </a:bodyPr>
          <a:lstStyle/>
          <a:p>
            <a:endParaRPr lang="en-US" sz="3563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83150-F8E4-C297-372F-E416F22D0377}"/>
              </a:ext>
            </a:extLst>
          </p:cNvPr>
          <p:cNvSpPr txBox="1"/>
          <p:nvPr/>
        </p:nvSpPr>
        <p:spPr>
          <a:xfrm>
            <a:off x="10966815" y="3797204"/>
            <a:ext cx="21868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7A9151-6B84-966F-DF6A-D4F16776F61F}"/>
              </a:ext>
            </a:extLst>
          </p:cNvPr>
          <p:cNvSpPr txBox="1"/>
          <p:nvPr/>
        </p:nvSpPr>
        <p:spPr>
          <a:xfrm>
            <a:off x="11479772" y="4299224"/>
            <a:ext cx="1160895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5D722-00E8-1C5F-90A9-6183820E92ED}"/>
              </a:ext>
            </a:extLst>
          </p:cNvPr>
          <p:cNvSpPr txBox="1"/>
          <p:nvPr/>
        </p:nvSpPr>
        <p:spPr>
          <a:xfrm>
            <a:off x="8138197" y="6940732"/>
            <a:ext cx="21868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616624-32E2-02D8-2F14-98CBA09A3929}"/>
              </a:ext>
            </a:extLst>
          </p:cNvPr>
          <p:cNvSpPr txBox="1"/>
          <p:nvPr/>
        </p:nvSpPr>
        <p:spPr>
          <a:xfrm>
            <a:off x="8558981" y="7442752"/>
            <a:ext cx="134524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EAFA4-9183-5ACF-2018-CCCA70DE4B81}"/>
              </a:ext>
            </a:extLst>
          </p:cNvPr>
          <p:cNvSpPr txBox="1"/>
          <p:nvPr/>
        </p:nvSpPr>
        <p:spPr>
          <a:xfrm>
            <a:off x="10966813" y="10935318"/>
            <a:ext cx="21868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BED953-FADB-3FDF-7FFC-BD75DB83C58C}"/>
              </a:ext>
            </a:extLst>
          </p:cNvPr>
          <p:cNvSpPr txBox="1"/>
          <p:nvPr/>
        </p:nvSpPr>
        <p:spPr>
          <a:xfrm>
            <a:off x="11371568" y="11437338"/>
            <a:ext cx="1377301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BC9F1-EA9B-42F4-C04A-5F8776710135}"/>
              </a:ext>
            </a:extLst>
          </p:cNvPr>
          <p:cNvSpPr txBox="1"/>
          <p:nvPr/>
        </p:nvSpPr>
        <p:spPr>
          <a:xfrm>
            <a:off x="13722479" y="6940732"/>
            <a:ext cx="21868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C33DE5-81A9-94B1-2373-CD50125FFB2E}"/>
              </a:ext>
            </a:extLst>
          </p:cNvPr>
          <p:cNvSpPr txBox="1"/>
          <p:nvPr/>
        </p:nvSpPr>
        <p:spPr>
          <a:xfrm>
            <a:off x="14092768" y="7442752"/>
            <a:ext cx="144623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A23888-7293-39BA-5EE2-44C00432994C}"/>
              </a:ext>
            </a:extLst>
          </p:cNvPr>
          <p:cNvSpPr/>
          <p:nvPr/>
        </p:nvSpPr>
        <p:spPr>
          <a:xfrm>
            <a:off x="13889898" y="4599376"/>
            <a:ext cx="1327463" cy="132746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F66BA35-21D6-75DF-35D8-81D8B535CBBE}"/>
              </a:ext>
            </a:extLst>
          </p:cNvPr>
          <p:cNvSpPr/>
          <p:nvPr/>
        </p:nvSpPr>
        <p:spPr>
          <a:xfrm>
            <a:off x="8883831" y="4599374"/>
            <a:ext cx="1327463" cy="13274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9202B2-6B03-0EA9-423E-FB418D27A218}"/>
              </a:ext>
            </a:extLst>
          </p:cNvPr>
          <p:cNvSpPr/>
          <p:nvPr/>
        </p:nvSpPr>
        <p:spPr>
          <a:xfrm>
            <a:off x="13889896" y="9580412"/>
            <a:ext cx="1327463" cy="13274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032C71-FF80-E0A2-0F7F-B309BA0844A6}"/>
              </a:ext>
            </a:extLst>
          </p:cNvPr>
          <p:cNvSpPr/>
          <p:nvPr/>
        </p:nvSpPr>
        <p:spPr>
          <a:xfrm>
            <a:off x="8883831" y="9580412"/>
            <a:ext cx="1327463" cy="132746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E70F0C-970A-D2AE-81D1-D803D6E9B3B3}"/>
              </a:ext>
            </a:extLst>
          </p:cNvPr>
          <p:cNvGrpSpPr/>
          <p:nvPr/>
        </p:nvGrpSpPr>
        <p:grpSpPr>
          <a:xfrm>
            <a:off x="16739422" y="4060955"/>
            <a:ext cx="5672737" cy="1153377"/>
            <a:chOff x="16739422" y="4060955"/>
            <a:chExt cx="5672737" cy="1153377"/>
          </a:xfrm>
        </p:grpSpPr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F0F542DD-325C-D5A4-299D-584ABBE4145A}"/>
                </a:ext>
              </a:extLst>
            </p:cNvPr>
            <p:cNvSpPr txBox="1"/>
            <p:nvPr/>
          </p:nvSpPr>
          <p:spPr>
            <a:xfrm>
              <a:off x="16739422" y="4060955"/>
              <a:ext cx="567273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Details 1">
              <a:extLst>
                <a:ext uri="{FF2B5EF4-FFF2-40B4-BE49-F238E27FC236}">
                  <a16:creationId xmlns:a16="http://schemas.microsoft.com/office/drawing/2014/main" id="{C2B66182-D0C9-D637-1B7B-20E7B861F93C}"/>
                </a:ext>
              </a:extLst>
            </p:cNvPr>
            <p:cNvSpPr txBox="1"/>
            <p:nvPr/>
          </p:nvSpPr>
          <p:spPr>
            <a:xfrm>
              <a:off x="16739422" y="4689573"/>
              <a:ext cx="5672737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8510BC-EF19-8629-5026-875953F69F1A}"/>
              </a:ext>
            </a:extLst>
          </p:cNvPr>
          <p:cNvGrpSpPr/>
          <p:nvPr/>
        </p:nvGrpSpPr>
        <p:grpSpPr>
          <a:xfrm>
            <a:off x="1629971" y="4060955"/>
            <a:ext cx="5672737" cy="1153377"/>
            <a:chOff x="1629971" y="4060955"/>
            <a:chExt cx="5672737" cy="1153377"/>
          </a:xfrm>
        </p:grpSpPr>
        <p:sp>
          <p:nvSpPr>
            <p:cNvPr id="22" name="Title 1">
              <a:extLst>
                <a:ext uri="{FF2B5EF4-FFF2-40B4-BE49-F238E27FC236}">
                  <a16:creationId xmlns:a16="http://schemas.microsoft.com/office/drawing/2014/main" id="{225F493C-0FC0-E73D-95AF-8FCB8018FEF3}"/>
                </a:ext>
              </a:extLst>
            </p:cNvPr>
            <p:cNvSpPr txBox="1"/>
            <p:nvPr/>
          </p:nvSpPr>
          <p:spPr>
            <a:xfrm>
              <a:off x="1629971" y="4060955"/>
              <a:ext cx="567273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Details 1">
              <a:extLst>
                <a:ext uri="{FF2B5EF4-FFF2-40B4-BE49-F238E27FC236}">
                  <a16:creationId xmlns:a16="http://schemas.microsoft.com/office/drawing/2014/main" id="{D9BEE73D-CD8F-75C8-5478-5909C789D0C6}"/>
                </a:ext>
              </a:extLst>
            </p:cNvPr>
            <p:cNvSpPr txBox="1"/>
            <p:nvPr/>
          </p:nvSpPr>
          <p:spPr>
            <a:xfrm>
              <a:off x="1629971" y="4689573"/>
              <a:ext cx="5672737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3A64648-C23D-0C70-0CD4-29542193DF28}"/>
              </a:ext>
            </a:extLst>
          </p:cNvPr>
          <p:cNvGrpSpPr/>
          <p:nvPr/>
        </p:nvGrpSpPr>
        <p:grpSpPr>
          <a:xfrm>
            <a:off x="16739422" y="9274990"/>
            <a:ext cx="5672737" cy="1153377"/>
            <a:chOff x="16739422" y="9274990"/>
            <a:chExt cx="5672737" cy="1153377"/>
          </a:xfrm>
        </p:grpSpPr>
        <p:sp>
          <p:nvSpPr>
            <p:cNvPr id="24" name="Title 1">
              <a:extLst>
                <a:ext uri="{FF2B5EF4-FFF2-40B4-BE49-F238E27FC236}">
                  <a16:creationId xmlns:a16="http://schemas.microsoft.com/office/drawing/2014/main" id="{B91795D6-2563-5084-44EB-25B2F86A8665}"/>
                </a:ext>
              </a:extLst>
            </p:cNvPr>
            <p:cNvSpPr txBox="1"/>
            <p:nvPr/>
          </p:nvSpPr>
          <p:spPr>
            <a:xfrm>
              <a:off x="16739422" y="9274990"/>
              <a:ext cx="567273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5" name="Details 1">
              <a:extLst>
                <a:ext uri="{FF2B5EF4-FFF2-40B4-BE49-F238E27FC236}">
                  <a16:creationId xmlns:a16="http://schemas.microsoft.com/office/drawing/2014/main" id="{9B031012-C4B9-DC79-3B81-C240BD6DDF0B}"/>
                </a:ext>
              </a:extLst>
            </p:cNvPr>
            <p:cNvSpPr txBox="1"/>
            <p:nvPr/>
          </p:nvSpPr>
          <p:spPr>
            <a:xfrm>
              <a:off x="16739422" y="9903608"/>
              <a:ext cx="5672737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4235037-E60C-A22B-EFB5-6C0838882C35}"/>
              </a:ext>
            </a:extLst>
          </p:cNvPr>
          <p:cNvGrpSpPr/>
          <p:nvPr/>
        </p:nvGrpSpPr>
        <p:grpSpPr>
          <a:xfrm>
            <a:off x="1629971" y="9274990"/>
            <a:ext cx="5672737" cy="1153377"/>
            <a:chOff x="1629971" y="9274990"/>
            <a:chExt cx="5672737" cy="1153377"/>
          </a:xfrm>
        </p:grpSpPr>
        <p:sp>
          <p:nvSpPr>
            <p:cNvPr id="26" name="Title 1">
              <a:extLst>
                <a:ext uri="{FF2B5EF4-FFF2-40B4-BE49-F238E27FC236}">
                  <a16:creationId xmlns:a16="http://schemas.microsoft.com/office/drawing/2014/main" id="{84223279-6897-A2B1-1F76-31C4E536E41F}"/>
                </a:ext>
              </a:extLst>
            </p:cNvPr>
            <p:cNvSpPr txBox="1"/>
            <p:nvPr/>
          </p:nvSpPr>
          <p:spPr>
            <a:xfrm>
              <a:off x="1629971" y="9274990"/>
              <a:ext cx="5672737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YOUR TEXT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7" name="Details 1">
              <a:extLst>
                <a:ext uri="{FF2B5EF4-FFF2-40B4-BE49-F238E27FC236}">
                  <a16:creationId xmlns:a16="http://schemas.microsoft.com/office/drawing/2014/main" id="{889E1557-3859-C716-2E13-1DAB9251C5B5}"/>
                </a:ext>
              </a:extLst>
            </p:cNvPr>
            <p:cNvSpPr txBox="1"/>
            <p:nvPr/>
          </p:nvSpPr>
          <p:spPr>
            <a:xfrm>
              <a:off x="1629971" y="9903608"/>
              <a:ext cx="5672737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2C66272A-A97B-1085-F77D-E0BAEC3CAA38}"/>
              </a:ext>
            </a:extLst>
          </p:cNvPr>
          <p:cNvGrpSpPr/>
          <p:nvPr/>
        </p:nvGrpSpPr>
        <p:grpSpPr>
          <a:xfrm>
            <a:off x="9137292" y="4777704"/>
            <a:ext cx="904520" cy="904518"/>
            <a:chOff x="0" y="0"/>
            <a:chExt cx="457200" cy="457200"/>
          </a:xfrm>
        </p:grpSpPr>
        <p:sp>
          <p:nvSpPr>
            <p:cNvPr id="44" name="任意形状 672">
              <a:extLst>
                <a:ext uri="{FF2B5EF4-FFF2-40B4-BE49-F238E27FC236}">
                  <a16:creationId xmlns:a16="http://schemas.microsoft.com/office/drawing/2014/main" id="{A251FD66-E07D-BB5F-45F5-98246B74093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  <p:sp>
          <p:nvSpPr>
            <p:cNvPr id="45" name="任意形状 673">
              <a:extLst>
                <a:ext uri="{FF2B5EF4-FFF2-40B4-BE49-F238E27FC236}">
                  <a16:creationId xmlns:a16="http://schemas.microsoft.com/office/drawing/2014/main" id="{D6F8081B-CCD9-7B88-6979-358A5CBDAD9A}"/>
                </a:ext>
              </a:extLst>
            </p:cNvPr>
            <p:cNvSpPr/>
            <p:nvPr/>
          </p:nvSpPr>
          <p:spPr>
            <a:xfrm>
              <a:off x="46683" y="16192"/>
              <a:ext cx="344148" cy="422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54" extrusionOk="0">
                  <a:moveTo>
                    <a:pt x="15022" y="7151"/>
                  </a:moveTo>
                  <a:cubicBezTo>
                    <a:pt x="14487" y="7115"/>
                    <a:pt x="13912" y="7225"/>
                    <a:pt x="13032" y="7514"/>
                  </a:cubicBezTo>
                  <a:cubicBezTo>
                    <a:pt x="13107" y="7490"/>
                    <a:pt x="12193" y="7796"/>
                    <a:pt x="11937" y="7874"/>
                  </a:cubicBezTo>
                  <a:cubicBezTo>
                    <a:pt x="11369" y="8044"/>
                    <a:pt x="10902" y="8137"/>
                    <a:pt x="10378" y="8137"/>
                  </a:cubicBezTo>
                  <a:cubicBezTo>
                    <a:pt x="9860" y="8137"/>
                    <a:pt x="9382" y="8048"/>
                    <a:pt x="8832" y="7889"/>
                  </a:cubicBezTo>
                  <a:cubicBezTo>
                    <a:pt x="8657" y="7838"/>
                    <a:pt x="8481" y="7782"/>
                    <a:pt x="8261" y="7708"/>
                  </a:cubicBezTo>
                  <a:cubicBezTo>
                    <a:pt x="8168" y="7677"/>
                    <a:pt x="7829" y="7561"/>
                    <a:pt x="7754" y="7536"/>
                  </a:cubicBezTo>
                  <a:cubicBezTo>
                    <a:pt x="7021" y="7289"/>
                    <a:pt x="6608" y="7196"/>
                    <a:pt x="6265" y="7204"/>
                  </a:cubicBezTo>
                  <a:cubicBezTo>
                    <a:pt x="4962" y="7218"/>
                    <a:pt x="3728" y="7865"/>
                    <a:pt x="3012" y="8936"/>
                  </a:cubicBezTo>
                  <a:cubicBezTo>
                    <a:pt x="1550" y="11117"/>
                    <a:pt x="2359" y="15058"/>
                    <a:pt x="4496" y="17713"/>
                  </a:cubicBezTo>
                  <a:cubicBezTo>
                    <a:pt x="5634" y="19117"/>
                    <a:pt x="6256" y="19618"/>
                    <a:pt x="6507" y="19611"/>
                  </a:cubicBezTo>
                  <a:cubicBezTo>
                    <a:pt x="6759" y="19602"/>
                    <a:pt x="6943" y="19556"/>
                    <a:pt x="7393" y="19393"/>
                  </a:cubicBezTo>
                  <a:lnTo>
                    <a:pt x="7582" y="19324"/>
                  </a:lnTo>
                  <a:cubicBezTo>
                    <a:pt x="8719" y="18907"/>
                    <a:pt x="9517" y="18723"/>
                    <a:pt x="10717" y="18723"/>
                  </a:cubicBezTo>
                  <a:cubicBezTo>
                    <a:pt x="11872" y="18723"/>
                    <a:pt x="12644" y="18904"/>
                    <a:pt x="13736" y="19308"/>
                  </a:cubicBezTo>
                  <a:lnTo>
                    <a:pt x="13926" y="19378"/>
                  </a:lnTo>
                  <a:cubicBezTo>
                    <a:pt x="14376" y="19543"/>
                    <a:pt x="14539" y="19580"/>
                    <a:pt x="14822" y="19575"/>
                  </a:cubicBezTo>
                  <a:cubicBezTo>
                    <a:pt x="15227" y="19570"/>
                    <a:pt x="15726" y="19169"/>
                    <a:pt x="16833" y="17773"/>
                  </a:cubicBezTo>
                  <a:cubicBezTo>
                    <a:pt x="17137" y="17393"/>
                    <a:pt x="17405" y="16992"/>
                    <a:pt x="17637" y="16587"/>
                  </a:cubicBezTo>
                  <a:cubicBezTo>
                    <a:pt x="17484" y="16479"/>
                    <a:pt x="17336" y="16366"/>
                    <a:pt x="17193" y="16249"/>
                  </a:cubicBezTo>
                  <a:cubicBezTo>
                    <a:pt x="15735" y="15056"/>
                    <a:pt x="14833" y="13446"/>
                    <a:pt x="14808" y="11458"/>
                  </a:cubicBezTo>
                  <a:cubicBezTo>
                    <a:pt x="14784" y="9987"/>
                    <a:pt x="15347" y="8552"/>
                    <a:pt x="16404" y="7394"/>
                  </a:cubicBezTo>
                  <a:cubicBezTo>
                    <a:pt x="15960" y="7254"/>
                    <a:pt x="15494" y="7172"/>
                    <a:pt x="15022" y="7151"/>
                  </a:cubicBezTo>
                  <a:close/>
                  <a:moveTo>
                    <a:pt x="15198" y="5213"/>
                  </a:moveTo>
                  <a:cubicBezTo>
                    <a:pt x="15999" y="5260"/>
                    <a:pt x="18293" y="5470"/>
                    <a:pt x="19786" y="7348"/>
                  </a:cubicBezTo>
                  <a:cubicBezTo>
                    <a:pt x="19664" y="7406"/>
                    <a:pt x="17044" y="8712"/>
                    <a:pt x="17071" y="11441"/>
                  </a:cubicBezTo>
                  <a:cubicBezTo>
                    <a:pt x="17112" y="14707"/>
                    <a:pt x="20397" y="15792"/>
                    <a:pt x="20438" y="15803"/>
                  </a:cubicBezTo>
                  <a:cubicBezTo>
                    <a:pt x="20411" y="15885"/>
                    <a:pt x="19908" y="17355"/>
                    <a:pt x="18700" y="18871"/>
                  </a:cubicBezTo>
                  <a:cubicBezTo>
                    <a:pt x="17655" y="20189"/>
                    <a:pt x="16569" y="21495"/>
                    <a:pt x="14858" y="21518"/>
                  </a:cubicBezTo>
                  <a:cubicBezTo>
                    <a:pt x="13175" y="21553"/>
                    <a:pt x="12632" y="20667"/>
                    <a:pt x="10717" y="20667"/>
                  </a:cubicBezTo>
                  <a:cubicBezTo>
                    <a:pt x="8789" y="20667"/>
                    <a:pt x="8192" y="21495"/>
                    <a:pt x="6604" y="21553"/>
                  </a:cubicBezTo>
                  <a:cubicBezTo>
                    <a:pt x="4947" y="21600"/>
                    <a:pt x="3698" y="20130"/>
                    <a:pt x="2639" y="18824"/>
                  </a:cubicBezTo>
                  <a:cubicBezTo>
                    <a:pt x="481" y="16142"/>
                    <a:pt x="-1162" y="11267"/>
                    <a:pt x="1051" y="7966"/>
                  </a:cubicBezTo>
                  <a:cubicBezTo>
                    <a:pt x="2151" y="6321"/>
                    <a:pt x="4106" y="5283"/>
                    <a:pt x="6237" y="5260"/>
                  </a:cubicBezTo>
                  <a:cubicBezTo>
                    <a:pt x="7853" y="5225"/>
                    <a:pt x="9387" y="6193"/>
                    <a:pt x="10378" y="6193"/>
                  </a:cubicBezTo>
                  <a:cubicBezTo>
                    <a:pt x="11355" y="6193"/>
                    <a:pt x="13107" y="5073"/>
                    <a:pt x="15198" y="5213"/>
                  </a:cubicBezTo>
                  <a:close/>
                  <a:moveTo>
                    <a:pt x="13908" y="3441"/>
                  </a:moveTo>
                  <a:cubicBezTo>
                    <a:pt x="13025" y="4350"/>
                    <a:pt x="11586" y="5062"/>
                    <a:pt x="10188" y="4968"/>
                  </a:cubicBezTo>
                  <a:cubicBezTo>
                    <a:pt x="9998" y="3732"/>
                    <a:pt x="10704" y="2438"/>
                    <a:pt x="11518" y="1633"/>
                  </a:cubicBezTo>
                  <a:cubicBezTo>
                    <a:pt x="12428" y="723"/>
                    <a:pt x="13948" y="47"/>
                    <a:pt x="15211" y="0"/>
                  </a:cubicBezTo>
                  <a:cubicBezTo>
                    <a:pt x="15374" y="1260"/>
                    <a:pt x="14790" y="2531"/>
                    <a:pt x="13908" y="3441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46" name="成组">
            <a:extLst>
              <a:ext uri="{FF2B5EF4-FFF2-40B4-BE49-F238E27FC236}">
                <a16:creationId xmlns:a16="http://schemas.microsoft.com/office/drawing/2014/main" id="{51F9D417-DAC1-5E80-AC04-D64160FAC0DD}"/>
              </a:ext>
            </a:extLst>
          </p:cNvPr>
          <p:cNvGrpSpPr/>
          <p:nvPr/>
        </p:nvGrpSpPr>
        <p:grpSpPr>
          <a:xfrm>
            <a:off x="9117817" y="9791882"/>
            <a:ext cx="904520" cy="904520"/>
            <a:chOff x="0" y="0"/>
            <a:chExt cx="457200" cy="457200"/>
          </a:xfrm>
        </p:grpSpPr>
        <p:sp>
          <p:nvSpPr>
            <p:cNvPr id="47" name="任意形状 816">
              <a:extLst>
                <a:ext uri="{FF2B5EF4-FFF2-40B4-BE49-F238E27FC236}">
                  <a16:creationId xmlns:a16="http://schemas.microsoft.com/office/drawing/2014/main" id="{7B46B24B-D53B-DBDB-DCFF-DA6136925D2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8" name="任意形状 817">
              <a:extLst>
                <a:ext uri="{FF2B5EF4-FFF2-40B4-BE49-F238E27FC236}">
                  <a16:creationId xmlns:a16="http://schemas.microsoft.com/office/drawing/2014/main" id="{F718B1E9-D76C-C40D-81FB-E4657D4677EA}"/>
                </a:ext>
              </a:extLst>
            </p:cNvPr>
            <p:cNvSpPr/>
            <p:nvPr/>
          </p:nvSpPr>
          <p:spPr>
            <a:xfrm>
              <a:off x="38100" y="38100"/>
              <a:ext cx="381000" cy="380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2" extrusionOk="0">
                  <a:moveTo>
                    <a:pt x="6225" y="18502"/>
                  </a:moveTo>
                  <a:cubicBezTo>
                    <a:pt x="6862" y="18222"/>
                    <a:pt x="7575" y="18170"/>
                    <a:pt x="8243" y="18352"/>
                  </a:cubicBezTo>
                  <a:cubicBezTo>
                    <a:pt x="9074" y="18578"/>
                    <a:pt x="9933" y="18692"/>
                    <a:pt x="10800" y="18690"/>
                  </a:cubicBezTo>
                  <a:cubicBezTo>
                    <a:pt x="15752" y="18690"/>
                    <a:pt x="19440" y="15159"/>
                    <a:pt x="19440" y="10419"/>
                  </a:cubicBezTo>
                  <a:cubicBezTo>
                    <a:pt x="19440" y="5679"/>
                    <a:pt x="15752" y="2148"/>
                    <a:pt x="10800" y="2148"/>
                  </a:cubicBezTo>
                  <a:cubicBezTo>
                    <a:pt x="5848" y="2148"/>
                    <a:pt x="2160" y="5679"/>
                    <a:pt x="2160" y="10419"/>
                  </a:cubicBezTo>
                  <a:cubicBezTo>
                    <a:pt x="2160" y="12857"/>
                    <a:pt x="3128" y="15007"/>
                    <a:pt x="4823" y="16516"/>
                  </a:cubicBezTo>
                  <a:cubicBezTo>
                    <a:pt x="5446" y="17064"/>
                    <a:pt x="5814" y="17843"/>
                    <a:pt x="5841" y="18670"/>
                  </a:cubicBezTo>
                  <a:lnTo>
                    <a:pt x="6225" y="18502"/>
                  </a:lnTo>
                  <a:close/>
                  <a:moveTo>
                    <a:pt x="10800" y="0"/>
                  </a:moveTo>
                  <a:cubicBezTo>
                    <a:pt x="16885" y="0"/>
                    <a:pt x="21600" y="4433"/>
                    <a:pt x="21600" y="10419"/>
                  </a:cubicBezTo>
                  <a:cubicBezTo>
                    <a:pt x="21600" y="16405"/>
                    <a:pt x="16885" y="20838"/>
                    <a:pt x="10800" y="20838"/>
                  </a:cubicBezTo>
                  <a:cubicBezTo>
                    <a:pt x="9744" y="20841"/>
                    <a:pt x="8692" y="20702"/>
                    <a:pt x="7673" y="20425"/>
                  </a:cubicBezTo>
                  <a:cubicBezTo>
                    <a:pt x="7482" y="20373"/>
                    <a:pt x="7278" y="20388"/>
                    <a:pt x="7097" y="20467"/>
                  </a:cubicBezTo>
                  <a:lnTo>
                    <a:pt x="4954" y="21408"/>
                  </a:lnTo>
                  <a:cubicBezTo>
                    <a:pt x="4518" y="21600"/>
                    <a:pt x="4007" y="21404"/>
                    <a:pt x="3814" y="20970"/>
                  </a:cubicBezTo>
                  <a:cubicBezTo>
                    <a:pt x="3770" y="20868"/>
                    <a:pt x="3745" y="20759"/>
                    <a:pt x="3741" y="20649"/>
                  </a:cubicBezTo>
                  <a:lnTo>
                    <a:pt x="3682" y="18737"/>
                  </a:lnTo>
                  <a:cubicBezTo>
                    <a:pt x="3674" y="18502"/>
                    <a:pt x="3569" y="18280"/>
                    <a:pt x="3392" y="18125"/>
                  </a:cubicBezTo>
                  <a:cubicBezTo>
                    <a:pt x="1291" y="16257"/>
                    <a:pt x="0" y="13552"/>
                    <a:pt x="0" y="10419"/>
                  </a:cubicBezTo>
                  <a:cubicBezTo>
                    <a:pt x="0" y="4433"/>
                    <a:pt x="4716" y="0"/>
                    <a:pt x="10800" y="0"/>
                  </a:cubicBezTo>
                  <a:close/>
                  <a:moveTo>
                    <a:pt x="4315" y="13466"/>
                  </a:moveTo>
                  <a:lnTo>
                    <a:pt x="7487" y="8461"/>
                  </a:lnTo>
                  <a:cubicBezTo>
                    <a:pt x="7963" y="7708"/>
                    <a:pt x="8964" y="7482"/>
                    <a:pt x="9721" y="7956"/>
                  </a:cubicBezTo>
                  <a:cubicBezTo>
                    <a:pt x="9758" y="7980"/>
                    <a:pt x="9795" y="8005"/>
                    <a:pt x="9830" y="8031"/>
                  </a:cubicBezTo>
                  <a:lnTo>
                    <a:pt x="12353" y="9911"/>
                  </a:lnTo>
                  <a:cubicBezTo>
                    <a:pt x="12584" y="10084"/>
                    <a:pt x="12903" y="10084"/>
                    <a:pt x="13134" y="9911"/>
                  </a:cubicBezTo>
                  <a:lnTo>
                    <a:pt x="16541" y="7337"/>
                  </a:lnTo>
                  <a:cubicBezTo>
                    <a:pt x="16996" y="6995"/>
                    <a:pt x="17590" y="7536"/>
                    <a:pt x="17285" y="8017"/>
                  </a:cubicBezTo>
                  <a:lnTo>
                    <a:pt x="14113" y="13023"/>
                  </a:lnTo>
                  <a:cubicBezTo>
                    <a:pt x="13637" y="13775"/>
                    <a:pt x="12636" y="14001"/>
                    <a:pt x="11879" y="13527"/>
                  </a:cubicBezTo>
                  <a:cubicBezTo>
                    <a:pt x="11842" y="13504"/>
                    <a:pt x="11805" y="13479"/>
                    <a:pt x="11770" y="13452"/>
                  </a:cubicBezTo>
                  <a:lnTo>
                    <a:pt x="9247" y="11572"/>
                  </a:lnTo>
                  <a:cubicBezTo>
                    <a:pt x="9016" y="11399"/>
                    <a:pt x="8697" y="11399"/>
                    <a:pt x="8466" y="11572"/>
                  </a:cubicBezTo>
                  <a:lnTo>
                    <a:pt x="5059" y="14145"/>
                  </a:lnTo>
                  <a:cubicBezTo>
                    <a:pt x="4604" y="14488"/>
                    <a:pt x="4010" y="13946"/>
                    <a:pt x="4315" y="13465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9" name="成组">
            <a:extLst>
              <a:ext uri="{FF2B5EF4-FFF2-40B4-BE49-F238E27FC236}">
                <a16:creationId xmlns:a16="http://schemas.microsoft.com/office/drawing/2014/main" id="{88760732-5DDF-F840-3244-CBEEE653AAAF}"/>
              </a:ext>
            </a:extLst>
          </p:cNvPr>
          <p:cNvGrpSpPr/>
          <p:nvPr/>
        </p:nvGrpSpPr>
        <p:grpSpPr>
          <a:xfrm>
            <a:off x="14101366" y="4810843"/>
            <a:ext cx="904520" cy="904520"/>
            <a:chOff x="0" y="0"/>
            <a:chExt cx="457200" cy="457200"/>
          </a:xfrm>
        </p:grpSpPr>
        <p:sp>
          <p:nvSpPr>
            <p:cNvPr id="50" name="任意形状 888">
              <a:extLst>
                <a:ext uri="{FF2B5EF4-FFF2-40B4-BE49-F238E27FC236}">
                  <a16:creationId xmlns:a16="http://schemas.microsoft.com/office/drawing/2014/main" id="{FEBE14F2-2BD7-DF5F-D6BC-48F107C1578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1" name="任意形状 889">
              <a:extLst>
                <a:ext uri="{FF2B5EF4-FFF2-40B4-BE49-F238E27FC236}">
                  <a16:creationId xmlns:a16="http://schemas.microsoft.com/office/drawing/2014/main" id="{7743863C-EF05-B39D-1F0C-221CD232350C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9440"/>
                  </a:moveTo>
                  <a:cubicBezTo>
                    <a:pt x="15572" y="19440"/>
                    <a:pt x="19440" y="15572"/>
                    <a:pt x="19440" y="10800"/>
                  </a:cubicBezTo>
                  <a:cubicBezTo>
                    <a:pt x="19440" y="6028"/>
                    <a:pt x="15572" y="2160"/>
                    <a:pt x="10800" y="2160"/>
                  </a:cubicBezTo>
                  <a:cubicBezTo>
                    <a:pt x="6028" y="2160"/>
                    <a:pt x="2160" y="6028"/>
                    <a:pt x="2160" y="10800"/>
                  </a:cubicBezTo>
                  <a:cubicBezTo>
                    <a:pt x="2160" y="15572"/>
                    <a:pt x="6028" y="19440"/>
                    <a:pt x="10800" y="19440"/>
                  </a:cubicBezTo>
                  <a:close/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  <a:moveTo>
                    <a:pt x="7441" y="12064"/>
                  </a:moveTo>
                  <a:lnTo>
                    <a:pt x="4743" y="11222"/>
                  </a:lnTo>
                  <a:cubicBezTo>
                    <a:pt x="4160" y="11044"/>
                    <a:pt x="4157" y="10642"/>
                    <a:pt x="4874" y="10354"/>
                  </a:cubicBezTo>
                  <a:lnTo>
                    <a:pt x="15386" y="6293"/>
                  </a:lnTo>
                  <a:cubicBezTo>
                    <a:pt x="15996" y="6045"/>
                    <a:pt x="16342" y="6359"/>
                    <a:pt x="16144" y="7146"/>
                  </a:cubicBezTo>
                  <a:lnTo>
                    <a:pt x="14354" y="15592"/>
                  </a:lnTo>
                  <a:cubicBezTo>
                    <a:pt x="14229" y="16194"/>
                    <a:pt x="13867" y="16337"/>
                    <a:pt x="13365" y="16060"/>
                  </a:cubicBezTo>
                  <a:lnTo>
                    <a:pt x="10610" y="14021"/>
                  </a:lnTo>
                  <a:lnTo>
                    <a:pt x="9326" y="15260"/>
                  </a:lnTo>
                  <a:cubicBezTo>
                    <a:pt x="9194" y="15388"/>
                    <a:pt x="9087" y="15497"/>
                    <a:pt x="8884" y="15524"/>
                  </a:cubicBezTo>
                  <a:cubicBezTo>
                    <a:pt x="8682" y="15552"/>
                    <a:pt x="8516" y="15492"/>
                    <a:pt x="8394" y="15157"/>
                  </a:cubicBezTo>
                  <a:lnTo>
                    <a:pt x="7454" y="12056"/>
                  </a:lnTo>
                  <a:lnTo>
                    <a:pt x="7441" y="12065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2" name="成组">
            <a:extLst>
              <a:ext uri="{FF2B5EF4-FFF2-40B4-BE49-F238E27FC236}">
                <a16:creationId xmlns:a16="http://schemas.microsoft.com/office/drawing/2014/main" id="{B65A467B-6F9B-E485-62B4-02ABF37CE2D4}"/>
              </a:ext>
            </a:extLst>
          </p:cNvPr>
          <p:cNvGrpSpPr/>
          <p:nvPr/>
        </p:nvGrpSpPr>
        <p:grpSpPr>
          <a:xfrm>
            <a:off x="14150006" y="9783895"/>
            <a:ext cx="904520" cy="904520"/>
            <a:chOff x="0" y="0"/>
            <a:chExt cx="457200" cy="457200"/>
          </a:xfrm>
        </p:grpSpPr>
        <p:sp>
          <p:nvSpPr>
            <p:cNvPr id="53" name="任意形状 936">
              <a:extLst>
                <a:ext uri="{FF2B5EF4-FFF2-40B4-BE49-F238E27FC236}">
                  <a16:creationId xmlns:a16="http://schemas.microsoft.com/office/drawing/2014/main" id="{654F0392-F09E-8718-9E7D-76259A507B6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4" name="任意形状 937">
              <a:extLst>
                <a:ext uri="{FF2B5EF4-FFF2-40B4-BE49-F238E27FC236}">
                  <a16:creationId xmlns:a16="http://schemas.microsoft.com/office/drawing/2014/main" id="{0BF42713-AA12-3F06-883F-25AAF502F035}"/>
                </a:ext>
              </a:extLst>
            </p:cNvPr>
            <p:cNvSpPr/>
            <p:nvPr/>
          </p:nvSpPr>
          <p:spPr>
            <a:xfrm>
              <a:off x="38099" y="38100"/>
              <a:ext cx="381001" cy="381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597" extrusionOk="0">
                  <a:moveTo>
                    <a:pt x="5673" y="17811"/>
                  </a:moveTo>
                  <a:lnTo>
                    <a:pt x="6454" y="18268"/>
                  </a:lnTo>
                  <a:cubicBezTo>
                    <a:pt x="7773" y="19037"/>
                    <a:pt x="9272" y="19440"/>
                    <a:pt x="10799" y="19437"/>
                  </a:cubicBezTo>
                  <a:cubicBezTo>
                    <a:pt x="15570" y="19437"/>
                    <a:pt x="19437" y="15570"/>
                    <a:pt x="19437" y="10798"/>
                  </a:cubicBezTo>
                  <a:cubicBezTo>
                    <a:pt x="19437" y="6027"/>
                    <a:pt x="15570" y="2160"/>
                    <a:pt x="10799" y="2160"/>
                  </a:cubicBezTo>
                  <a:cubicBezTo>
                    <a:pt x="6028" y="2160"/>
                    <a:pt x="2160" y="6027"/>
                    <a:pt x="2160" y="10798"/>
                  </a:cubicBezTo>
                  <a:cubicBezTo>
                    <a:pt x="2160" y="12349"/>
                    <a:pt x="2567" y="13836"/>
                    <a:pt x="3330" y="15144"/>
                  </a:cubicBezTo>
                  <a:lnTo>
                    <a:pt x="3786" y="15926"/>
                  </a:lnTo>
                  <a:lnTo>
                    <a:pt x="3081" y="18518"/>
                  </a:lnTo>
                  <a:lnTo>
                    <a:pt x="5673" y="17811"/>
                  </a:lnTo>
                  <a:close/>
                  <a:moveTo>
                    <a:pt x="4" y="21597"/>
                  </a:moveTo>
                  <a:lnTo>
                    <a:pt x="1464" y="16232"/>
                  </a:lnTo>
                  <a:cubicBezTo>
                    <a:pt x="503" y="14583"/>
                    <a:pt x="-3" y="12708"/>
                    <a:pt x="0" y="10798"/>
                  </a:cubicBezTo>
                  <a:cubicBezTo>
                    <a:pt x="0" y="4834"/>
                    <a:pt x="4835" y="0"/>
                    <a:pt x="10799" y="0"/>
                  </a:cubicBezTo>
                  <a:cubicBezTo>
                    <a:pt x="16763" y="0"/>
                    <a:pt x="21597" y="4834"/>
                    <a:pt x="21597" y="10798"/>
                  </a:cubicBezTo>
                  <a:cubicBezTo>
                    <a:pt x="21597" y="16763"/>
                    <a:pt x="16763" y="21597"/>
                    <a:pt x="10799" y="21597"/>
                  </a:cubicBezTo>
                  <a:cubicBezTo>
                    <a:pt x="8890" y="21600"/>
                    <a:pt x="7016" y="21095"/>
                    <a:pt x="5367" y="20134"/>
                  </a:cubicBezTo>
                  <a:lnTo>
                    <a:pt x="4" y="21597"/>
                  </a:lnTo>
                  <a:close/>
                  <a:moveTo>
                    <a:pt x="6901" y="5732"/>
                  </a:moveTo>
                  <a:cubicBezTo>
                    <a:pt x="7046" y="5721"/>
                    <a:pt x="7192" y="5721"/>
                    <a:pt x="7337" y="5728"/>
                  </a:cubicBezTo>
                  <a:cubicBezTo>
                    <a:pt x="7395" y="5732"/>
                    <a:pt x="7453" y="5738"/>
                    <a:pt x="7512" y="5745"/>
                  </a:cubicBezTo>
                  <a:cubicBezTo>
                    <a:pt x="7683" y="5764"/>
                    <a:pt x="7872" y="5869"/>
                    <a:pt x="7936" y="6014"/>
                  </a:cubicBezTo>
                  <a:cubicBezTo>
                    <a:pt x="8258" y="6744"/>
                    <a:pt x="8571" y="7479"/>
                    <a:pt x="8873" y="8217"/>
                  </a:cubicBezTo>
                  <a:cubicBezTo>
                    <a:pt x="8940" y="8381"/>
                    <a:pt x="8900" y="8591"/>
                    <a:pt x="8773" y="8796"/>
                  </a:cubicBezTo>
                  <a:cubicBezTo>
                    <a:pt x="8685" y="8935"/>
                    <a:pt x="8590" y="9069"/>
                    <a:pt x="8489" y="9198"/>
                  </a:cubicBezTo>
                  <a:cubicBezTo>
                    <a:pt x="8367" y="9355"/>
                    <a:pt x="8104" y="9642"/>
                    <a:pt x="8104" y="9642"/>
                  </a:cubicBezTo>
                  <a:cubicBezTo>
                    <a:pt x="8104" y="9642"/>
                    <a:pt x="7997" y="9769"/>
                    <a:pt x="8039" y="9928"/>
                  </a:cubicBezTo>
                  <a:cubicBezTo>
                    <a:pt x="8054" y="9989"/>
                    <a:pt x="8103" y="10076"/>
                    <a:pt x="8149" y="10149"/>
                  </a:cubicBezTo>
                  <a:lnTo>
                    <a:pt x="8212" y="10252"/>
                  </a:lnTo>
                  <a:cubicBezTo>
                    <a:pt x="8489" y="10713"/>
                    <a:pt x="8860" y="11181"/>
                    <a:pt x="9314" y="11621"/>
                  </a:cubicBezTo>
                  <a:cubicBezTo>
                    <a:pt x="9443" y="11747"/>
                    <a:pt x="9570" y="11875"/>
                    <a:pt x="9706" y="11995"/>
                  </a:cubicBezTo>
                  <a:cubicBezTo>
                    <a:pt x="10211" y="12441"/>
                    <a:pt x="10784" y="12805"/>
                    <a:pt x="11401" y="13075"/>
                  </a:cubicBezTo>
                  <a:lnTo>
                    <a:pt x="11407" y="13077"/>
                  </a:lnTo>
                  <a:cubicBezTo>
                    <a:pt x="11498" y="13117"/>
                    <a:pt x="11545" y="13139"/>
                    <a:pt x="11679" y="13196"/>
                  </a:cubicBezTo>
                  <a:cubicBezTo>
                    <a:pt x="11746" y="13224"/>
                    <a:pt x="11815" y="13249"/>
                    <a:pt x="11885" y="13267"/>
                  </a:cubicBezTo>
                  <a:cubicBezTo>
                    <a:pt x="12033" y="13305"/>
                    <a:pt x="12190" y="13249"/>
                    <a:pt x="12281" y="13127"/>
                  </a:cubicBezTo>
                  <a:cubicBezTo>
                    <a:pt x="13063" y="12180"/>
                    <a:pt x="13134" y="12118"/>
                    <a:pt x="13141" y="12118"/>
                  </a:cubicBezTo>
                  <a:lnTo>
                    <a:pt x="13141" y="12120"/>
                  </a:lnTo>
                  <a:cubicBezTo>
                    <a:pt x="13251" y="12018"/>
                    <a:pt x="13400" y="11968"/>
                    <a:pt x="13549" y="11983"/>
                  </a:cubicBezTo>
                  <a:cubicBezTo>
                    <a:pt x="13614" y="11987"/>
                    <a:pt x="13680" y="11999"/>
                    <a:pt x="13740" y="12026"/>
                  </a:cubicBezTo>
                  <a:cubicBezTo>
                    <a:pt x="14313" y="12289"/>
                    <a:pt x="15252" y="12698"/>
                    <a:pt x="15252" y="12698"/>
                  </a:cubicBezTo>
                  <a:lnTo>
                    <a:pt x="15880" y="12980"/>
                  </a:lnTo>
                  <a:cubicBezTo>
                    <a:pt x="15986" y="13030"/>
                    <a:pt x="16082" y="13150"/>
                    <a:pt x="16086" y="13266"/>
                  </a:cubicBezTo>
                  <a:cubicBezTo>
                    <a:pt x="16090" y="13338"/>
                    <a:pt x="16096" y="13455"/>
                    <a:pt x="16072" y="13669"/>
                  </a:cubicBezTo>
                  <a:cubicBezTo>
                    <a:pt x="16037" y="13948"/>
                    <a:pt x="15953" y="14284"/>
                    <a:pt x="15868" y="14460"/>
                  </a:cubicBezTo>
                  <a:cubicBezTo>
                    <a:pt x="15811" y="14580"/>
                    <a:pt x="15734" y="14690"/>
                    <a:pt x="15642" y="14786"/>
                  </a:cubicBezTo>
                  <a:cubicBezTo>
                    <a:pt x="15533" y="14901"/>
                    <a:pt x="15413" y="15005"/>
                    <a:pt x="15285" y="15097"/>
                  </a:cubicBezTo>
                  <a:cubicBezTo>
                    <a:pt x="15241" y="15131"/>
                    <a:pt x="15196" y="15163"/>
                    <a:pt x="15150" y="15194"/>
                  </a:cubicBezTo>
                  <a:cubicBezTo>
                    <a:pt x="15016" y="15280"/>
                    <a:pt x="14878" y="15359"/>
                    <a:pt x="14737" y="15432"/>
                  </a:cubicBezTo>
                  <a:cubicBezTo>
                    <a:pt x="14459" y="15580"/>
                    <a:pt x="14152" y="15665"/>
                    <a:pt x="13837" y="15681"/>
                  </a:cubicBezTo>
                  <a:cubicBezTo>
                    <a:pt x="13637" y="15691"/>
                    <a:pt x="13438" y="15706"/>
                    <a:pt x="13237" y="15696"/>
                  </a:cubicBezTo>
                  <a:cubicBezTo>
                    <a:pt x="13228" y="15696"/>
                    <a:pt x="12623" y="15602"/>
                    <a:pt x="12623" y="15602"/>
                  </a:cubicBezTo>
                  <a:cubicBezTo>
                    <a:pt x="11088" y="15198"/>
                    <a:pt x="9668" y="14441"/>
                    <a:pt x="8477" y="13392"/>
                  </a:cubicBezTo>
                  <a:cubicBezTo>
                    <a:pt x="8233" y="13177"/>
                    <a:pt x="8007" y="12946"/>
                    <a:pt x="7776" y="12716"/>
                  </a:cubicBezTo>
                  <a:cubicBezTo>
                    <a:pt x="6815" y="11761"/>
                    <a:pt x="6089" y="10729"/>
                    <a:pt x="5649" y="9755"/>
                  </a:cubicBezTo>
                  <a:cubicBezTo>
                    <a:pt x="5423" y="9277"/>
                    <a:pt x="5302" y="8757"/>
                    <a:pt x="5291" y="8228"/>
                  </a:cubicBezTo>
                  <a:cubicBezTo>
                    <a:pt x="5287" y="7573"/>
                    <a:pt x="5501" y="6934"/>
                    <a:pt x="5900" y="6414"/>
                  </a:cubicBezTo>
                  <a:cubicBezTo>
                    <a:pt x="5979" y="6313"/>
                    <a:pt x="6054" y="6207"/>
                    <a:pt x="6182" y="6085"/>
                  </a:cubicBezTo>
                  <a:cubicBezTo>
                    <a:pt x="6319" y="5955"/>
                    <a:pt x="6406" y="5886"/>
                    <a:pt x="6500" y="5839"/>
                  </a:cubicBezTo>
                  <a:cubicBezTo>
                    <a:pt x="6625" y="5776"/>
                    <a:pt x="6761" y="5739"/>
                    <a:pt x="6900" y="5731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1361388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E87385B-0DAC-1E64-C709-CB51E7183C5F}"/>
              </a:ext>
            </a:extLst>
          </p:cNvPr>
          <p:cNvGrpSpPr/>
          <p:nvPr/>
        </p:nvGrpSpPr>
        <p:grpSpPr>
          <a:xfrm>
            <a:off x="2086393" y="9303289"/>
            <a:ext cx="4595807" cy="1753893"/>
            <a:chOff x="2998013" y="9537204"/>
            <a:chExt cx="4595807" cy="1753893"/>
          </a:xfrm>
        </p:grpSpPr>
        <p:sp>
          <p:nvSpPr>
            <p:cNvPr id="85" name="TextBox">
              <a:extLst>
                <a:ext uri="{FF2B5EF4-FFF2-40B4-BE49-F238E27FC236}">
                  <a16:creationId xmlns:a16="http://schemas.microsoft.com/office/drawing/2014/main" id="{49FA8FDB-07D9-E7C3-CAA6-F7BAD7918977}"/>
                </a:ext>
              </a:extLst>
            </p:cNvPr>
            <p:cNvSpPr txBox="1"/>
            <p:nvPr/>
          </p:nvSpPr>
          <p:spPr>
            <a:xfrm>
              <a:off x="2998015" y="10397904"/>
              <a:ext cx="4595805" cy="8931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6" name="TextBox">
              <a:extLst>
                <a:ext uri="{FF2B5EF4-FFF2-40B4-BE49-F238E27FC236}">
                  <a16:creationId xmlns:a16="http://schemas.microsoft.com/office/drawing/2014/main" id="{E302AFC1-054E-793D-92AA-8007C33DF110}"/>
                </a:ext>
              </a:extLst>
            </p:cNvPr>
            <p:cNvSpPr txBox="1"/>
            <p:nvPr/>
          </p:nvSpPr>
          <p:spPr>
            <a:xfrm>
              <a:off x="2998013" y="9537204"/>
              <a:ext cx="4595801" cy="710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en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35B7194-FF23-9DCB-23BC-38B75D10CAE9}"/>
              </a:ext>
            </a:extLst>
          </p:cNvPr>
          <p:cNvGrpSpPr/>
          <p:nvPr/>
        </p:nvGrpSpPr>
        <p:grpSpPr>
          <a:xfrm>
            <a:off x="12777796" y="9303290"/>
            <a:ext cx="4221944" cy="1753893"/>
            <a:chOff x="13315961" y="9537205"/>
            <a:chExt cx="4221944" cy="1753893"/>
          </a:xfrm>
        </p:grpSpPr>
        <p:sp>
          <p:nvSpPr>
            <p:cNvPr id="88" name="TextBox">
              <a:extLst>
                <a:ext uri="{FF2B5EF4-FFF2-40B4-BE49-F238E27FC236}">
                  <a16:creationId xmlns:a16="http://schemas.microsoft.com/office/drawing/2014/main" id="{0305D7B3-BA90-ED23-7C9F-A2ACB7393FF0}"/>
                </a:ext>
              </a:extLst>
            </p:cNvPr>
            <p:cNvSpPr txBox="1"/>
            <p:nvPr/>
          </p:nvSpPr>
          <p:spPr>
            <a:xfrm>
              <a:off x="13315961" y="10397905"/>
              <a:ext cx="4221944" cy="8931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9" name="TextBox">
              <a:extLst>
                <a:ext uri="{FF2B5EF4-FFF2-40B4-BE49-F238E27FC236}">
                  <a16:creationId xmlns:a16="http://schemas.microsoft.com/office/drawing/2014/main" id="{838DCB1B-0EEC-0D7D-8303-6731C74F7230}"/>
                </a:ext>
              </a:extLst>
            </p:cNvPr>
            <p:cNvSpPr txBox="1"/>
            <p:nvPr/>
          </p:nvSpPr>
          <p:spPr>
            <a:xfrm>
              <a:off x="13315961" y="9537205"/>
              <a:ext cx="4221944" cy="710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en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CE768B2-037E-DD85-CF9C-8D8FB1EE1883}"/>
              </a:ext>
            </a:extLst>
          </p:cNvPr>
          <p:cNvGrpSpPr/>
          <p:nvPr/>
        </p:nvGrpSpPr>
        <p:grpSpPr>
          <a:xfrm>
            <a:off x="7494598" y="9303291"/>
            <a:ext cx="4470800" cy="1753893"/>
            <a:chOff x="8219490" y="9537206"/>
            <a:chExt cx="4470800" cy="1753893"/>
          </a:xfrm>
        </p:grpSpPr>
        <p:sp>
          <p:nvSpPr>
            <p:cNvPr id="91" name="TextBox">
              <a:extLst>
                <a:ext uri="{FF2B5EF4-FFF2-40B4-BE49-F238E27FC236}">
                  <a16:creationId xmlns:a16="http://schemas.microsoft.com/office/drawing/2014/main" id="{AE3E93EE-4EC4-9F84-A810-4CB34106D47D}"/>
                </a:ext>
              </a:extLst>
            </p:cNvPr>
            <p:cNvSpPr txBox="1"/>
            <p:nvPr/>
          </p:nvSpPr>
          <p:spPr>
            <a:xfrm>
              <a:off x="8219491" y="10397906"/>
              <a:ext cx="4470799" cy="8931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" name="TextBox">
              <a:extLst>
                <a:ext uri="{FF2B5EF4-FFF2-40B4-BE49-F238E27FC236}">
                  <a16:creationId xmlns:a16="http://schemas.microsoft.com/office/drawing/2014/main" id="{48276001-E8F4-6FC7-5544-71820F78837D}"/>
                </a:ext>
              </a:extLst>
            </p:cNvPr>
            <p:cNvSpPr txBox="1"/>
            <p:nvPr/>
          </p:nvSpPr>
          <p:spPr>
            <a:xfrm>
              <a:off x="8219490" y="9537206"/>
              <a:ext cx="4470796" cy="710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en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BF1778E-3D7F-75D2-2411-3DE230EB2ACC}"/>
              </a:ext>
            </a:extLst>
          </p:cNvPr>
          <p:cNvGrpSpPr/>
          <p:nvPr/>
        </p:nvGrpSpPr>
        <p:grpSpPr>
          <a:xfrm>
            <a:off x="17812137" y="9303291"/>
            <a:ext cx="4221944" cy="1753893"/>
            <a:chOff x="18163575" y="9537206"/>
            <a:chExt cx="4221944" cy="1753893"/>
          </a:xfrm>
        </p:grpSpPr>
        <p:sp>
          <p:nvSpPr>
            <p:cNvPr id="94" name="TextBox">
              <a:extLst>
                <a:ext uri="{FF2B5EF4-FFF2-40B4-BE49-F238E27FC236}">
                  <a16:creationId xmlns:a16="http://schemas.microsoft.com/office/drawing/2014/main" id="{5C2C0856-1193-49E2-E74B-CE9BF6022586}"/>
                </a:ext>
              </a:extLst>
            </p:cNvPr>
            <p:cNvSpPr txBox="1"/>
            <p:nvPr/>
          </p:nvSpPr>
          <p:spPr>
            <a:xfrm>
              <a:off x="18163575" y="10397906"/>
              <a:ext cx="4221944" cy="8931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xtBox">
              <a:extLst>
                <a:ext uri="{FF2B5EF4-FFF2-40B4-BE49-F238E27FC236}">
                  <a16:creationId xmlns:a16="http://schemas.microsoft.com/office/drawing/2014/main" id="{10C020CF-0581-3F6F-D4D0-1D275AE6ED19}"/>
                </a:ext>
              </a:extLst>
            </p:cNvPr>
            <p:cNvSpPr txBox="1"/>
            <p:nvPr/>
          </p:nvSpPr>
          <p:spPr>
            <a:xfrm>
              <a:off x="18163575" y="9537206"/>
              <a:ext cx="4221944" cy="7107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en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6" name="Oval 75">
            <a:extLst>
              <a:ext uri="{FF2B5EF4-FFF2-40B4-BE49-F238E27FC236}">
                <a16:creationId xmlns:a16="http://schemas.microsoft.com/office/drawing/2014/main" id="{AEBAEE5D-BD75-4F62-35F4-79AE137B1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9417" y="5015015"/>
            <a:ext cx="2889432" cy="288943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10B2AEE8-222B-0BCF-4E50-1FB0F7809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41200" y="5015015"/>
            <a:ext cx="2889432" cy="288943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3E3383B-CED8-9D1D-0F73-19F361F33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9843" y="5015015"/>
            <a:ext cx="2883151" cy="288943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7070898-14A7-6F73-5051-84B9627BF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625" y="5015015"/>
            <a:ext cx="2880011" cy="288943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73" name="Freeform 229">
            <a:extLst>
              <a:ext uri="{FF2B5EF4-FFF2-40B4-BE49-F238E27FC236}">
                <a16:creationId xmlns:a16="http://schemas.microsoft.com/office/drawing/2014/main" id="{DE3C5C2A-3585-DFCE-A17D-3499900C52CA}"/>
              </a:ext>
            </a:extLst>
          </p:cNvPr>
          <p:cNvSpPr>
            <a:spLocks/>
          </p:cNvSpPr>
          <p:nvPr/>
        </p:nvSpPr>
        <p:spPr bwMode="auto">
          <a:xfrm>
            <a:off x="15265308" y="5015015"/>
            <a:ext cx="2889432" cy="2889432"/>
          </a:xfrm>
          <a:custGeom>
            <a:avLst/>
            <a:gdLst>
              <a:gd name="T0" fmla="*/ 0 w 389"/>
              <a:gd name="T1" fmla="*/ 388 h 388"/>
              <a:gd name="T2" fmla="*/ 389 w 389"/>
              <a:gd name="T3" fmla="*/ 388 h 388"/>
              <a:gd name="T4" fmla="*/ 280 w 389"/>
              <a:gd name="T5" fmla="*/ 194 h 388"/>
              <a:gd name="T6" fmla="*/ 389 w 389"/>
              <a:gd name="T7" fmla="*/ 0 h 388"/>
              <a:gd name="T8" fmla="*/ 0 w 389"/>
              <a:gd name="T9" fmla="*/ 0 h 388"/>
              <a:gd name="T10" fmla="*/ 109 w 389"/>
              <a:gd name="T11" fmla="*/ 194 h 388"/>
              <a:gd name="T12" fmla="*/ 0 w 389"/>
              <a:gd name="T13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89" h="388">
                <a:moveTo>
                  <a:pt x="0" y="388"/>
                </a:moveTo>
                <a:cubicBezTo>
                  <a:pt x="389" y="388"/>
                  <a:pt x="389" y="388"/>
                  <a:pt x="389" y="388"/>
                </a:cubicBezTo>
                <a:cubicBezTo>
                  <a:pt x="324" y="348"/>
                  <a:pt x="280" y="276"/>
                  <a:pt x="280" y="194"/>
                </a:cubicBezTo>
                <a:cubicBezTo>
                  <a:pt x="280" y="112"/>
                  <a:pt x="324" y="40"/>
                  <a:pt x="389" y="0"/>
                </a:cubicBezTo>
                <a:cubicBezTo>
                  <a:pt x="0" y="0"/>
                  <a:pt x="0" y="0"/>
                  <a:pt x="0" y="0"/>
                </a:cubicBezTo>
                <a:cubicBezTo>
                  <a:pt x="65" y="40"/>
                  <a:pt x="109" y="112"/>
                  <a:pt x="109" y="194"/>
                </a:cubicBezTo>
                <a:cubicBezTo>
                  <a:pt x="109" y="276"/>
                  <a:pt x="65" y="348"/>
                  <a:pt x="0" y="38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74" name="Freeform 230">
            <a:extLst>
              <a:ext uri="{FF2B5EF4-FFF2-40B4-BE49-F238E27FC236}">
                <a16:creationId xmlns:a16="http://schemas.microsoft.com/office/drawing/2014/main" id="{FD9333B9-C374-D3EC-5BFC-771EC9583078}"/>
              </a:ext>
            </a:extLst>
          </p:cNvPr>
          <p:cNvSpPr>
            <a:spLocks/>
          </p:cNvSpPr>
          <p:nvPr/>
        </p:nvSpPr>
        <p:spPr bwMode="auto">
          <a:xfrm>
            <a:off x="10607670" y="5015015"/>
            <a:ext cx="2898855" cy="2889432"/>
          </a:xfrm>
          <a:custGeom>
            <a:avLst/>
            <a:gdLst>
              <a:gd name="T0" fmla="*/ 0 w 390"/>
              <a:gd name="T1" fmla="*/ 388 h 388"/>
              <a:gd name="T2" fmla="*/ 390 w 390"/>
              <a:gd name="T3" fmla="*/ 388 h 388"/>
              <a:gd name="T4" fmla="*/ 281 w 390"/>
              <a:gd name="T5" fmla="*/ 194 h 388"/>
              <a:gd name="T6" fmla="*/ 390 w 390"/>
              <a:gd name="T7" fmla="*/ 0 h 388"/>
              <a:gd name="T8" fmla="*/ 0 w 390"/>
              <a:gd name="T9" fmla="*/ 0 h 388"/>
              <a:gd name="T10" fmla="*/ 110 w 390"/>
              <a:gd name="T11" fmla="*/ 194 h 388"/>
              <a:gd name="T12" fmla="*/ 0 w 390"/>
              <a:gd name="T13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0" h="388">
                <a:moveTo>
                  <a:pt x="0" y="388"/>
                </a:moveTo>
                <a:cubicBezTo>
                  <a:pt x="390" y="388"/>
                  <a:pt x="390" y="388"/>
                  <a:pt x="390" y="388"/>
                </a:cubicBezTo>
                <a:cubicBezTo>
                  <a:pt x="325" y="348"/>
                  <a:pt x="281" y="276"/>
                  <a:pt x="281" y="194"/>
                </a:cubicBezTo>
                <a:cubicBezTo>
                  <a:pt x="281" y="112"/>
                  <a:pt x="325" y="40"/>
                  <a:pt x="390" y="0"/>
                </a:cubicBezTo>
                <a:cubicBezTo>
                  <a:pt x="0" y="0"/>
                  <a:pt x="0" y="0"/>
                  <a:pt x="0" y="0"/>
                </a:cubicBezTo>
                <a:cubicBezTo>
                  <a:pt x="66" y="40"/>
                  <a:pt x="110" y="112"/>
                  <a:pt x="110" y="194"/>
                </a:cubicBezTo>
                <a:cubicBezTo>
                  <a:pt x="110" y="276"/>
                  <a:pt x="66" y="348"/>
                  <a:pt x="0" y="38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75" name="Freeform 231">
            <a:extLst>
              <a:ext uri="{FF2B5EF4-FFF2-40B4-BE49-F238E27FC236}">
                <a16:creationId xmlns:a16="http://schemas.microsoft.com/office/drawing/2014/main" id="{565861CA-9863-5C74-BB15-69DB7857D4E9}"/>
              </a:ext>
            </a:extLst>
          </p:cNvPr>
          <p:cNvSpPr>
            <a:spLocks/>
          </p:cNvSpPr>
          <p:nvPr/>
        </p:nvSpPr>
        <p:spPr bwMode="auto">
          <a:xfrm>
            <a:off x="5959454" y="5015015"/>
            <a:ext cx="2895713" cy="2889432"/>
          </a:xfrm>
          <a:custGeom>
            <a:avLst/>
            <a:gdLst>
              <a:gd name="T0" fmla="*/ 0 w 390"/>
              <a:gd name="T1" fmla="*/ 388 h 388"/>
              <a:gd name="T2" fmla="*/ 390 w 390"/>
              <a:gd name="T3" fmla="*/ 388 h 388"/>
              <a:gd name="T4" fmla="*/ 281 w 390"/>
              <a:gd name="T5" fmla="*/ 194 h 388"/>
              <a:gd name="T6" fmla="*/ 390 w 390"/>
              <a:gd name="T7" fmla="*/ 0 h 388"/>
              <a:gd name="T8" fmla="*/ 0 w 390"/>
              <a:gd name="T9" fmla="*/ 0 h 388"/>
              <a:gd name="T10" fmla="*/ 109 w 390"/>
              <a:gd name="T11" fmla="*/ 194 h 388"/>
              <a:gd name="T12" fmla="*/ 0 w 390"/>
              <a:gd name="T13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90" h="388">
                <a:moveTo>
                  <a:pt x="0" y="388"/>
                </a:moveTo>
                <a:cubicBezTo>
                  <a:pt x="390" y="388"/>
                  <a:pt x="390" y="388"/>
                  <a:pt x="390" y="388"/>
                </a:cubicBezTo>
                <a:cubicBezTo>
                  <a:pt x="325" y="348"/>
                  <a:pt x="281" y="276"/>
                  <a:pt x="281" y="194"/>
                </a:cubicBezTo>
                <a:cubicBezTo>
                  <a:pt x="281" y="112"/>
                  <a:pt x="325" y="40"/>
                  <a:pt x="390" y="0"/>
                </a:cubicBezTo>
                <a:cubicBezTo>
                  <a:pt x="0" y="0"/>
                  <a:pt x="0" y="0"/>
                  <a:pt x="0" y="0"/>
                </a:cubicBezTo>
                <a:cubicBezTo>
                  <a:pt x="66" y="40"/>
                  <a:pt x="109" y="112"/>
                  <a:pt x="109" y="194"/>
                </a:cubicBezTo>
                <a:cubicBezTo>
                  <a:pt x="109" y="276"/>
                  <a:pt x="66" y="348"/>
                  <a:pt x="0" y="3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grpSp>
        <p:nvGrpSpPr>
          <p:cNvPr id="5" name="Группа 1256">
            <a:extLst>
              <a:ext uri="{FF2B5EF4-FFF2-40B4-BE49-F238E27FC236}">
                <a16:creationId xmlns:a16="http://schemas.microsoft.com/office/drawing/2014/main" id="{6F60385E-5D89-D90F-7CF0-8826FB5FEB10}"/>
              </a:ext>
            </a:extLst>
          </p:cNvPr>
          <p:cNvGrpSpPr/>
          <p:nvPr/>
        </p:nvGrpSpPr>
        <p:grpSpPr>
          <a:xfrm>
            <a:off x="3924287" y="5297677"/>
            <a:ext cx="16275041" cy="2324108"/>
            <a:chOff x="1936750" y="2409825"/>
            <a:chExt cx="8226426" cy="1174750"/>
          </a:xfrm>
          <a:effectLst>
            <a:outerShdw blurRad="127000" dist="127000" dir="2700000" algn="tl" rotWithShape="0">
              <a:prstClr val="black">
                <a:alpha val="54000"/>
              </a:prstClr>
            </a:outerShdw>
          </a:effectLst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09FA4F0-2FE2-5908-5F63-4F6D2C79F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838" y="2409825"/>
              <a:ext cx="1176338" cy="1174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28ECA9-5B8E-26B8-CE6F-3D2D1E006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7338" y="2409825"/>
              <a:ext cx="1174750" cy="1174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3BAAFBE-31E1-EBB0-4789-00353F332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50" y="2409825"/>
              <a:ext cx="1174750" cy="1174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980021D-2BEE-AB08-6280-52BDB9FD2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750" y="2409825"/>
              <a:ext cx="1169988" cy="11747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</p:grpSp>
      <p:grpSp>
        <p:nvGrpSpPr>
          <p:cNvPr id="2" name="成组">
            <a:extLst>
              <a:ext uri="{FF2B5EF4-FFF2-40B4-BE49-F238E27FC236}">
                <a16:creationId xmlns:a16="http://schemas.microsoft.com/office/drawing/2014/main" id="{329CBFCF-F7E8-943A-2A3B-C21E6C4F4F73}"/>
              </a:ext>
            </a:extLst>
          </p:cNvPr>
          <p:cNvGrpSpPr/>
          <p:nvPr/>
        </p:nvGrpSpPr>
        <p:grpSpPr>
          <a:xfrm>
            <a:off x="14134406" y="6161709"/>
            <a:ext cx="574919" cy="574915"/>
            <a:chOff x="0" y="0"/>
            <a:chExt cx="457200" cy="457200"/>
          </a:xfrm>
        </p:grpSpPr>
        <p:sp>
          <p:nvSpPr>
            <p:cNvPr id="3" name="任意形状 363">
              <a:extLst>
                <a:ext uri="{FF2B5EF4-FFF2-40B4-BE49-F238E27FC236}">
                  <a16:creationId xmlns:a16="http://schemas.microsoft.com/office/drawing/2014/main" id="{4003D2AC-31E3-0A21-4DC0-827C0F5C0EB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" name="任意形状 364">
              <a:extLst>
                <a:ext uri="{FF2B5EF4-FFF2-40B4-BE49-F238E27FC236}">
                  <a16:creationId xmlns:a16="http://schemas.microsoft.com/office/drawing/2014/main" id="{9B75D2FF-528E-9534-7512-DB4A66022240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6" name="成组">
            <a:extLst>
              <a:ext uri="{FF2B5EF4-FFF2-40B4-BE49-F238E27FC236}">
                <a16:creationId xmlns:a16="http://schemas.microsoft.com/office/drawing/2014/main" id="{1F0706CB-E01F-9B1C-D5EA-413F0A5BD41E}"/>
              </a:ext>
            </a:extLst>
          </p:cNvPr>
          <p:cNvGrpSpPr/>
          <p:nvPr/>
        </p:nvGrpSpPr>
        <p:grpSpPr>
          <a:xfrm>
            <a:off x="4752234" y="6161709"/>
            <a:ext cx="574919" cy="574915"/>
            <a:chOff x="0" y="0"/>
            <a:chExt cx="457200" cy="457200"/>
          </a:xfrm>
        </p:grpSpPr>
        <p:sp>
          <p:nvSpPr>
            <p:cNvPr id="7" name="任意形状 393">
              <a:extLst>
                <a:ext uri="{FF2B5EF4-FFF2-40B4-BE49-F238E27FC236}">
                  <a16:creationId xmlns:a16="http://schemas.microsoft.com/office/drawing/2014/main" id="{78B52CC8-2A94-F365-40AD-53494094E187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8" name="任意形状 394">
              <a:extLst>
                <a:ext uri="{FF2B5EF4-FFF2-40B4-BE49-F238E27FC236}">
                  <a16:creationId xmlns:a16="http://schemas.microsoft.com/office/drawing/2014/main" id="{E199FF47-6255-E9F5-5794-B8BF5A8A2B05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9" name="成组">
            <a:extLst>
              <a:ext uri="{FF2B5EF4-FFF2-40B4-BE49-F238E27FC236}">
                <a16:creationId xmlns:a16="http://schemas.microsoft.com/office/drawing/2014/main" id="{55783AC9-0B5E-E431-A227-1762179BBF32}"/>
              </a:ext>
            </a:extLst>
          </p:cNvPr>
          <p:cNvGrpSpPr/>
          <p:nvPr/>
        </p:nvGrpSpPr>
        <p:grpSpPr>
          <a:xfrm>
            <a:off x="9443320" y="6161709"/>
            <a:ext cx="574919" cy="574915"/>
            <a:chOff x="0" y="0"/>
            <a:chExt cx="457200" cy="457200"/>
          </a:xfrm>
        </p:grpSpPr>
        <p:sp>
          <p:nvSpPr>
            <p:cNvPr id="10" name="任意形状 399">
              <a:extLst>
                <a:ext uri="{FF2B5EF4-FFF2-40B4-BE49-F238E27FC236}">
                  <a16:creationId xmlns:a16="http://schemas.microsoft.com/office/drawing/2014/main" id="{537247E5-92A3-411E-A1EA-D56D61298A54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1" name="任意形状 400">
              <a:extLst>
                <a:ext uri="{FF2B5EF4-FFF2-40B4-BE49-F238E27FC236}">
                  <a16:creationId xmlns:a16="http://schemas.microsoft.com/office/drawing/2014/main" id="{424F2705-5FDB-B42C-0998-AFD26DFE7F19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2" name="成组">
            <a:extLst>
              <a:ext uri="{FF2B5EF4-FFF2-40B4-BE49-F238E27FC236}">
                <a16:creationId xmlns:a16="http://schemas.microsoft.com/office/drawing/2014/main" id="{3BB55B62-7B00-8660-A983-16FABE088774}"/>
              </a:ext>
            </a:extLst>
          </p:cNvPr>
          <p:cNvGrpSpPr/>
          <p:nvPr/>
        </p:nvGrpSpPr>
        <p:grpSpPr>
          <a:xfrm>
            <a:off x="18825492" y="6161709"/>
            <a:ext cx="574919" cy="574915"/>
            <a:chOff x="0" y="0"/>
            <a:chExt cx="457200" cy="457200"/>
          </a:xfrm>
        </p:grpSpPr>
        <p:sp>
          <p:nvSpPr>
            <p:cNvPr id="13" name="任意形状 477">
              <a:extLst>
                <a:ext uri="{FF2B5EF4-FFF2-40B4-BE49-F238E27FC236}">
                  <a16:creationId xmlns:a16="http://schemas.microsoft.com/office/drawing/2014/main" id="{F721DF45-8B78-7D47-BC20-EDED65F45DE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4" name="任意形状 478">
              <a:extLst>
                <a:ext uri="{FF2B5EF4-FFF2-40B4-BE49-F238E27FC236}">
                  <a16:creationId xmlns:a16="http://schemas.microsoft.com/office/drawing/2014/main" id="{AFBB3859-6744-C473-59BC-728B612E2F22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3800968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grpSp>
        <p:nvGrpSpPr>
          <p:cNvPr id="5" name="Группа 1359">
            <a:extLst>
              <a:ext uri="{FF2B5EF4-FFF2-40B4-BE49-F238E27FC236}">
                <a16:creationId xmlns:a16="http://schemas.microsoft.com/office/drawing/2014/main" id="{28A676D8-903D-94EB-CE63-12E7E396C990}"/>
              </a:ext>
            </a:extLst>
          </p:cNvPr>
          <p:cNvGrpSpPr/>
          <p:nvPr/>
        </p:nvGrpSpPr>
        <p:grpSpPr>
          <a:xfrm>
            <a:off x="5283379" y="5444548"/>
            <a:ext cx="13556332" cy="4784589"/>
            <a:chOff x="1847851" y="1905000"/>
            <a:chExt cx="8231188" cy="2905125"/>
          </a:xfrm>
          <a:effectLst>
            <a:outerShdw blurRad="127000" dist="101600" dir="2700000" algn="tl" rotWithShape="0">
              <a:prstClr val="black">
                <a:alpha val="49000"/>
              </a:prstClr>
            </a:outerShdw>
          </a:effectLst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6BDAED2-F0E6-1AC0-13E3-2F161C1F3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6676" y="3686175"/>
              <a:ext cx="1122363" cy="1123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EE724861-4709-C5E5-63AC-BF656CC61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0263" y="1905000"/>
              <a:ext cx="1122363" cy="11271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0115386-4AA6-EB93-D94A-AD5B08BAF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0676" y="3686175"/>
              <a:ext cx="1125538" cy="1123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EEFCC43-E983-0B80-E02F-6EB927A8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63" y="1905000"/>
              <a:ext cx="1122363" cy="11271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6211A13-83FC-D8E3-178B-1E0FAA4BB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7851" y="3686175"/>
              <a:ext cx="1122363" cy="11239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5DD5C4F-EBB5-EFFF-9C67-0C743443D6E8}"/>
              </a:ext>
            </a:extLst>
          </p:cNvPr>
          <p:cNvGrpSpPr/>
          <p:nvPr/>
        </p:nvGrpSpPr>
        <p:grpSpPr>
          <a:xfrm>
            <a:off x="10860168" y="7536172"/>
            <a:ext cx="2962263" cy="2972721"/>
            <a:chOff x="10610302" y="7171278"/>
            <a:chExt cx="2962263" cy="2972721"/>
          </a:xfrm>
        </p:grpSpPr>
        <p:sp>
          <p:nvSpPr>
            <p:cNvPr id="134" name="Freeform 295">
              <a:extLst>
                <a:ext uri="{FF2B5EF4-FFF2-40B4-BE49-F238E27FC236}">
                  <a16:creationId xmlns:a16="http://schemas.microsoft.com/office/drawing/2014/main" id="{53BE6DF8-921A-1429-E126-F6E9E8B50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0381" y="7424888"/>
              <a:ext cx="1942596" cy="352962"/>
            </a:xfrm>
            <a:custGeom>
              <a:avLst/>
              <a:gdLst>
                <a:gd name="T0" fmla="*/ 0 w 314"/>
                <a:gd name="T1" fmla="*/ 57 h 57"/>
                <a:gd name="T2" fmla="*/ 157 w 314"/>
                <a:gd name="T3" fmla="*/ 0 h 57"/>
                <a:gd name="T4" fmla="*/ 314 w 314"/>
                <a:gd name="T5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57">
                  <a:moveTo>
                    <a:pt x="0" y="57"/>
                  </a:moveTo>
                  <a:cubicBezTo>
                    <a:pt x="43" y="21"/>
                    <a:pt x="97" y="0"/>
                    <a:pt x="157" y="0"/>
                  </a:cubicBezTo>
                  <a:cubicBezTo>
                    <a:pt x="217" y="0"/>
                    <a:pt x="271" y="21"/>
                    <a:pt x="314" y="57"/>
                  </a:cubicBezTo>
                </a:path>
              </a:pathLst>
            </a:custGeom>
            <a:noFill/>
            <a:ln w="36513" cap="rnd">
              <a:solidFill>
                <a:schemeClr val="accent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37" name="Line 298">
              <a:extLst>
                <a:ext uri="{FF2B5EF4-FFF2-40B4-BE49-F238E27FC236}">
                  <a16:creationId xmlns:a16="http://schemas.microsoft.com/office/drawing/2014/main" id="{FB8B6A2D-7116-0581-1D84-63EB9846EC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73836" y="7171278"/>
              <a:ext cx="598729" cy="601342"/>
            </a:xfrm>
            <a:prstGeom prst="line">
              <a:avLst/>
            </a:prstGeom>
            <a:noFill/>
            <a:ln w="36513" cap="rnd">
              <a:solidFill>
                <a:schemeClr val="accent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1B4C5DF2-1332-157E-2E2C-064CBC26A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3757" y="7736016"/>
              <a:ext cx="266682" cy="266682"/>
            </a:xfrm>
            <a:prstGeom prst="ellipse">
              <a:avLst/>
            </a:prstGeom>
            <a:noFill/>
            <a:ln w="36513" cap="flat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588849C-921F-03FE-56CC-C1ACBDAF5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0302" y="7736016"/>
              <a:ext cx="266682" cy="266682"/>
            </a:xfrm>
            <a:prstGeom prst="ellipse">
              <a:avLst/>
            </a:prstGeom>
            <a:noFill/>
            <a:ln w="36513" cap="flat">
              <a:solidFill>
                <a:schemeClr val="accent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6679355B-1E91-34CA-E9E4-2DE54358F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19580" y="7812750"/>
              <a:ext cx="122883" cy="1281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83CF889F-9C56-2E4F-C1F5-A5A6FE98E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8279" y="7812750"/>
              <a:ext cx="125497" cy="12811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3C0B591E-FD44-E104-6A6F-38905B865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0302" y="7736017"/>
              <a:ext cx="2400138" cy="240798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8EBA907-B0BA-AA15-8EB4-710972F69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7710" y="8130812"/>
              <a:ext cx="1607937" cy="1610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grpSp>
          <p:nvGrpSpPr>
            <p:cNvPr id="28" name="成组">
              <a:extLst>
                <a:ext uri="{FF2B5EF4-FFF2-40B4-BE49-F238E27FC236}">
                  <a16:creationId xmlns:a16="http://schemas.microsoft.com/office/drawing/2014/main" id="{E416B8E8-A32C-5FD3-4E15-235443FBD956}"/>
                </a:ext>
              </a:extLst>
            </p:cNvPr>
            <p:cNvGrpSpPr/>
            <p:nvPr/>
          </p:nvGrpSpPr>
          <p:grpSpPr>
            <a:xfrm>
              <a:off x="11530544" y="8652323"/>
              <a:ext cx="574919" cy="574915"/>
              <a:chOff x="0" y="0"/>
              <a:chExt cx="457200" cy="457200"/>
            </a:xfrm>
          </p:grpSpPr>
          <p:sp>
            <p:nvSpPr>
              <p:cNvPr id="29" name="任意形状 363">
                <a:extLst>
                  <a:ext uri="{FF2B5EF4-FFF2-40B4-BE49-F238E27FC236}">
                    <a16:creationId xmlns:a16="http://schemas.microsoft.com/office/drawing/2014/main" id="{D065AB36-051B-059E-2662-723C00EA0AB3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30" name="任意形状 364">
                <a:extLst>
                  <a:ext uri="{FF2B5EF4-FFF2-40B4-BE49-F238E27FC236}">
                    <a16:creationId xmlns:a16="http://schemas.microsoft.com/office/drawing/2014/main" id="{1AA4CD67-36F5-D829-C235-85B8EEA6C372}"/>
                  </a:ext>
                </a:extLst>
              </p:cNvPr>
              <p:cNvSpPr/>
              <p:nvPr/>
            </p:nvSpPr>
            <p:spPr>
              <a:xfrm>
                <a:off x="38100" y="3810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9440"/>
                    </a:moveTo>
                    <a:lnTo>
                      <a:pt x="21600" y="1944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440"/>
                    </a:lnTo>
                    <a:close/>
                    <a:moveTo>
                      <a:pt x="2160" y="10800"/>
                    </a:moveTo>
                    <a:lnTo>
                      <a:pt x="4320" y="10800"/>
                    </a:lnTo>
                    <a:lnTo>
                      <a:pt x="4320" y="18360"/>
                    </a:lnTo>
                    <a:lnTo>
                      <a:pt x="2160" y="18360"/>
                    </a:lnTo>
                    <a:lnTo>
                      <a:pt x="2160" y="10800"/>
                    </a:lnTo>
                    <a:close/>
                    <a:moveTo>
                      <a:pt x="7560" y="10800"/>
                    </a:moveTo>
                    <a:lnTo>
                      <a:pt x="9720" y="10800"/>
                    </a:lnTo>
                    <a:lnTo>
                      <a:pt x="9720" y="18360"/>
                    </a:lnTo>
                    <a:lnTo>
                      <a:pt x="7560" y="18360"/>
                    </a:lnTo>
                    <a:lnTo>
                      <a:pt x="7560" y="10800"/>
                    </a:lnTo>
                    <a:close/>
                    <a:moveTo>
                      <a:pt x="11880" y="10800"/>
                    </a:moveTo>
                    <a:lnTo>
                      <a:pt x="14040" y="10800"/>
                    </a:lnTo>
                    <a:lnTo>
                      <a:pt x="14040" y="18360"/>
                    </a:lnTo>
                    <a:lnTo>
                      <a:pt x="11880" y="18360"/>
                    </a:lnTo>
                    <a:lnTo>
                      <a:pt x="11880" y="10800"/>
                    </a:lnTo>
                    <a:close/>
                    <a:moveTo>
                      <a:pt x="17280" y="10800"/>
                    </a:moveTo>
                    <a:lnTo>
                      <a:pt x="19440" y="10800"/>
                    </a:lnTo>
                    <a:lnTo>
                      <a:pt x="19440" y="18360"/>
                    </a:lnTo>
                    <a:lnTo>
                      <a:pt x="17280" y="18360"/>
                    </a:lnTo>
                    <a:lnTo>
                      <a:pt x="17280" y="10800"/>
                    </a:lnTo>
                    <a:close/>
                    <a:moveTo>
                      <a:pt x="0" y="5400"/>
                    </a:moveTo>
                    <a:lnTo>
                      <a:pt x="10800" y="0"/>
                    </a:lnTo>
                    <a:lnTo>
                      <a:pt x="21600" y="5400"/>
                    </a:lnTo>
                    <a:lnTo>
                      <a:pt x="21600" y="9720"/>
                    </a:lnTo>
                    <a:lnTo>
                      <a:pt x="0" y="9720"/>
                    </a:lnTo>
                    <a:lnTo>
                      <a:pt x="0" y="5400"/>
                    </a:lnTo>
                    <a:close/>
                    <a:moveTo>
                      <a:pt x="2160" y="6735"/>
                    </a:moveTo>
                    <a:lnTo>
                      <a:pt x="2160" y="7560"/>
                    </a:lnTo>
                    <a:lnTo>
                      <a:pt x="19440" y="7560"/>
                    </a:lnTo>
                    <a:lnTo>
                      <a:pt x="19440" y="6735"/>
                    </a:lnTo>
                    <a:lnTo>
                      <a:pt x="10800" y="2415"/>
                    </a:lnTo>
                    <a:lnTo>
                      <a:pt x="2160" y="6735"/>
                    </a:lnTo>
                    <a:close/>
                    <a:moveTo>
                      <a:pt x="10800" y="6480"/>
                    </a:moveTo>
                    <a:cubicBezTo>
                      <a:pt x="10203" y="6480"/>
                      <a:pt x="9720" y="5997"/>
                      <a:pt x="9720" y="5400"/>
                    </a:cubicBezTo>
                    <a:cubicBezTo>
                      <a:pt x="9720" y="4803"/>
                      <a:pt x="10203" y="4320"/>
                      <a:pt x="10800" y="4320"/>
                    </a:cubicBezTo>
                    <a:cubicBezTo>
                      <a:pt x="11397" y="4320"/>
                      <a:pt x="11880" y="4803"/>
                      <a:pt x="11880" y="5400"/>
                    </a:cubicBezTo>
                    <a:cubicBezTo>
                      <a:pt x="11880" y="5997"/>
                      <a:pt x="11397" y="6480"/>
                      <a:pt x="10800" y="648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59F3966-4964-966B-DB2D-4AB7439A41BA}"/>
              </a:ext>
            </a:extLst>
          </p:cNvPr>
          <p:cNvGrpSpPr/>
          <p:nvPr/>
        </p:nvGrpSpPr>
        <p:grpSpPr>
          <a:xfrm>
            <a:off x="4559153" y="7536172"/>
            <a:ext cx="3414575" cy="3281233"/>
            <a:chOff x="4309287" y="7171278"/>
            <a:chExt cx="3414575" cy="3281233"/>
          </a:xfrm>
        </p:grpSpPr>
        <p:sp>
          <p:nvSpPr>
            <p:cNvPr id="129" name="Freeform 290">
              <a:extLst>
                <a:ext uri="{FF2B5EF4-FFF2-40B4-BE49-F238E27FC236}">
                  <a16:creationId xmlns:a16="http://schemas.microsoft.com/office/drawing/2014/main" id="{0E32E088-FD4D-8929-0B0E-57EB62180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8317" y="7971323"/>
              <a:ext cx="3011937" cy="2481188"/>
            </a:xfrm>
            <a:custGeom>
              <a:avLst/>
              <a:gdLst>
                <a:gd name="T0" fmla="*/ 430 w 487"/>
                <a:gd name="T1" fmla="*/ 0 h 401"/>
                <a:gd name="T2" fmla="*/ 487 w 487"/>
                <a:gd name="T3" fmla="*/ 156 h 401"/>
                <a:gd name="T4" fmla="*/ 242 w 487"/>
                <a:gd name="T5" fmla="*/ 401 h 401"/>
                <a:gd name="T6" fmla="*/ 0 w 487"/>
                <a:gd name="T7" fmla="*/ 184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7" h="401">
                  <a:moveTo>
                    <a:pt x="430" y="0"/>
                  </a:moveTo>
                  <a:cubicBezTo>
                    <a:pt x="466" y="42"/>
                    <a:pt x="487" y="97"/>
                    <a:pt x="487" y="156"/>
                  </a:cubicBezTo>
                  <a:cubicBezTo>
                    <a:pt x="487" y="291"/>
                    <a:pt x="377" y="401"/>
                    <a:pt x="242" y="401"/>
                  </a:cubicBezTo>
                  <a:cubicBezTo>
                    <a:pt x="117" y="401"/>
                    <a:pt x="13" y="306"/>
                    <a:pt x="0" y="184"/>
                  </a:cubicBezTo>
                </a:path>
              </a:pathLst>
            </a:custGeom>
            <a:noFill/>
            <a:ln w="3651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31" name="Line 292">
              <a:extLst>
                <a:ext uri="{FF2B5EF4-FFF2-40B4-BE49-F238E27FC236}">
                  <a16:creationId xmlns:a16="http://schemas.microsoft.com/office/drawing/2014/main" id="{CC52AAB5-3613-8971-1A7F-88DFB3F144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17291" y="7171278"/>
              <a:ext cx="606571" cy="601342"/>
            </a:xfrm>
            <a:prstGeom prst="line">
              <a:avLst/>
            </a:prstGeom>
            <a:noFill/>
            <a:ln w="3651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8295C8E3-D8EF-379E-7010-581668DDC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287" y="8841963"/>
              <a:ext cx="266682" cy="266682"/>
            </a:xfrm>
            <a:prstGeom prst="ellipse">
              <a:avLst/>
            </a:prstGeom>
            <a:noFill/>
            <a:ln w="36513" cap="rnd">
              <a:solidFill>
                <a:schemeClr val="accent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0FCD033F-5D64-B900-1225-7D8B25412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95057" y="7736016"/>
              <a:ext cx="266682" cy="266682"/>
            </a:xfrm>
            <a:prstGeom prst="ellipse">
              <a:avLst/>
            </a:prstGeom>
            <a:noFill/>
            <a:ln w="36513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1896A858-082C-9C5C-92E3-08822CD20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5110" y="8909941"/>
              <a:ext cx="122883" cy="130726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17FB02E-2584-4C1D-24E5-C77F92EFB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1791" y="7812750"/>
              <a:ext cx="122883" cy="1281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C193912-D214-81D7-0B39-CC549797B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758" y="7736017"/>
              <a:ext cx="2407982" cy="240798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DF0B696-6189-11EC-6F48-2A578367B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165" y="8130812"/>
              <a:ext cx="1607937" cy="1610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grpSp>
          <p:nvGrpSpPr>
            <p:cNvPr id="31" name="成组">
              <a:extLst>
                <a:ext uri="{FF2B5EF4-FFF2-40B4-BE49-F238E27FC236}">
                  <a16:creationId xmlns:a16="http://schemas.microsoft.com/office/drawing/2014/main" id="{9D19190B-D101-214C-97BA-2FD0E6E9B305}"/>
                </a:ext>
              </a:extLst>
            </p:cNvPr>
            <p:cNvGrpSpPr/>
            <p:nvPr/>
          </p:nvGrpSpPr>
          <p:grpSpPr>
            <a:xfrm>
              <a:off x="5648284" y="8659615"/>
              <a:ext cx="574919" cy="574915"/>
              <a:chOff x="0" y="0"/>
              <a:chExt cx="457200" cy="457200"/>
            </a:xfrm>
          </p:grpSpPr>
          <p:sp>
            <p:nvSpPr>
              <p:cNvPr id="32" name="任意形状 393">
                <a:extLst>
                  <a:ext uri="{FF2B5EF4-FFF2-40B4-BE49-F238E27FC236}">
                    <a16:creationId xmlns:a16="http://schemas.microsoft.com/office/drawing/2014/main" id="{AD933C77-EC86-DFDC-844E-4F1CC1E1CB26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33" name="任意形状 394">
                <a:extLst>
                  <a:ext uri="{FF2B5EF4-FFF2-40B4-BE49-F238E27FC236}">
                    <a16:creationId xmlns:a16="http://schemas.microsoft.com/office/drawing/2014/main" id="{AB3F2D34-0086-114D-C541-129F8EA9AEAE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20" y="21600"/>
                    </a:moveTo>
                    <a:lnTo>
                      <a:pt x="1080" y="21600"/>
                    </a:lnTo>
                    <a:cubicBezTo>
                      <a:pt x="483" y="21600"/>
                      <a:pt x="0" y="21063"/>
                      <a:pt x="0" y="20400"/>
                    </a:cubicBezTo>
                    <a:lnTo>
                      <a:pt x="0" y="11384"/>
                    </a:lnTo>
                    <a:cubicBezTo>
                      <a:pt x="0" y="11037"/>
                      <a:pt x="135" y="10708"/>
                      <a:pt x="370" y="10480"/>
                    </a:cubicBezTo>
                    <a:lnTo>
                      <a:pt x="4320" y="6653"/>
                    </a:lnTo>
                    <a:lnTo>
                      <a:pt x="4320" y="1200"/>
                    </a:lnTo>
                    <a:cubicBezTo>
                      <a:pt x="4320" y="537"/>
                      <a:pt x="4803" y="0"/>
                      <a:pt x="5400" y="0"/>
                    </a:cubicBezTo>
                    <a:lnTo>
                      <a:pt x="20520" y="0"/>
                    </a:lnTo>
                    <a:cubicBezTo>
                      <a:pt x="21117" y="0"/>
                      <a:pt x="21600" y="537"/>
                      <a:pt x="21600" y="1200"/>
                    </a:cubicBezTo>
                    <a:lnTo>
                      <a:pt x="21600" y="20400"/>
                    </a:lnTo>
                    <a:cubicBezTo>
                      <a:pt x="21600" y="21063"/>
                      <a:pt x="21117" y="21600"/>
                      <a:pt x="20520" y="21600"/>
                    </a:cubicBezTo>
                    <a:close/>
                    <a:moveTo>
                      <a:pt x="7560" y="19200"/>
                    </a:moveTo>
                    <a:lnTo>
                      <a:pt x="10800" y="19200"/>
                    </a:lnTo>
                    <a:lnTo>
                      <a:pt x="10800" y="11930"/>
                    </a:lnTo>
                    <a:lnTo>
                      <a:pt x="6480" y="7745"/>
                    </a:lnTo>
                    <a:lnTo>
                      <a:pt x="2160" y="11930"/>
                    </a:lnTo>
                    <a:lnTo>
                      <a:pt x="2160" y="19200"/>
                    </a:lnTo>
                    <a:lnTo>
                      <a:pt x="5400" y="19200"/>
                    </a:lnTo>
                    <a:lnTo>
                      <a:pt x="5400" y="14400"/>
                    </a:lnTo>
                    <a:lnTo>
                      <a:pt x="7560" y="14400"/>
                    </a:lnTo>
                    <a:lnTo>
                      <a:pt x="7560" y="19200"/>
                    </a:lnTo>
                    <a:close/>
                    <a:moveTo>
                      <a:pt x="12960" y="19200"/>
                    </a:moveTo>
                    <a:lnTo>
                      <a:pt x="19440" y="19200"/>
                    </a:lnTo>
                    <a:lnTo>
                      <a:pt x="19440" y="2400"/>
                    </a:lnTo>
                    <a:lnTo>
                      <a:pt x="6480" y="2400"/>
                    </a:lnTo>
                    <a:lnTo>
                      <a:pt x="6480" y="4952"/>
                    </a:lnTo>
                    <a:cubicBezTo>
                      <a:pt x="6733" y="4952"/>
                      <a:pt x="6986" y="5051"/>
                      <a:pt x="7190" y="5249"/>
                    </a:cubicBezTo>
                    <a:lnTo>
                      <a:pt x="12590" y="10480"/>
                    </a:lnTo>
                    <a:cubicBezTo>
                      <a:pt x="12825" y="10708"/>
                      <a:pt x="12960" y="11037"/>
                      <a:pt x="12960" y="11384"/>
                    </a:cubicBezTo>
                    <a:lnTo>
                      <a:pt x="12960" y="19200"/>
                    </a:lnTo>
                    <a:close/>
                    <a:moveTo>
                      <a:pt x="15120" y="9600"/>
                    </a:moveTo>
                    <a:lnTo>
                      <a:pt x="17280" y="9600"/>
                    </a:lnTo>
                    <a:lnTo>
                      <a:pt x="17280" y="12000"/>
                    </a:lnTo>
                    <a:lnTo>
                      <a:pt x="15120" y="12000"/>
                    </a:lnTo>
                    <a:lnTo>
                      <a:pt x="15120" y="9600"/>
                    </a:lnTo>
                    <a:close/>
                    <a:moveTo>
                      <a:pt x="15120" y="14400"/>
                    </a:moveTo>
                    <a:lnTo>
                      <a:pt x="17280" y="14400"/>
                    </a:lnTo>
                    <a:lnTo>
                      <a:pt x="17280" y="16800"/>
                    </a:lnTo>
                    <a:lnTo>
                      <a:pt x="15120" y="16800"/>
                    </a:lnTo>
                    <a:lnTo>
                      <a:pt x="15120" y="14400"/>
                    </a:lnTo>
                    <a:close/>
                    <a:moveTo>
                      <a:pt x="15120" y="4800"/>
                    </a:moveTo>
                    <a:lnTo>
                      <a:pt x="17280" y="4800"/>
                    </a:lnTo>
                    <a:lnTo>
                      <a:pt x="17280" y="7200"/>
                    </a:lnTo>
                    <a:lnTo>
                      <a:pt x="15120" y="7200"/>
                    </a:lnTo>
                    <a:lnTo>
                      <a:pt x="15120" y="4800"/>
                    </a:lnTo>
                    <a:close/>
                    <a:moveTo>
                      <a:pt x="10800" y="4800"/>
                    </a:moveTo>
                    <a:lnTo>
                      <a:pt x="12960" y="4800"/>
                    </a:lnTo>
                    <a:lnTo>
                      <a:pt x="12960" y="7200"/>
                    </a:lnTo>
                    <a:lnTo>
                      <a:pt x="10800" y="7200"/>
                    </a:lnTo>
                    <a:lnTo>
                      <a:pt x="10800" y="48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7A2CF89-EF4F-55AE-00A0-EFA1379963AE}"/>
              </a:ext>
            </a:extLst>
          </p:cNvPr>
          <p:cNvGrpSpPr/>
          <p:nvPr/>
        </p:nvGrpSpPr>
        <p:grpSpPr>
          <a:xfrm>
            <a:off x="7929281" y="5167408"/>
            <a:ext cx="2970105" cy="2970106"/>
            <a:chOff x="7679415" y="4802514"/>
            <a:chExt cx="2970105" cy="2970106"/>
          </a:xfrm>
        </p:grpSpPr>
        <p:sp>
          <p:nvSpPr>
            <p:cNvPr id="130" name="Freeform 291">
              <a:extLst>
                <a:ext uri="{FF2B5EF4-FFF2-40B4-BE49-F238E27FC236}">
                  <a16:creationId xmlns:a16="http://schemas.microsoft.com/office/drawing/2014/main" id="{3F4E42B6-36F3-9436-900A-CBA820C36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4722" y="7166050"/>
              <a:ext cx="1942596" cy="352962"/>
            </a:xfrm>
            <a:custGeom>
              <a:avLst/>
              <a:gdLst>
                <a:gd name="T0" fmla="*/ 314 w 314"/>
                <a:gd name="T1" fmla="*/ 0 h 57"/>
                <a:gd name="T2" fmla="*/ 157 w 314"/>
                <a:gd name="T3" fmla="*/ 57 h 57"/>
                <a:gd name="T4" fmla="*/ 0 w 314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57">
                  <a:moveTo>
                    <a:pt x="314" y="0"/>
                  </a:moveTo>
                  <a:cubicBezTo>
                    <a:pt x="271" y="36"/>
                    <a:pt x="216" y="57"/>
                    <a:pt x="157" y="57"/>
                  </a:cubicBezTo>
                  <a:cubicBezTo>
                    <a:pt x="97" y="57"/>
                    <a:pt x="42" y="36"/>
                    <a:pt x="0" y="0"/>
                  </a:cubicBezTo>
                </a:path>
              </a:pathLst>
            </a:custGeom>
            <a:noFill/>
            <a:ln w="36513" cap="rnd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33" name="Line 294">
              <a:extLst>
                <a:ext uri="{FF2B5EF4-FFF2-40B4-BE49-F238E27FC236}">
                  <a16:creationId xmlns:a16="http://schemas.microsoft.com/office/drawing/2014/main" id="{48BA4442-6796-9EC7-1830-C15985FF2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48178" y="7171278"/>
              <a:ext cx="601342" cy="601342"/>
            </a:xfrm>
            <a:prstGeom prst="line">
              <a:avLst/>
            </a:prstGeom>
            <a:noFill/>
            <a:ln w="36513" cap="rnd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F45F16FB-5D9A-80A2-75EC-908AEED1B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9415" y="6943815"/>
              <a:ext cx="266682" cy="266682"/>
            </a:xfrm>
            <a:prstGeom prst="ellipse">
              <a:avLst/>
            </a:prstGeom>
            <a:noFill/>
            <a:ln w="36513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72A513A-DA00-183C-14F3-7F5F2598C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0714" y="6943815"/>
              <a:ext cx="264069" cy="266682"/>
            </a:xfrm>
            <a:prstGeom prst="ellipse">
              <a:avLst/>
            </a:prstGeom>
            <a:noFill/>
            <a:ln w="36513" cap="flat">
              <a:solidFill>
                <a:schemeClr val="accent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3B17FD7F-ACB2-1970-562F-45D221CD0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5238" y="7011792"/>
              <a:ext cx="122883" cy="1281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0C4719C-A161-88C2-19DB-ED42BCD2C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8692" y="7011792"/>
              <a:ext cx="128112" cy="1281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6518846-77B0-C5FA-0DC3-E006FB127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9416" y="4802514"/>
              <a:ext cx="2405366" cy="24079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1A0DD2D-A2F8-8B4B-DECA-3BA986507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2052" y="5205152"/>
              <a:ext cx="1607937" cy="16079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grpSp>
          <p:nvGrpSpPr>
            <p:cNvPr id="34" name="成组">
              <a:extLst>
                <a:ext uri="{FF2B5EF4-FFF2-40B4-BE49-F238E27FC236}">
                  <a16:creationId xmlns:a16="http://schemas.microsoft.com/office/drawing/2014/main" id="{60066C58-AEF1-700F-E5C6-16F8990157EC}"/>
                </a:ext>
              </a:extLst>
            </p:cNvPr>
            <p:cNvGrpSpPr/>
            <p:nvPr/>
          </p:nvGrpSpPr>
          <p:grpSpPr>
            <a:xfrm>
              <a:off x="8594638" y="5738193"/>
              <a:ext cx="574919" cy="574915"/>
              <a:chOff x="0" y="0"/>
              <a:chExt cx="457200" cy="457200"/>
            </a:xfrm>
          </p:grpSpPr>
          <p:sp>
            <p:nvSpPr>
              <p:cNvPr id="35" name="任意形状 399">
                <a:extLst>
                  <a:ext uri="{FF2B5EF4-FFF2-40B4-BE49-F238E27FC236}">
                    <a16:creationId xmlns:a16="http://schemas.microsoft.com/office/drawing/2014/main" id="{D27DA7A7-BF81-7399-463F-C9CA2A922776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36" name="任意形状 400">
                <a:extLst>
                  <a:ext uri="{FF2B5EF4-FFF2-40B4-BE49-F238E27FC236}">
                    <a16:creationId xmlns:a16="http://schemas.microsoft.com/office/drawing/2014/main" id="{131D5617-3690-F871-8C49-9432392B9261}"/>
                  </a:ext>
                </a:extLst>
              </p:cNvPr>
              <p:cNvSpPr/>
              <p:nvPr/>
            </p:nvSpPr>
            <p:spPr>
              <a:xfrm>
                <a:off x="19050" y="57150"/>
                <a:ext cx="4191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5" y="3600"/>
                    </a:moveTo>
                    <a:lnTo>
                      <a:pt x="21600" y="3600"/>
                    </a:lnTo>
                    <a:lnTo>
                      <a:pt x="21600" y="6000"/>
                    </a:lnTo>
                    <a:lnTo>
                      <a:pt x="20618" y="6000"/>
                    </a:lnTo>
                    <a:lnTo>
                      <a:pt x="20618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200"/>
                    </a:lnTo>
                    <a:lnTo>
                      <a:pt x="982" y="19200"/>
                    </a:lnTo>
                    <a:lnTo>
                      <a:pt x="982" y="6000"/>
                    </a:lnTo>
                    <a:lnTo>
                      <a:pt x="0" y="6000"/>
                    </a:lnTo>
                    <a:lnTo>
                      <a:pt x="0" y="3600"/>
                    </a:lnTo>
                    <a:lnTo>
                      <a:pt x="2945" y="3600"/>
                    </a:lnTo>
                    <a:lnTo>
                      <a:pt x="2945" y="1200"/>
                    </a:lnTo>
                    <a:cubicBezTo>
                      <a:pt x="2945" y="537"/>
                      <a:pt x="3385" y="0"/>
                      <a:pt x="3927" y="0"/>
                    </a:cubicBezTo>
                    <a:lnTo>
                      <a:pt x="17673" y="0"/>
                    </a:lnTo>
                    <a:cubicBezTo>
                      <a:pt x="18215" y="0"/>
                      <a:pt x="18655" y="537"/>
                      <a:pt x="18655" y="1200"/>
                    </a:cubicBezTo>
                    <a:lnTo>
                      <a:pt x="18655" y="3600"/>
                    </a:lnTo>
                    <a:close/>
                    <a:moveTo>
                      <a:pt x="18655" y="6000"/>
                    </a:moveTo>
                    <a:lnTo>
                      <a:pt x="2945" y="6000"/>
                    </a:lnTo>
                    <a:lnTo>
                      <a:pt x="2945" y="19200"/>
                    </a:lnTo>
                    <a:lnTo>
                      <a:pt x="5891" y="19200"/>
                    </a:lnTo>
                    <a:lnTo>
                      <a:pt x="5891" y="10800"/>
                    </a:lnTo>
                    <a:lnTo>
                      <a:pt x="7855" y="10800"/>
                    </a:lnTo>
                    <a:lnTo>
                      <a:pt x="7855" y="19200"/>
                    </a:lnTo>
                    <a:lnTo>
                      <a:pt x="9818" y="19200"/>
                    </a:lnTo>
                    <a:lnTo>
                      <a:pt x="9818" y="10800"/>
                    </a:lnTo>
                    <a:lnTo>
                      <a:pt x="11782" y="10800"/>
                    </a:lnTo>
                    <a:lnTo>
                      <a:pt x="11782" y="19200"/>
                    </a:lnTo>
                    <a:lnTo>
                      <a:pt x="13745" y="19200"/>
                    </a:lnTo>
                    <a:lnTo>
                      <a:pt x="13745" y="10800"/>
                    </a:lnTo>
                    <a:lnTo>
                      <a:pt x="15709" y="10800"/>
                    </a:lnTo>
                    <a:lnTo>
                      <a:pt x="15709" y="19200"/>
                    </a:lnTo>
                    <a:lnTo>
                      <a:pt x="18655" y="19200"/>
                    </a:lnTo>
                    <a:lnTo>
                      <a:pt x="18655" y="6000"/>
                    </a:lnTo>
                    <a:close/>
                    <a:moveTo>
                      <a:pt x="4909" y="2400"/>
                    </a:moveTo>
                    <a:lnTo>
                      <a:pt x="4909" y="3600"/>
                    </a:lnTo>
                    <a:lnTo>
                      <a:pt x="16691" y="3600"/>
                    </a:lnTo>
                    <a:lnTo>
                      <a:pt x="16691" y="2400"/>
                    </a:lnTo>
                    <a:lnTo>
                      <a:pt x="4909" y="240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B59CBE7-2E31-8821-DC35-0F584B09071F}"/>
              </a:ext>
            </a:extLst>
          </p:cNvPr>
          <p:cNvGrpSpPr/>
          <p:nvPr/>
        </p:nvGrpSpPr>
        <p:grpSpPr>
          <a:xfrm>
            <a:off x="13785826" y="5167408"/>
            <a:ext cx="2970106" cy="2970106"/>
            <a:chOff x="13535960" y="4802514"/>
            <a:chExt cx="2970106" cy="2970106"/>
          </a:xfrm>
        </p:grpSpPr>
        <p:sp>
          <p:nvSpPr>
            <p:cNvPr id="135" name="Line 296">
              <a:extLst>
                <a:ext uri="{FF2B5EF4-FFF2-40B4-BE49-F238E27FC236}">
                  <a16:creationId xmlns:a16="http://schemas.microsoft.com/office/drawing/2014/main" id="{DA93460A-F2F6-BF80-0BF5-63575D05B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899495" y="7171278"/>
              <a:ext cx="606571" cy="601342"/>
            </a:xfrm>
            <a:prstGeom prst="line">
              <a:avLst/>
            </a:prstGeom>
            <a:noFill/>
            <a:ln w="36513" cap="rnd">
              <a:solidFill>
                <a:schemeClr val="accent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36" name="Freeform 297">
              <a:extLst>
                <a:ext uri="{FF2B5EF4-FFF2-40B4-BE49-F238E27FC236}">
                  <a16:creationId xmlns:a16="http://schemas.microsoft.com/office/drawing/2014/main" id="{205D1ADD-B39E-6924-79D3-2BC4F1316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6038" y="7166050"/>
              <a:ext cx="1939981" cy="352962"/>
            </a:xfrm>
            <a:custGeom>
              <a:avLst/>
              <a:gdLst>
                <a:gd name="T0" fmla="*/ 0 w 314"/>
                <a:gd name="T1" fmla="*/ 0 h 57"/>
                <a:gd name="T2" fmla="*/ 157 w 314"/>
                <a:gd name="T3" fmla="*/ 57 h 57"/>
                <a:gd name="T4" fmla="*/ 314 w 314"/>
                <a:gd name="T5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" h="57">
                  <a:moveTo>
                    <a:pt x="0" y="0"/>
                  </a:moveTo>
                  <a:cubicBezTo>
                    <a:pt x="43" y="36"/>
                    <a:pt x="98" y="57"/>
                    <a:pt x="157" y="57"/>
                  </a:cubicBezTo>
                  <a:cubicBezTo>
                    <a:pt x="217" y="57"/>
                    <a:pt x="272" y="36"/>
                    <a:pt x="314" y="0"/>
                  </a:cubicBezTo>
                </a:path>
              </a:pathLst>
            </a:custGeom>
            <a:noFill/>
            <a:ln w="36513" cap="rnd">
              <a:solidFill>
                <a:schemeClr val="accent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C4A9B39A-2ECE-76F7-1B6D-2689E4950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77259" y="6943815"/>
              <a:ext cx="264069" cy="266682"/>
            </a:xfrm>
            <a:prstGeom prst="ellipse">
              <a:avLst/>
            </a:prstGeom>
            <a:noFill/>
            <a:ln w="36513" cap="flat">
              <a:solidFill>
                <a:schemeClr val="accent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7A4B685E-651E-8A87-A1F9-A6D26A89F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5960" y="6943815"/>
              <a:ext cx="266682" cy="266682"/>
            </a:xfrm>
            <a:prstGeom prst="ellipse">
              <a:avLst/>
            </a:prstGeom>
            <a:noFill/>
            <a:ln w="36513" cap="flat">
              <a:solidFill>
                <a:schemeClr val="accent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5E30CE8F-F148-1B5E-D363-C60FF6A16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3993" y="7020547"/>
              <a:ext cx="122883" cy="1281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DD06D04-4427-FED1-2ABC-70B73A622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12693" y="7020547"/>
              <a:ext cx="130726" cy="12811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318FC67B-AE37-5CE8-A84A-FCDD4BE20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35961" y="4802514"/>
              <a:ext cx="2405366" cy="2407982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A43C3A7-AF2B-093D-BD38-FF5A2CBF9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3368" y="5205152"/>
              <a:ext cx="1607937" cy="16079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grpSp>
          <p:nvGrpSpPr>
            <p:cNvPr id="37" name="成组">
              <a:extLst>
                <a:ext uri="{FF2B5EF4-FFF2-40B4-BE49-F238E27FC236}">
                  <a16:creationId xmlns:a16="http://schemas.microsoft.com/office/drawing/2014/main" id="{CCC60C64-7843-03D4-C115-4209BE07F7BA}"/>
                </a:ext>
              </a:extLst>
            </p:cNvPr>
            <p:cNvGrpSpPr/>
            <p:nvPr/>
          </p:nvGrpSpPr>
          <p:grpSpPr>
            <a:xfrm>
              <a:off x="14444809" y="5738193"/>
              <a:ext cx="574919" cy="574915"/>
              <a:chOff x="0" y="0"/>
              <a:chExt cx="457200" cy="457200"/>
            </a:xfrm>
          </p:grpSpPr>
          <p:sp>
            <p:nvSpPr>
              <p:cNvPr id="38" name="任意形状 477">
                <a:extLst>
                  <a:ext uri="{FF2B5EF4-FFF2-40B4-BE49-F238E27FC236}">
                    <a16:creationId xmlns:a16="http://schemas.microsoft.com/office/drawing/2014/main" id="{FB095335-9556-A73F-0018-3A62D6CE3BF2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39" name="任意形状 478">
                <a:extLst>
                  <a:ext uri="{FF2B5EF4-FFF2-40B4-BE49-F238E27FC236}">
                    <a16:creationId xmlns:a16="http://schemas.microsoft.com/office/drawing/2014/main" id="{0EB4AE1F-CDFC-6450-D447-E90D3BAEBE64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19200"/>
                    </a:lnTo>
                    <a:lnTo>
                      <a:pt x="1080" y="19200"/>
                    </a:lnTo>
                    <a:lnTo>
                      <a:pt x="1080" y="1200"/>
                    </a:lnTo>
                    <a:cubicBezTo>
                      <a:pt x="1080" y="537"/>
                      <a:pt x="1563" y="0"/>
                      <a:pt x="2160" y="0"/>
                    </a:cubicBezTo>
                    <a:lnTo>
                      <a:pt x="17280" y="0"/>
                    </a:lnTo>
                    <a:cubicBezTo>
                      <a:pt x="17877" y="0"/>
                      <a:pt x="18360" y="537"/>
                      <a:pt x="18360" y="1200"/>
                    </a:cubicBezTo>
                    <a:lnTo>
                      <a:pt x="18360" y="7200"/>
                    </a:lnTo>
                    <a:lnTo>
                      <a:pt x="20520" y="7200"/>
                    </a:lnTo>
                    <a:lnTo>
                      <a:pt x="20520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close/>
                    <a:moveTo>
                      <a:pt x="16200" y="19200"/>
                    </a:moveTo>
                    <a:lnTo>
                      <a:pt x="18360" y="19200"/>
                    </a:lnTo>
                    <a:lnTo>
                      <a:pt x="18360" y="9600"/>
                    </a:lnTo>
                    <a:lnTo>
                      <a:pt x="11880" y="9600"/>
                    </a:lnTo>
                    <a:lnTo>
                      <a:pt x="11880" y="19200"/>
                    </a:lnTo>
                    <a:lnTo>
                      <a:pt x="14040" y="19200"/>
                    </a:lnTo>
                    <a:lnTo>
                      <a:pt x="14040" y="12000"/>
                    </a:lnTo>
                    <a:lnTo>
                      <a:pt x="16200" y="12000"/>
                    </a:lnTo>
                    <a:lnTo>
                      <a:pt x="16200" y="19200"/>
                    </a:lnTo>
                    <a:close/>
                    <a:moveTo>
                      <a:pt x="16200" y="7200"/>
                    </a:moveTo>
                    <a:lnTo>
                      <a:pt x="16200" y="2400"/>
                    </a:lnTo>
                    <a:lnTo>
                      <a:pt x="3240" y="2400"/>
                    </a:lnTo>
                    <a:lnTo>
                      <a:pt x="3240" y="19200"/>
                    </a:lnTo>
                    <a:lnTo>
                      <a:pt x="9720" y="19200"/>
                    </a:lnTo>
                    <a:lnTo>
                      <a:pt x="9720" y="7200"/>
                    </a:lnTo>
                    <a:lnTo>
                      <a:pt x="16200" y="7200"/>
                    </a:lnTo>
                    <a:close/>
                    <a:moveTo>
                      <a:pt x="5400" y="9600"/>
                    </a:moveTo>
                    <a:lnTo>
                      <a:pt x="7560" y="9600"/>
                    </a:lnTo>
                    <a:lnTo>
                      <a:pt x="7560" y="12000"/>
                    </a:lnTo>
                    <a:lnTo>
                      <a:pt x="5400" y="12000"/>
                    </a:lnTo>
                    <a:lnTo>
                      <a:pt x="5400" y="9600"/>
                    </a:lnTo>
                    <a:close/>
                    <a:moveTo>
                      <a:pt x="5400" y="14400"/>
                    </a:moveTo>
                    <a:lnTo>
                      <a:pt x="7560" y="14400"/>
                    </a:lnTo>
                    <a:lnTo>
                      <a:pt x="7560" y="16800"/>
                    </a:lnTo>
                    <a:lnTo>
                      <a:pt x="5400" y="16800"/>
                    </a:lnTo>
                    <a:lnTo>
                      <a:pt x="5400" y="14400"/>
                    </a:lnTo>
                    <a:close/>
                    <a:moveTo>
                      <a:pt x="5400" y="4800"/>
                    </a:moveTo>
                    <a:lnTo>
                      <a:pt x="7560" y="4800"/>
                    </a:lnTo>
                    <a:lnTo>
                      <a:pt x="7560" y="7200"/>
                    </a:lnTo>
                    <a:lnTo>
                      <a:pt x="5400" y="7200"/>
                    </a:lnTo>
                    <a:lnTo>
                      <a:pt x="5400" y="480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 dirty="0"/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EF62342-F7D9-263F-5A6B-1A32AE58D130}"/>
              </a:ext>
            </a:extLst>
          </p:cNvPr>
          <p:cNvGrpSpPr/>
          <p:nvPr/>
        </p:nvGrpSpPr>
        <p:grpSpPr>
          <a:xfrm>
            <a:off x="16402969" y="8100910"/>
            <a:ext cx="3158353" cy="2716495"/>
            <a:chOff x="16153103" y="7736016"/>
            <a:chExt cx="3158353" cy="2716495"/>
          </a:xfrm>
        </p:grpSpPr>
        <p:sp>
          <p:nvSpPr>
            <p:cNvPr id="132" name="Freeform 293">
              <a:extLst>
                <a:ext uri="{FF2B5EF4-FFF2-40B4-BE49-F238E27FC236}">
                  <a16:creationId xmlns:a16="http://schemas.microsoft.com/office/drawing/2014/main" id="{FC8CFC6E-DBEA-EBB1-FF0F-918B26EFF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3103" y="7971323"/>
              <a:ext cx="3022395" cy="2481188"/>
            </a:xfrm>
            <a:custGeom>
              <a:avLst/>
              <a:gdLst>
                <a:gd name="T0" fmla="*/ 57 w 489"/>
                <a:gd name="T1" fmla="*/ 0 h 401"/>
                <a:gd name="T2" fmla="*/ 0 w 489"/>
                <a:gd name="T3" fmla="*/ 156 h 401"/>
                <a:gd name="T4" fmla="*/ 245 w 489"/>
                <a:gd name="T5" fmla="*/ 401 h 401"/>
                <a:gd name="T6" fmla="*/ 489 w 489"/>
                <a:gd name="T7" fmla="*/ 156 h 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9" h="401">
                  <a:moveTo>
                    <a:pt x="57" y="0"/>
                  </a:moveTo>
                  <a:cubicBezTo>
                    <a:pt x="21" y="42"/>
                    <a:pt x="0" y="97"/>
                    <a:pt x="0" y="156"/>
                  </a:cubicBezTo>
                  <a:cubicBezTo>
                    <a:pt x="0" y="291"/>
                    <a:pt x="110" y="401"/>
                    <a:pt x="245" y="401"/>
                  </a:cubicBezTo>
                  <a:cubicBezTo>
                    <a:pt x="380" y="401"/>
                    <a:pt x="489" y="291"/>
                    <a:pt x="489" y="156"/>
                  </a:cubicBezTo>
                </a:path>
              </a:pathLst>
            </a:custGeom>
            <a:noFill/>
            <a:ln w="36513" cap="rnd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6C63703C-F83D-D73C-8905-A432E96D1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1617" y="7736016"/>
              <a:ext cx="266682" cy="266682"/>
            </a:xfrm>
            <a:prstGeom prst="ellipse">
              <a:avLst/>
            </a:prstGeom>
            <a:noFill/>
            <a:ln w="36513" cap="flat">
              <a:solidFill>
                <a:schemeClr val="accent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9E5D7D3E-72F5-45E5-D18D-2F2CEE602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47387" y="8669404"/>
              <a:ext cx="264069" cy="266682"/>
            </a:xfrm>
            <a:prstGeom prst="ellipse">
              <a:avLst/>
            </a:prstGeom>
            <a:noFill/>
            <a:ln w="36513" cap="flat">
              <a:solidFill>
                <a:schemeClr val="accent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A707F73-5AE2-E4AB-F235-952C61A1F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34824" y="7812750"/>
              <a:ext cx="125497" cy="1281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8B71AD70-A476-D356-EFB7-2560BF8AD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32875" y="8746136"/>
              <a:ext cx="122883" cy="12549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52B6B97-1E7C-4C5D-1D21-442AAAB93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1618" y="7736017"/>
              <a:ext cx="2405366" cy="240798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41631B3E-210A-EE71-524A-DD4376BE5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64253" y="8130812"/>
              <a:ext cx="1607937" cy="1610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txBody>
            <a:bodyPr vert="horz" wrap="square" lIns="180904" tIns="90452" rIns="180904" bIns="90452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3561"/>
            </a:p>
          </p:txBody>
        </p:sp>
        <p:grpSp>
          <p:nvGrpSpPr>
            <p:cNvPr id="40" name="成组">
              <a:extLst>
                <a:ext uri="{FF2B5EF4-FFF2-40B4-BE49-F238E27FC236}">
                  <a16:creationId xmlns:a16="http://schemas.microsoft.com/office/drawing/2014/main" id="{F9BF9F32-15C0-951D-AD7E-04E2226AF37B}"/>
                </a:ext>
              </a:extLst>
            </p:cNvPr>
            <p:cNvGrpSpPr/>
            <p:nvPr/>
          </p:nvGrpSpPr>
          <p:grpSpPr>
            <a:xfrm>
              <a:off x="17376839" y="8648627"/>
              <a:ext cx="574919" cy="574915"/>
              <a:chOff x="0" y="0"/>
              <a:chExt cx="457200" cy="457200"/>
            </a:xfrm>
          </p:grpSpPr>
          <p:sp>
            <p:nvSpPr>
              <p:cNvPr id="41" name="任意形状 375">
                <a:extLst>
                  <a:ext uri="{FF2B5EF4-FFF2-40B4-BE49-F238E27FC236}">
                    <a16:creationId xmlns:a16="http://schemas.microsoft.com/office/drawing/2014/main" id="{7DDE698A-5FAE-34E3-5E08-33D4702AE493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42" name="任意形状 376">
                <a:extLst>
                  <a:ext uri="{FF2B5EF4-FFF2-40B4-BE49-F238E27FC236}">
                    <a16:creationId xmlns:a16="http://schemas.microsoft.com/office/drawing/2014/main" id="{A6C91DD9-7B1A-2E76-225C-AE44CCF0331D}"/>
                  </a:ext>
                </a:extLst>
              </p:cNvPr>
              <p:cNvSpPr/>
              <p:nvPr/>
            </p:nvSpPr>
            <p:spPr>
              <a:xfrm>
                <a:off x="57150" y="19050"/>
                <a:ext cx="3429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400" y="9840"/>
                    </a:moveTo>
                    <a:lnTo>
                      <a:pt x="8400" y="0"/>
                    </a:lnTo>
                    <a:lnTo>
                      <a:pt x="21600" y="648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480"/>
                    </a:lnTo>
                    <a:lnTo>
                      <a:pt x="8400" y="9840"/>
                    </a:lnTo>
                    <a:close/>
                    <a:moveTo>
                      <a:pt x="10800" y="3639"/>
                    </a:moveTo>
                    <a:lnTo>
                      <a:pt x="10800" y="13164"/>
                    </a:lnTo>
                    <a:lnTo>
                      <a:pt x="2400" y="9804"/>
                    </a:lnTo>
                    <a:lnTo>
                      <a:pt x="2400" y="19440"/>
                    </a:lnTo>
                    <a:lnTo>
                      <a:pt x="19200" y="19440"/>
                    </a:lnTo>
                    <a:lnTo>
                      <a:pt x="19200" y="7762"/>
                    </a:lnTo>
                    <a:lnTo>
                      <a:pt x="10800" y="364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35A6C72-E4E4-DE95-5E50-65F8A4361CE8}"/>
              </a:ext>
            </a:extLst>
          </p:cNvPr>
          <p:cNvGrpSpPr/>
          <p:nvPr/>
        </p:nvGrpSpPr>
        <p:grpSpPr>
          <a:xfrm>
            <a:off x="7294439" y="3118381"/>
            <a:ext cx="3681423" cy="1689830"/>
            <a:chOff x="5398374" y="3664746"/>
            <a:chExt cx="3681423" cy="168983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0FA9F8-DEC6-DF8B-9E33-E0D822C2E3CC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6DFE29D-FEA9-B857-AAF2-9844063BD51D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2E33E25-F754-7965-983A-650D593BF987}"/>
              </a:ext>
            </a:extLst>
          </p:cNvPr>
          <p:cNvGrpSpPr/>
          <p:nvPr/>
        </p:nvGrpSpPr>
        <p:grpSpPr>
          <a:xfrm>
            <a:off x="13144609" y="3118381"/>
            <a:ext cx="3681426" cy="1689830"/>
            <a:chOff x="11825753" y="3664746"/>
            <a:chExt cx="3681426" cy="168983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8BEDFDB-1566-5D5D-B0D5-E2D89A3B3D00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06A87ED-C0D7-E088-BF93-0998C7B64D49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E2F508F-F17B-A2DC-5FDF-73B6A5800C88}"/>
              </a:ext>
            </a:extLst>
          </p:cNvPr>
          <p:cNvGrpSpPr/>
          <p:nvPr/>
        </p:nvGrpSpPr>
        <p:grpSpPr>
          <a:xfrm>
            <a:off x="4369519" y="11176602"/>
            <a:ext cx="3681423" cy="1668794"/>
            <a:chOff x="2605086" y="10512188"/>
            <a:chExt cx="3681423" cy="166879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A683BAC-5AAF-808D-A9D0-8278D654BD83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4A5EC8C-4A6C-1FF5-425B-6DB617BD50B1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012F243-1230-0CA7-17A7-EA07FA486B79}"/>
              </a:ext>
            </a:extLst>
          </p:cNvPr>
          <p:cNvGrpSpPr/>
          <p:nvPr/>
        </p:nvGrpSpPr>
        <p:grpSpPr>
          <a:xfrm>
            <a:off x="10214281" y="11176602"/>
            <a:ext cx="3681423" cy="1668794"/>
            <a:chOff x="10239009" y="10512188"/>
            <a:chExt cx="3681423" cy="166879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C1201C9-FD10-0AFB-4E7F-9284E1210B64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3FD4FE8-4AFA-B1A4-80C2-A4FE1233A8D1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ED2ED34-F00F-EEE3-3E61-44C4863EFFFB}"/>
              </a:ext>
            </a:extLst>
          </p:cNvPr>
          <p:cNvGrpSpPr/>
          <p:nvPr/>
        </p:nvGrpSpPr>
        <p:grpSpPr>
          <a:xfrm>
            <a:off x="16069532" y="11176602"/>
            <a:ext cx="3681423" cy="1668794"/>
            <a:chOff x="17872932" y="10512188"/>
            <a:chExt cx="3681423" cy="1668794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DC3755-5231-C9D1-F60A-EB52F45719C5}"/>
                </a:ext>
              </a:extLst>
            </p:cNvPr>
            <p:cNvSpPr txBox="1"/>
            <p:nvPr/>
          </p:nvSpPr>
          <p:spPr>
            <a:xfrm>
              <a:off x="17879901" y="10512188"/>
              <a:ext cx="366747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ctr"/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A4EB87C-2059-7CCC-B27D-6704AB6C6F11}"/>
                </a:ext>
              </a:extLst>
            </p:cNvPr>
            <p:cNvSpPr txBox="1"/>
            <p:nvPr/>
          </p:nvSpPr>
          <p:spPr>
            <a:xfrm>
              <a:off x="17872932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7874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2968DD-2094-0A17-6131-93E0264F509D}"/>
              </a:ext>
            </a:extLst>
          </p:cNvPr>
          <p:cNvGrpSpPr/>
          <p:nvPr/>
        </p:nvGrpSpPr>
        <p:grpSpPr>
          <a:xfrm>
            <a:off x="7553072" y="9313658"/>
            <a:ext cx="3959438" cy="1666414"/>
            <a:chOff x="7553376" y="9781491"/>
            <a:chExt cx="3959438" cy="1666414"/>
          </a:xfrm>
        </p:grpSpPr>
        <p:sp>
          <p:nvSpPr>
            <p:cNvPr id="30" name="TextBox">
              <a:extLst>
                <a:ext uri="{FF2B5EF4-FFF2-40B4-BE49-F238E27FC236}">
                  <a16:creationId xmlns:a16="http://schemas.microsoft.com/office/drawing/2014/main" id="{C3E94E92-47B3-C926-BB09-F4C88D4C4A20}"/>
                </a:ext>
              </a:extLst>
            </p:cNvPr>
            <p:cNvSpPr txBox="1"/>
            <p:nvPr/>
          </p:nvSpPr>
          <p:spPr>
            <a:xfrm>
              <a:off x="7553376" y="10554711"/>
              <a:ext cx="3959436" cy="8931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1" name="TextBox">
              <a:extLst>
                <a:ext uri="{FF2B5EF4-FFF2-40B4-BE49-F238E27FC236}">
                  <a16:creationId xmlns:a16="http://schemas.microsoft.com/office/drawing/2014/main" id="{7961DA74-C8FA-AAC7-A0D2-788DEFA96509}"/>
                </a:ext>
              </a:extLst>
            </p:cNvPr>
            <p:cNvSpPr txBox="1"/>
            <p:nvPr/>
          </p:nvSpPr>
          <p:spPr>
            <a:xfrm>
              <a:off x="7553376" y="9781491"/>
              <a:ext cx="3959438" cy="7116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2</a:t>
              </a:r>
              <a:endParaRPr lang="en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75A281D-C84C-EBB0-F18D-81A796537C97}"/>
              </a:ext>
            </a:extLst>
          </p:cNvPr>
          <p:cNvGrpSpPr/>
          <p:nvPr/>
        </p:nvGrpSpPr>
        <p:grpSpPr>
          <a:xfrm>
            <a:off x="17661942" y="9313658"/>
            <a:ext cx="3959438" cy="1666414"/>
            <a:chOff x="17661942" y="9781491"/>
            <a:chExt cx="3959438" cy="1666414"/>
          </a:xfrm>
        </p:grpSpPr>
        <p:sp>
          <p:nvSpPr>
            <p:cNvPr id="33" name="TextBox">
              <a:extLst>
                <a:ext uri="{FF2B5EF4-FFF2-40B4-BE49-F238E27FC236}">
                  <a16:creationId xmlns:a16="http://schemas.microsoft.com/office/drawing/2014/main" id="{A94BAFD6-BCAC-D51F-1451-A9502C11DD16}"/>
                </a:ext>
              </a:extLst>
            </p:cNvPr>
            <p:cNvSpPr txBox="1"/>
            <p:nvPr/>
          </p:nvSpPr>
          <p:spPr>
            <a:xfrm>
              <a:off x="17661942" y="10554711"/>
              <a:ext cx="3959436" cy="8931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4" name="TextBox">
              <a:extLst>
                <a:ext uri="{FF2B5EF4-FFF2-40B4-BE49-F238E27FC236}">
                  <a16:creationId xmlns:a16="http://schemas.microsoft.com/office/drawing/2014/main" id="{E54B5114-5BCA-0329-B7C2-0E3C332B094D}"/>
                </a:ext>
              </a:extLst>
            </p:cNvPr>
            <p:cNvSpPr txBox="1"/>
            <p:nvPr/>
          </p:nvSpPr>
          <p:spPr>
            <a:xfrm>
              <a:off x="17661942" y="9781491"/>
              <a:ext cx="3959438" cy="7116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4</a:t>
              </a:r>
              <a:endParaRPr lang="en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D4CCF9-31CC-0A25-DD96-E7FCCD60E01B}"/>
              </a:ext>
            </a:extLst>
          </p:cNvPr>
          <p:cNvGrpSpPr/>
          <p:nvPr/>
        </p:nvGrpSpPr>
        <p:grpSpPr>
          <a:xfrm>
            <a:off x="2498635" y="9313660"/>
            <a:ext cx="3959440" cy="1666414"/>
            <a:chOff x="2499093" y="9781493"/>
            <a:chExt cx="3959440" cy="1666414"/>
          </a:xfrm>
        </p:grpSpPr>
        <p:sp>
          <p:nvSpPr>
            <p:cNvPr id="36" name="TextBox">
              <a:extLst>
                <a:ext uri="{FF2B5EF4-FFF2-40B4-BE49-F238E27FC236}">
                  <a16:creationId xmlns:a16="http://schemas.microsoft.com/office/drawing/2014/main" id="{8CD9AACC-9185-A1DC-494C-AE78FCF204DA}"/>
                </a:ext>
              </a:extLst>
            </p:cNvPr>
            <p:cNvSpPr txBox="1"/>
            <p:nvPr/>
          </p:nvSpPr>
          <p:spPr>
            <a:xfrm>
              <a:off x="2499095" y="10554713"/>
              <a:ext cx="3959436" cy="8931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7" name="TextBox">
              <a:extLst>
                <a:ext uri="{FF2B5EF4-FFF2-40B4-BE49-F238E27FC236}">
                  <a16:creationId xmlns:a16="http://schemas.microsoft.com/office/drawing/2014/main" id="{B5B22C49-1020-ED69-76C4-E60D6DFA3E3F}"/>
                </a:ext>
              </a:extLst>
            </p:cNvPr>
            <p:cNvSpPr txBox="1"/>
            <p:nvPr/>
          </p:nvSpPr>
          <p:spPr>
            <a:xfrm>
              <a:off x="2499093" y="9781493"/>
              <a:ext cx="3959440" cy="7116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1</a:t>
              </a:r>
              <a:endParaRPr lang="en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052F27-E9C1-2F1D-AB87-1E2361318A1D}"/>
              </a:ext>
            </a:extLst>
          </p:cNvPr>
          <p:cNvGrpSpPr/>
          <p:nvPr/>
        </p:nvGrpSpPr>
        <p:grpSpPr>
          <a:xfrm>
            <a:off x="12607507" y="9313660"/>
            <a:ext cx="3959438" cy="1666414"/>
            <a:chOff x="12607658" y="9781493"/>
            <a:chExt cx="3959438" cy="1666414"/>
          </a:xfrm>
        </p:grpSpPr>
        <p:sp>
          <p:nvSpPr>
            <p:cNvPr id="39" name="TextBox">
              <a:extLst>
                <a:ext uri="{FF2B5EF4-FFF2-40B4-BE49-F238E27FC236}">
                  <a16:creationId xmlns:a16="http://schemas.microsoft.com/office/drawing/2014/main" id="{197A4289-44AC-5E2A-BE37-3CCAE55C381B}"/>
                </a:ext>
              </a:extLst>
            </p:cNvPr>
            <p:cNvSpPr txBox="1"/>
            <p:nvPr/>
          </p:nvSpPr>
          <p:spPr>
            <a:xfrm>
              <a:off x="12607658" y="10554713"/>
              <a:ext cx="3959436" cy="89319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0" name="TextBox">
              <a:extLst>
                <a:ext uri="{FF2B5EF4-FFF2-40B4-BE49-F238E27FC236}">
                  <a16:creationId xmlns:a16="http://schemas.microsoft.com/office/drawing/2014/main" id="{6181A162-52E0-D092-6D90-801545D0AA56}"/>
                </a:ext>
              </a:extLst>
            </p:cNvPr>
            <p:cNvSpPr txBox="1"/>
            <p:nvPr/>
          </p:nvSpPr>
          <p:spPr>
            <a:xfrm>
              <a:off x="12607658" y="9781493"/>
              <a:ext cx="3959438" cy="7116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dist">
                <a:lnSpc>
                  <a:spcPct val="150000"/>
                </a:lnSpc>
                <a:defRPr sz="1400">
                  <a:solidFill>
                    <a:schemeClr val="tx1">
                      <a:lumMod val="50000"/>
                      <a:lumOff val="50000"/>
                    </a:schemeClr>
                  </a:solidFill>
                </a:defRPr>
              </a:lvl1pPr>
            </a:lstStyle>
            <a:p>
              <a:pPr algn="ct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3</a:t>
              </a:r>
              <a:endParaRPr lang="en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C4E9BDB-ABF5-9622-2445-2D7A2A1060ED}"/>
              </a:ext>
            </a:extLst>
          </p:cNvPr>
          <p:cNvSpPr/>
          <p:nvPr/>
        </p:nvSpPr>
        <p:spPr>
          <a:xfrm>
            <a:off x="2866750" y="5031556"/>
            <a:ext cx="3223215" cy="3223215"/>
          </a:xfrm>
          <a:custGeom>
            <a:avLst/>
            <a:gdLst>
              <a:gd name="connsiteX0" fmla="*/ 1283976 w 2556395"/>
              <a:gd name="connsiteY0" fmla="*/ 3717 h 2556395"/>
              <a:gd name="connsiteX1" fmla="*/ 3717 w 2556395"/>
              <a:gd name="connsiteY1" fmla="*/ 1290848 h 2556395"/>
              <a:gd name="connsiteX2" fmla="*/ 3717 w 2556395"/>
              <a:gd name="connsiteY2" fmla="*/ 1347199 h 2556395"/>
              <a:gd name="connsiteX3" fmla="*/ 12651 w 2556395"/>
              <a:gd name="connsiteY3" fmla="*/ 1347199 h 2556395"/>
              <a:gd name="connsiteX4" fmla="*/ 241489 w 2556395"/>
              <a:gd name="connsiteY4" fmla="*/ 1528620 h 2556395"/>
              <a:gd name="connsiteX5" fmla="*/ 119167 w 2556395"/>
              <a:gd name="connsiteY5" fmla="*/ 1811748 h 2556395"/>
              <a:gd name="connsiteX6" fmla="*/ 1283289 w 2556395"/>
              <a:gd name="connsiteY6" fmla="*/ 2557363 h 2556395"/>
              <a:gd name="connsiteX7" fmla="*/ 2557364 w 2556395"/>
              <a:gd name="connsiteY7" fmla="*/ 1290848 h 2556395"/>
              <a:gd name="connsiteX8" fmla="*/ 1283976 w 2556395"/>
              <a:gd name="connsiteY8" fmla="*/ 3717 h 255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56395" h="2556395">
                <a:moveTo>
                  <a:pt x="1283976" y="3717"/>
                </a:moveTo>
                <a:cubicBezTo>
                  <a:pt x="581655" y="3717"/>
                  <a:pt x="3717" y="576844"/>
                  <a:pt x="3717" y="1290848"/>
                </a:cubicBezTo>
                <a:cubicBezTo>
                  <a:pt x="3717" y="1297720"/>
                  <a:pt x="3717" y="1329332"/>
                  <a:pt x="3717" y="1347199"/>
                </a:cubicBezTo>
                <a:lnTo>
                  <a:pt x="12651" y="1347199"/>
                </a:lnTo>
                <a:cubicBezTo>
                  <a:pt x="128101" y="1347199"/>
                  <a:pt x="214688" y="1431038"/>
                  <a:pt x="241489" y="1528620"/>
                </a:cubicBezTo>
                <a:cubicBezTo>
                  <a:pt x="286845" y="1653691"/>
                  <a:pt x="225684" y="1762269"/>
                  <a:pt x="119167" y="1811748"/>
                </a:cubicBezTo>
                <a:cubicBezTo>
                  <a:pt x="330138" y="2249496"/>
                  <a:pt x="776133" y="2557363"/>
                  <a:pt x="1283289" y="2557363"/>
                </a:cubicBezTo>
                <a:cubicBezTo>
                  <a:pt x="1985610" y="2557363"/>
                  <a:pt x="2557364" y="1986298"/>
                  <a:pt x="2557364" y="1290848"/>
                </a:cubicBezTo>
                <a:cubicBezTo>
                  <a:pt x="2557364" y="576844"/>
                  <a:pt x="1986298" y="3717"/>
                  <a:pt x="1283976" y="3717"/>
                </a:cubicBezTo>
                <a:close/>
              </a:path>
            </a:pathLst>
          </a:custGeom>
          <a:solidFill>
            <a:schemeClr val="accent1"/>
          </a:solidFill>
          <a:ln w="6869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7067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63A274A-6259-1EBE-86AB-1594B5F24514}"/>
              </a:ext>
            </a:extLst>
          </p:cNvPr>
          <p:cNvSpPr/>
          <p:nvPr/>
        </p:nvSpPr>
        <p:spPr>
          <a:xfrm>
            <a:off x="1026438" y="6683254"/>
            <a:ext cx="2044835" cy="719157"/>
          </a:xfrm>
          <a:custGeom>
            <a:avLst/>
            <a:gdLst>
              <a:gd name="connsiteX0" fmla="*/ 1619986 w 1621799"/>
              <a:gd name="connsiteY0" fmla="*/ 239242 h 570378"/>
              <a:gd name="connsiteX1" fmla="*/ 1436503 w 1621799"/>
              <a:gd name="connsiteY1" fmla="*/ 130664 h 570378"/>
              <a:gd name="connsiteX2" fmla="*/ 992570 w 1621799"/>
              <a:gd name="connsiteY2" fmla="*/ 239242 h 570378"/>
              <a:gd name="connsiteX3" fmla="*/ 208471 w 1621799"/>
              <a:gd name="connsiteY3" fmla="*/ 8342 h 570378"/>
              <a:gd name="connsiteX4" fmla="*/ 9182 w 1621799"/>
              <a:gd name="connsiteY4" fmla="*/ 121731 h 570378"/>
              <a:gd name="connsiteX5" fmla="*/ 111575 w 1621799"/>
              <a:gd name="connsiteY5" fmla="*/ 316896 h 570378"/>
              <a:gd name="connsiteX6" fmla="*/ 908731 w 1621799"/>
              <a:gd name="connsiteY6" fmla="*/ 550546 h 570378"/>
              <a:gd name="connsiteX7" fmla="*/ 931409 w 1621799"/>
              <a:gd name="connsiteY7" fmla="*/ 550546 h 570378"/>
              <a:gd name="connsiteX8" fmla="*/ 1031053 w 1621799"/>
              <a:gd name="connsiteY8" fmla="*/ 568413 h 570378"/>
              <a:gd name="connsiteX9" fmla="*/ 1523090 w 1621799"/>
              <a:gd name="connsiteY9" fmla="*/ 437157 h 570378"/>
              <a:gd name="connsiteX10" fmla="*/ 1619986 w 1621799"/>
              <a:gd name="connsiteY10" fmla="*/ 239242 h 570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21799" h="570378">
                <a:moveTo>
                  <a:pt x="1619986" y="239242"/>
                </a:moveTo>
                <a:cubicBezTo>
                  <a:pt x="1606242" y="160214"/>
                  <a:pt x="1522403" y="103176"/>
                  <a:pt x="1436503" y="130664"/>
                </a:cubicBezTo>
                <a:lnTo>
                  <a:pt x="992570" y="239242"/>
                </a:lnTo>
                <a:lnTo>
                  <a:pt x="208471" y="8342"/>
                </a:lnTo>
                <a:cubicBezTo>
                  <a:pt x="121883" y="-12274"/>
                  <a:pt x="33921" y="37892"/>
                  <a:pt x="9182" y="121731"/>
                </a:cubicBezTo>
                <a:cubicBezTo>
                  <a:pt x="-11434" y="200759"/>
                  <a:pt x="27049" y="285285"/>
                  <a:pt x="111575" y="316896"/>
                </a:cubicBezTo>
                <a:lnTo>
                  <a:pt x="908731" y="550546"/>
                </a:lnTo>
                <a:cubicBezTo>
                  <a:pt x="908731" y="550546"/>
                  <a:pt x="915603" y="550546"/>
                  <a:pt x="931409" y="550546"/>
                </a:cubicBezTo>
                <a:cubicBezTo>
                  <a:pt x="960958" y="568413"/>
                  <a:pt x="992570" y="577346"/>
                  <a:pt x="1031053" y="568413"/>
                </a:cubicBezTo>
                <a:lnTo>
                  <a:pt x="1523090" y="437157"/>
                </a:lnTo>
                <a:cubicBezTo>
                  <a:pt x="1587687" y="406233"/>
                  <a:pt x="1639915" y="325143"/>
                  <a:pt x="1619986" y="239242"/>
                </a:cubicBezTo>
                <a:close/>
              </a:path>
            </a:pathLst>
          </a:custGeom>
          <a:solidFill>
            <a:srgbClr val="343434"/>
          </a:solidFill>
          <a:ln w="6869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7067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F67C24E-577A-FBA0-A54A-0EE835268435}"/>
              </a:ext>
            </a:extLst>
          </p:cNvPr>
          <p:cNvSpPr/>
          <p:nvPr/>
        </p:nvSpPr>
        <p:spPr>
          <a:xfrm>
            <a:off x="1498615" y="5711722"/>
            <a:ext cx="883784" cy="892450"/>
          </a:xfrm>
          <a:custGeom>
            <a:avLst/>
            <a:gdLst>
              <a:gd name="connsiteX0" fmla="*/ 703977 w 700947"/>
              <a:gd name="connsiteY0" fmla="*/ 354878 h 707819"/>
              <a:gd name="connsiteX1" fmla="*/ 348006 w 700947"/>
              <a:gd name="connsiteY1" fmla="*/ 706038 h 707819"/>
              <a:gd name="connsiteX2" fmla="*/ 3717 w 700947"/>
              <a:gd name="connsiteY2" fmla="*/ 354878 h 707819"/>
              <a:gd name="connsiteX3" fmla="*/ 348006 w 700947"/>
              <a:gd name="connsiteY3" fmla="*/ 3717 h 707819"/>
              <a:gd name="connsiteX4" fmla="*/ 703977 w 700947"/>
              <a:gd name="connsiteY4" fmla="*/ 354878 h 70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947" h="707819">
                <a:moveTo>
                  <a:pt x="703977" y="354878"/>
                </a:moveTo>
                <a:cubicBezTo>
                  <a:pt x="703977" y="556228"/>
                  <a:pt x="540423" y="706038"/>
                  <a:pt x="348006" y="706038"/>
                </a:cubicBezTo>
                <a:cubicBezTo>
                  <a:pt x="155589" y="706038"/>
                  <a:pt x="3717" y="556228"/>
                  <a:pt x="3717" y="354878"/>
                </a:cubicBezTo>
                <a:cubicBezTo>
                  <a:pt x="3717" y="175518"/>
                  <a:pt x="155589" y="3717"/>
                  <a:pt x="348006" y="3717"/>
                </a:cubicBezTo>
                <a:cubicBezTo>
                  <a:pt x="540423" y="3717"/>
                  <a:pt x="703977" y="175518"/>
                  <a:pt x="703977" y="354878"/>
                </a:cubicBezTo>
                <a:close/>
              </a:path>
            </a:pathLst>
          </a:custGeom>
          <a:solidFill>
            <a:srgbClr val="343434"/>
          </a:solidFill>
          <a:ln w="6869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7067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FE0048F-4593-FBF6-8A04-CCDB1F4D585B}"/>
              </a:ext>
            </a:extLst>
          </p:cNvPr>
          <p:cNvSpPr/>
          <p:nvPr/>
        </p:nvSpPr>
        <p:spPr>
          <a:xfrm>
            <a:off x="-4686" y="6286306"/>
            <a:ext cx="1585613" cy="1550955"/>
          </a:xfrm>
          <a:custGeom>
            <a:avLst/>
            <a:gdLst>
              <a:gd name="connsiteX0" fmla="*/ 760328 w 1257581"/>
              <a:gd name="connsiteY0" fmla="*/ 404259 h 1230093"/>
              <a:gd name="connsiteX1" fmla="*/ 980233 w 1257581"/>
              <a:gd name="connsiteY1" fmla="*/ 231771 h 1230093"/>
              <a:gd name="connsiteX2" fmla="*/ 1034522 w 1257581"/>
              <a:gd name="connsiteY2" fmla="*/ 249638 h 1230093"/>
              <a:gd name="connsiteX3" fmla="*/ 1259237 w 1257581"/>
              <a:gd name="connsiteY3" fmla="*/ 321795 h 1230093"/>
              <a:gd name="connsiteX4" fmla="*/ 1195327 w 1257581"/>
              <a:gd name="connsiteY4" fmla="*/ 167861 h 1230093"/>
              <a:gd name="connsiteX5" fmla="*/ 866844 w 1257581"/>
              <a:gd name="connsiteY5" fmla="*/ 18738 h 1230093"/>
              <a:gd name="connsiteX6" fmla="*/ 3717 w 1257581"/>
              <a:gd name="connsiteY6" fmla="*/ 388453 h 1230093"/>
              <a:gd name="connsiteX7" fmla="*/ 3717 w 1257581"/>
              <a:gd name="connsiteY7" fmla="*/ 1226841 h 1230093"/>
              <a:gd name="connsiteX8" fmla="*/ 3717 w 1257581"/>
              <a:gd name="connsiteY8" fmla="*/ 1226841 h 1230093"/>
              <a:gd name="connsiteX9" fmla="*/ 1119048 w 1257581"/>
              <a:gd name="connsiteY9" fmla="*/ 751297 h 1230093"/>
              <a:gd name="connsiteX10" fmla="*/ 912887 w 1257581"/>
              <a:gd name="connsiteY10" fmla="*/ 699069 h 1230093"/>
              <a:gd name="connsiteX11" fmla="*/ 760328 w 1257581"/>
              <a:gd name="connsiteY11" fmla="*/ 404259 h 1230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57581" h="1230093">
                <a:moveTo>
                  <a:pt x="760328" y="404259"/>
                </a:moveTo>
                <a:cubicBezTo>
                  <a:pt x="785067" y="301866"/>
                  <a:pt x="866844" y="231771"/>
                  <a:pt x="980233" y="231771"/>
                </a:cubicBezTo>
                <a:cubicBezTo>
                  <a:pt x="998100" y="231771"/>
                  <a:pt x="1025588" y="249638"/>
                  <a:pt x="1034522" y="249638"/>
                </a:cubicBezTo>
                <a:lnTo>
                  <a:pt x="1259237" y="321795"/>
                </a:lnTo>
                <a:lnTo>
                  <a:pt x="1195327" y="167861"/>
                </a:lnTo>
                <a:cubicBezTo>
                  <a:pt x="1131417" y="42790"/>
                  <a:pt x="998100" y="-29366"/>
                  <a:pt x="866844" y="18738"/>
                </a:cubicBezTo>
                <a:lnTo>
                  <a:pt x="3717" y="388453"/>
                </a:lnTo>
                <a:lnTo>
                  <a:pt x="3717" y="1226841"/>
                </a:lnTo>
                <a:lnTo>
                  <a:pt x="3717" y="1226841"/>
                </a:lnTo>
                <a:lnTo>
                  <a:pt x="1119048" y="751297"/>
                </a:lnTo>
                <a:lnTo>
                  <a:pt x="912887" y="699069"/>
                </a:lnTo>
                <a:cubicBezTo>
                  <a:pt x="785754" y="658524"/>
                  <a:pt x="715659" y="533453"/>
                  <a:pt x="760328" y="404259"/>
                </a:cubicBezTo>
                <a:close/>
              </a:path>
            </a:pathLst>
          </a:custGeom>
          <a:solidFill>
            <a:srgbClr val="343434"/>
          </a:solidFill>
          <a:ln w="6869" cap="flat">
            <a:noFill/>
            <a:prstDash val="solid"/>
            <a:miter/>
          </a:ln>
        </p:spPr>
        <p:txBody>
          <a:bodyPr rtlCol="0" anchor="ctr"/>
          <a:lstStyle/>
          <a:p>
            <a:endParaRPr lang="id-ID" sz="7067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07066A-CBAD-2039-6FD1-E65BF1C3B47D}"/>
              </a:ext>
            </a:extLst>
          </p:cNvPr>
          <p:cNvSpPr/>
          <p:nvPr/>
        </p:nvSpPr>
        <p:spPr>
          <a:xfrm>
            <a:off x="7833770" y="5031556"/>
            <a:ext cx="3223215" cy="322321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7067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299155-234C-2961-F11A-C3F204E9A3B8}"/>
              </a:ext>
            </a:extLst>
          </p:cNvPr>
          <p:cNvSpPr/>
          <p:nvPr/>
        </p:nvSpPr>
        <p:spPr>
          <a:xfrm>
            <a:off x="12932140" y="4963515"/>
            <a:ext cx="3223215" cy="322321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7067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3A9212-FE3A-F4F4-424A-CB1190955314}"/>
              </a:ext>
            </a:extLst>
          </p:cNvPr>
          <p:cNvSpPr/>
          <p:nvPr/>
        </p:nvSpPr>
        <p:spPr>
          <a:xfrm>
            <a:off x="18030511" y="4963513"/>
            <a:ext cx="3223215" cy="32232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7067" dirty="0"/>
          </a:p>
        </p:txBody>
      </p:sp>
      <p:sp>
        <p:nvSpPr>
          <p:cNvPr id="10" name="Freeform 35">
            <a:extLst>
              <a:ext uri="{FF2B5EF4-FFF2-40B4-BE49-F238E27FC236}">
                <a16:creationId xmlns:a16="http://schemas.microsoft.com/office/drawing/2014/main" id="{38C291B0-5327-7A75-61FA-879067CB05BD}"/>
              </a:ext>
            </a:extLst>
          </p:cNvPr>
          <p:cNvSpPr>
            <a:spLocks/>
          </p:cNvSpPr>
          <p:nvPr/>
        </p:nvSpPr>
        <p:spPr bwMode="auto">
          <a:xfrm rot="224369">
            <a:off x="6302737" y="6563739"/>
            <a:ext cx="1250888" cy="395016"/>
          </a:xfrm>
          <a:custGeom>
            <a:avLst/>
            <a:gdLst>
              <a:gd name="T0" fmla="*/ 684 w 684"/>
              <a:gd name="T1" fmla="*/ 102 h 216"/>
              <a:gd name="T2" fmla="*/ 466 w 684"/>
              <a:gd name="T3" fmla="*/ 0 h 216"/>
              <a:gd name="T4" fmla="*/ 470 w 684"/>
              <a:gd name="T5" fmla="*/ 42 h 216"/>
              <a:gd name="T6" fmla="*/ 0 w 684"/>
              <a:gd name="T7" fmla="*/ 128 h 216"/>
              <a:gd name="T8" fmla="*/ 470 w 684"/>
              <a:gd name="T9" fmla="*/ 176 h 216"/>
              <a:gd name="T10" fmla="*/ 470 w 684"/>
              <a:gd name="T11" fmla="*/ 216 h 216"/>
              <a:gd name="T12" fmla="*/ 684 w 684"/>
              <a:gd name="T13" fmla="*/ 102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4" h="216">
                <a:moveTo>
                  <a:pt x="684" y="102"/>
                </a:moveTo>
                <a:lnTo>
                  <a:pt x="466" y="0"/>
                </a:lnTo>
                <a:lnTo>
                  <a:pt x="470" y="42"/>
                </a:lnTo>
                <a:lnTo>
                  <a:pt x="0" y="128"/>
                </a:lnTo>
                <a:lnTo>
                  <a:pt x="470" y="176"/>
                </a:lnTo>
                <a:lnTo>
                  <a:pt x="470" y="216"/>
                </a:lnTo>
                <a:lnTo>
                  <a:pt x="684" y="1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id-ID" sz="7067"/>
          </a:p>
        </p:txBody>
      </p:sp>
      <p:sp>
        <p:nvSpPr>
          <p:cNvPr id="11" name="Freeform 35">
            <a:extLst>
              <a:ext uri="{FF2B5EF4-FFF2-40B4-BE49-F238E27FC236}">
                <a16:creationId xmlns:a16="http://schemas.microsoft.com/office/drawing/2014/main" id="{32E72105-6A00-7A0C-D9A7-E7E474FC58C9}"/>
              </a:ext>
            </a:extLst>
          </p:cNvPr>
          <p:cNvSpPr>
            <a:spLocks/>
          </p:cNvSpPr>
          <p:nvPr/>
        </p:nvSpPr>
        <p:spPr bwMode="auto">
          <a:xfrm rot="224369">
            <a:off x="11322674" y="6615490"/>
            <a:ext cx="1250888" cy="395016"/>
          </a:xfrm>
          <a:custGeom>
            <a:avLst/>
            <a:gdLst>
              <a:gd name="T0" fmla="*/ 684 w 684"/>
              <a:gd name="T1" fmla="*/ 102 h 216"/>
              <a:gd name="T2" fmla="*/ 466 w 684"/>
              <a:gd name="T3" fmla="*/ 0 h 216"/>
              <a:gd name="T4" fmla="*/ 470 w 684"/>
              <a:gd name="T5" fmla="*/ 42 h 216"/>
              <a:gd name="T6" fmla="*/ 0 w 684"/>
              <a:gd name="T7" fmla="*/ 128 h 216"/>
              <a:gd name="T8" fmla="*/ 470 w 684"/>
              <a:gd name="T9" fmla="*/ 176 h 216"/>
              <a:gd name="T10" fmla="*/ 470 w 684"/>
              <a:gd name="T11" fmla="*/ 216 h 216"/>
              <a:gd name="T12" fmla="*/ 684 w 684"/>
              <a:gd name="T13" fmla="*/ 102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4" h="216">
                <a:moveTo>
                  <a:pt x="684" y="102"/>
                </a:moveTo>
                <a:lnTo>
                  <a:pt x="466" y="0"/>
                </a:lnTo>
                <a:lnTo>
                  <a:pt x="470" y="42"/>
                </a:lnTo>
                <a:lnTo>
                  <a:pt x="0" y="128"/>
                </a:lnTo>
                <a:lnTo>
                  <a:pt x="470" y="176"/>
                </a:lnTo>
                <a:lnTo>
                  <a:pt x="470" y="216"/>
                </a:lnTo>
                <a:lnTo>
                  <a:pt x="684" y="1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id-ID" sz="7067"/>
          </a:p>
        </p:txBody>
      </p:sp>
      <p:sp>
        <p:nvSpPr>
          <p:cNvPr id="12" name="Freeform 35">
            <a:extLst>
              <a:ext uri="{FF2B5EF4-FFF2-40B4-BE49-F238E27FC236}">
                <a16:creationId xmlns:a16="http://schemas.microsoft.com/office/drawing/2014/main" id="{8A21E89D-AA99-394B-1D89-98F696FA1690}"/>
              </a:ext>
            </a:extLst>
          </p:cNvPr>
          <p:cNvSpPr>
            <a:spLocks/>
          </p:cNvSpPr>
          <p:nvPr/>
        </p:nvSpPr>
        <p:spPr bwMode="auto">
          <a:xfrm rot="224369">
            <a:off x="16467489" y="6563741"/>
            <a:ext cx="1250888" cy="395016"/>
          </a:xfrm>
          <a:custGeom>
            <a:avLst/>
            <a:gdLst>
              <a:gd name="T0" fmla="*/ 684 w 684"/>
              <a:gd name="T1" fmla="*/ 102 h 216"/>
              <a:gd name="T2" fmla="*/ 466 w 684"/>
              <a:gd name="T3" fmla="*/ 0 h 216"/>
              <a:gd name="T4" fmla="*/ 470 w 684"/>
              <a:gd name="T5" fmla="*/ 42 h 216"/>
              <a:gd name="T6" fmla="*/ 0 w 684"/>
              <a:gd name="T7" fmla="*/ 128 h 216"/>
              <a:gd name="T8" fmla="*/ 470 w 684"/>
              <a:gd name="T9" fmla="*/ 176 h 216"/>
              <a:gd name="T10" fmla="*/ 470 w 684"/>
              <a:gd name="T11" fmla="*/ 216 h 216"/>
              <a:gd name="T12" fmla="*/ 684 w 684"/>
              <a:gd name="T13" fmla="*/ 102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4" h="216">
                <a:moveTo>
                  <a:pt x="684" y="102"/>
                </a:moveTo>
                <a:lnTo>
                  <a:pt x="466" y="0"/>
                </a:lnTo>
                <a:lnTo>
                  <a:pt x="470" y="42"/>
                </a:lnTo>
                <a:lnTo>
                  <a:pt x="0" y="128"/>
                </a:lnTo>
                <a:lnTo>
                  <a:pt x="470" y="176"/>
                </a:lnTo>
                <a:lnTo>
                  <a:pt x="470" y="216"/>
                </a:lnTo>
                <a:lnTo>
                  <a:pt x="684" y="102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endParaRPr lang="id-ID" sz="7067"/>
          </a:p>
        </p:txBody>
      </p:sp>
      <p:grpSp>
        <p:nvGrpSpPr>
          <p:cNvPr id="41" name="成组">
            <a:extLst>
              <a:ext uri="{FF2B5EF4-FFF2-40B4-BE49-F238E27FC236}">
                <a16:creationId xmlns:a16="http://schemas.microsoft.com/office/drawing/2014/main" id="{C2C59158-7D2A-7357-5368-1F89362B801B}"/>
              </a:ext>
            </a:extLst>
          </p:cNvPr>
          <p:cNvGrpSpPr/>
          <p:nvPr/>
        </p:nvGrpSpPr>
        <p:grpSpPr>
          <a:xfrm>
            <a:off x="19315509" y="6248513"/>
            <a:ext cx="653215" cy="653211"/>
            <a:chOff x="0" y="0"/>
            <a:chExt cx="457200" cy="457200"/>
          </a:xfrm>
        </p:grpSpPr>
        <p:sp>
          <p:nvSpPr>
            <p:cNvPr id="42" name="任意形状 375">
              <a:extLst>
                <a:ext uri="{FF2B5EF4-FFF2-40B4-BE49-F238E27FC236}">
                  <a16:creationId xmlns:a16="http://schemas.microsoft.com/office/drawing/2014/main" id="{B35D0EA5-88CA-8F47-47CC-33F2B655EE1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3" name="任意形状 376">
              <a:extLst>
                <a:ext uri="{FF2B5EF4-FFF2-40B4-BE49-F238E27FC236}">
                  <a16:creationId xmlns:a16="http://schemas.microsoft.com/office/drawing/2014/main" id="{70B569F0-7D2E-EBFF-EAC4-507023EC6873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44" name="成组">
            <a:extLst>
              <a:ext uri="{FF2B5EF4-FFF2-40B4-BE49-F238E27FC236}">
                <a16:creationId xmlns:a16="http://schemas.microsoft.com/office/drawing/2014/main" id="{969DD96C-629C-E8CA-59C4-2607A92F23A7}"/>
              </a:ext>
            </a:extLst>
          </p:cNvPr>
          <p:cNvGrpSpPr/>
          <p:nvPr/>
        </p:nvGrpSpPr>
        <p:grpSpPr>
          <a:xfrm>
            <a:off x="14260922" y="6248513"/>
            <a:ext cx="653215" cy="653211"/>
            <a:chOff x="0" y="0"/>
            <a:chExt cx="457200" cy="457200"/>
          </a:xfrm>
        </p:grpSpPr>
        <p:sp>
          <p:nvSpPr>
            <p:cNvPr id="45" name="任意形状 381">
              <a:extLst>
                <a:ext uri="{FF2B5EF4-FFF2-40B4-BE49-F238E27FC236}">
                  <a16:creationId xmlns:a16="http://schemas.microsoft.com/office/drawing/2014/main" id="{BA19C9F5-6091-C8E7-C3D4-B1329AFDEC2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6" name="任意形状 382">
              <a:extLst>
                <a:ext uri="{FF2B5EF4-FFF2-40B4-BE49-F238E27FC236}">
                  <a16:creationId xmlns:a16="http://schemas.microsoft.com/office/drawing/2014/main" id="{42D78E42-87D7-DD11-2DD2-C25F4BB33516}"/>
                </a:ext>
              </a:extLst>
            </p:cNvPr>
            <p:cNvSpPr/>
            <p:nvPr/>
          </p:nvSpPr>
          <p:spPr>
            <a:xfrm>
              <a:off x="19049" y="38101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7" name="成组">
            <a:extLst>
              <a:ext uri="{FF2B5EF4-FFF2-40B4-BE49-F238E27FC236}">
                <a16:creationId xmlns:a16="http://schemas.microsoft.com/office/drawing/2014/main" id="{6B4C6744-39D5-AFFB-5EF9-BD2EF2FC8C30}"/>
              </a:ext>
            </a:extLst>
          </p:cNvPr>
          <p:cNvGrpSpPr/>
          <p:nvPr/>
        </p:nvGrpSpPr>
        <p:grpSpPr>
          <a:xfrm>
            <a:off x="4151748" y="6248513"/>
            <a:ext cx="653215" cy="653211"/>
            <a:chOff x="0" y="0"/>
            <a:chExt cx="457200" cy="457200"/>
          </a:xfrm>
        </p:grpSpPr>
        <p:sp>
          <p:nvSpPr>
            <p:cNvPr id="48" name="任意形状 393">
              <a:extLst>
                <a:ext uri="{FF2B5EF4-FFF2-40B4-BE49-F238E27FC236}">
                  <a16:creationId xmlns:a16="http://schemas.microsoft.com/office/drawing/2014/main" id="{EABF5FFA-9185-F64B-6A53-F4311EB5858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9" name="任意形状 394">
              <a:extLst>
                <a:ext uri="{FF2B5EF4-FFF2-40B4-BE49-F238E27FC236}">
                  <a16:creationId xmlns:a16="http://schemas.microsoft.com/office/drawing/2014/main" id="{B94AA0A5-89E4-FADA-91C9-C87A3CC4A307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0" name="成组">
            <a:extLst>
              <a:ext uri="{FF2B5EF4-FFF2-40B4-BE49-F238E27FC236}">
                <a16:creationId xmlns:a16="http://schemas.microsoft.com/office/drawing/2014/main" id="{EF7B01D3-C07D-C2F1-B860-D7B61295128E}"/>
              </a:ext>
            </a:extLst>
          </p:cNvPr>
          <p:cNvGrpSpPr/>
          <p:nvPr/>
        </p:nvGrpSpPr>
        <p:grpSpPr>
          <a:xfrm>
            <a:off x="9206335" y="6248513"/>
            <a:ext cx="653215" cy="653211"/>
            <a:chOff x="0" y="0"/>
            <a:chExt cx="457200" cy="457200"/>
          </a:xfrm>
        </p:grpSpPr>
        <p:sp>
          <p:nvSpPr>
            <p:cNvPr id="51" name="任意形状 477">
              <a:extLst>
                <a:ext uri="{FF2B5EF4-FFF2-40B4-BE49-F238E27FC236}">
                  <a16:creationId xmlns:a16="http://schemas.microsoft.com/office/drawing/2014/main" id="{8A73EA0E-0612-DB75-9211-35793327EA0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2" name="任意形状 478">
              <a:extLst>
                <a:ext uri="{FF2B5EF4-FFF2-40B4-BE49-F238E27FC236}">
                  <a16:creationId xmlns:a16="http://schemas.microsoft.com/office/drawing/2014/main" id="{9EFA645E-C49D-C3D0-2CCE-5848E7639781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</p:spTree>
    <p:extLst>
      <p:ext uri="{BB962C8B-B14F-4D97-AF65-F5344CB8AC3E}">
        <p14:creationId xmlns:p14="http://schemas.microsoft.com/office/powerpoint/2010/main" val="24828240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Infographic </a:t>
            </a:r>
            <a:r>
              <a:rPr lang="en-US" dirty="0" err="1"/>
              <a:t>Powerpoint</a:t>
            </a:r>
            <a:r>
              <a:rPr lang="en-US" dirty="0"/>
              <a:t> Template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F6BE02A-9451-B92C-06FF-CA1D31FED0F9}"/>
              </a:ext>
            </a:extLst>
          </p:cNvPr>
          <p:cNvGrpSpPr/>
          <p:nvPr/>
        </p:nvGrpSpPr>
        <p:grpSpPr>
          <a:xfrm>
            <a:off x="3022170" y="10818787"/>
            <a:ext cx="4012906" cy="1669933"/>
            <a:chOff x="3022171" y="10615281"/>
            <a:chExt cx="4012906" cy="1669933"/>
          </a:xfrm>
        </p:grpSpPr>
        <p:sp>
          <p:nvSpPr>
            <p:cNvPr id="298" name="TextBox 3">
              <a:extLst>
                <a:ext uri="{FF2B5EF4-FFF2-40B4-BE49-F238E27FC236}">
                  <a16:creationId xmlns:a16="http://schemas.microsoft.com/office/drawing/2014/main" id="{801D1C0C-53D7-EF1A-CC3A-44EB1334E07F}"/>
                </a:ext>
              </a:extLst>
            </p:cNvPr>
            <p:cNvSpPr txBox="1"/>
            <p:nvPr/>
          </p:nvSpPr>
          <p:spPr>
            <a:xfrm>
              <a:off x="3022171" y="11299688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9" name="TextBox 4">
              <a:extLst>
                <a:ext uri="{FF2B5EF4-FFF2-40B4-BE49-F238E27FC236}">
                  <a16:creationId xmlns:a16="http://schemas.microsoft.com/office/drawing/2014/main" id="{4024C39C-7D15-F370-D496-9849A99161DF}"/>
                </a:ext>
              </a:extLst>
            </p:cNvPr>
            <p:cNvSpPr txBox="1"/>
            <p:nvPr/>
          </p:nvSpPr>
          <p:spPr>
            <a:xfrm>
              <a:off x="3022171" y="10615281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CBE6D6-AE34-1936-885E-265A784E78CF}"/>
              </a:ext>
            </a:extLst>
          </p:cNvPr>
          <p:cNvGrpSpPr/>
          <p:nvPr/>
        </p:nvGrpSpPr>
        <p:grpSpPr>
          <a:xfrm>
            <a:off x="12785221" y="10818787"/>
            <a:ext cx="4012906" cy="1669933"/>
            <a:chOff x="12785222" y="10615281"/>
            <a:chExt cx="4012906" cy="1669933"/>
          </a:xfrm>
        </p:grpSpPr>
        <p:sp>
          <p:nvSpPr>
            <p:cNvPr id="302" name="TextBox 7">
              <a:extLst>
                <a:ext uri="{FF2B5EF4-FFF2-40B4-BE49-F238E27FC236}">
                  <a16:creationId xmlns:a16="http://schemas.microsoft.com/office/drawing/2014/main" id="{6D843E8B-C9B9-29B1-BA5D-6BB25208B252}"/>
                </a:ext>
              </a:extLst>
            </p:cNvPr>
            <p:cNvSpPr txBox="1"/>
            <p:nvPr/>
          </p:nvSpPr>
          <p:spPr>
            <a:xfrm>
              <a:off x="12785222" y="11299688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3" name="TextBox 8">
              <a:extLst>
                <a:ext uri="{FF2B5EF4-FFF2-40B4-BE49-F238E27FC236}">
                  <a16:creationId xmlns:a16="http://schemas.microsoft.com/office/drawing/2014/main" id="{BA8D7C81-EFFF-BA09-7B79-6DA9EFE42B5B}"/>
                </a:ext>
              </a:extLst>
            </p:cNvPr>
            <p:cNvSpPr txBox="1"/>
            <p:nvPr/>
          </p:nvSpPr>
          <p:spPr>
            <a:xfrm>
              <a:off x="12785222" y="10615281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C0DA23-64A1-0932-9B57-4D99799FD45E}"/>
              </a:ext>
            </a:extLst>
          </p:cNvPr>
          <p:cNvGrpSpPr/>
          <p:nvPr/>
        </p:nvGrpSpPr>
        <p:grpSpPr>
          <a:xfrm>
            <a:off x="7903694" y="3571045"/>
            <a:ext cx="4012906" cy="1669934"/>
            <a:chOff x="7903695" y="2933095"/>
            <a:chExt cx="4012906" cy="1669934"/>
          </a:xfrm>
        </p:grpSpPr>
        <p:sp>
          <p:nvSpPr>
            <p:cNvPr id="300" name="TextBox 5">
              <a:extLst>
                <a:ext uri="{FF2B5EF4-FFF2-40B4-BE49-F238E27FC236}">
                  <a16:creationId xmlns:a16="http://schemas.microsoft.com/office/drawing/2014/main" id="{33D550F8-4DF9-BD88-7178-402DA75A47BC}"/>
                </a:ext>
              </a:extLst>
            </p:cNvPr>
            <p:cNvSpPr txBox="1"/>
            <p:nvPr/>
          </p:nvSpPr>
          <p:spPr>
            <a:xfrm>
              <a:off x="7903695" y="3617503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1" name="TextBox 6">
              <a:extLst>
                <a:ext uri="{FF2B5EF4-FFF2-40B4-BE49-F238E27FC236}">
                  <a16:creationId xmlns:a16="http://schemas.microsoft.com/office/drawing/2014/main" id="{50B51289-07EF-7003-879E-498D7CF3B561}"/>
                </a:ext>
              </a:extLst>
            </p:cNvPr>
            <p:cNvSpPr txBox="1"/>
            <p:nvPr/>
          </p:nvSpPr>
          <p:spPr>
            <a:xfrm>
              <a:off x="7903695" y="2933095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CEAC76-4FD3-135D-609F-F8149973E59A}"/>
              </a:ext>
            </a:extLst>
          </p:cNvPr>
          <p:cNvGrpSpPr/>
          <p:nvPr/>
        </p:nvGrpSpPr>
        <p:grpSpPr>
          <a:xfrm>
            <a:off x="17666745" y="3571045"/>
            <a:ext cx="4012906" cy="1669934"/>
            <a:chOff x="17666746" y="2933095"/>
            <a:chExt cx="4012906" cy="1669934"/>
          </a:xfrm>
        </p:grpSpPr>
        <p:sp>
          <p:nvSpPr>
            <p:cNvPr id="304" name="TextBox 9">
              <a:extLst>
                <a:ext uri="{FF2B5EF4-FFF2-40B4-BE49-F238E27FC236}">
                  <a16:creationId xmlns:a16="http://schemas.microsoft.com/office/drawing/2014/main" id="{99971922-0B39-D00F-6583-F6FEBE452A6D}"/>
                </a:ext>
              </a:extLst>
            </p:cNvPr>
            <p:cNvSpPr txBox="1"/>
            <p:nvPr/>
          </p:nvSpPr>
          <p:spPr>
            <a:xfrm>
              <a:off x="17666746" y="3617503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5" name="TextBox 10">
              <a:extLst>
                <a:ext uri="{FF2B5EF4-FFF2-40B4-BE49-F238E27FC236}">
                  <a16:creationId xmlns:a16="http://schemas.microsoft.com/office/drawing/2014/main" id="{B57FF976-3950-6B1E-DDB4-26A9B2E141ED}"/>
                </a:ext>
              </a:extLst>
            </p:cNvPr>
            <p:cNvSpPr txBox="1"/>
            <p:nvPr/>
          </p:nvSpPr>
          <p:spPr>
            <a:xfrm>
              <a:off x="17666746" y="2933095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4</a:t>
              </a:r>
            </a:p>
          </p:txBody>
        </p:sp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07DA078A-F9EB-7EB5-5FB4-1235DA912958}"/>
              </a:ext>
            </a:extLst>
          </p:cNvPr>
          <p:cNvGrpSpPr/>
          <p:nvPr/>
        </p:nvGrpSpPr>
        <p:grpSpPr>
          <a:xfrm>
            <a:off x="17104834" y="6023428"/>
            <a:ext cx="4593617" cy="4012909"/>
            <a:chOff x="8645886" y="2414812"/>
            <a:chExt cx="2321902" cy="2028376"/>
          </a:xfrm>
        </p:grpSpPr>
        <p:sp>
          <p:nvSpPr>
            <p:cNvPr id="287" name="Freeform 38">
              <a:extLst>
                <a:ext uri="{FF2B5EF4-FFF2-40B4-BE49-F238E27FC236}">
                  <a16:creationId xmlns:a16="http://schemas.microsoft.com/office/drawing/2014/main" id="{90512D0E-FC42-ED41-B15A-D00DC901B950}"/>
                </a:ext>
              </a:extLst>
            </p:cNvPr>
            <p:cNvSpPr/>
            <p:nvPr/>
          </p:nvSpPr>
          <p:spPr>
            <a:xfrm>
              <a:off x="8645886" y="2414812"/>
              <a:ext cx="2321902" cy="2028376"/>
            </a:xfrm>
            <a:custGeom>
              <a:avLst/>
              <a:gdLst>
                <a:gd name="connsiteX0" fmla="*/ 1307714 w 2321902"/>
                <a:gd name="connsiteY0" fmla="*/ 0 h 2028376"/>
                <a:gd name="connsiteX1" fmla="*/ 2321902 w 2321902"/>
                <a:gd name="connsiteY1" fmla="*/ 1014188 h 2028376"/>
                <a:gd name="connsiteX2" fmla="*/ 1307714 w 2321902"/>
                <a:gd name="connsiteY2" fmla="*/ 2028376 h 2028376"/>
                <a:gd name="connsiteX3" fmla="*/ 298762 w 2321902"/>
                <a:gd name="connsiteY3" fmla="*/ 1117883 h 2028376"/>
                <a:gd name="connsiteX4" fmla="*/ 295083 w 2321902"/>
                <a:gd name="connsiteY4" fmla="*/ 1045015 h 2028376"/>
                <a:gd name="connsiteX5" fmla="*/ 118691 w 2321902"/>
                <a:gd name="connsiteY5" fmla="*/ 1045015 h 2028376"/>
                <a:gd name="connsiteX6" fmla="*/ 116153 w 2321902"/>
                <a:gd name="connsiteY6" fmla="*/ 1049690 h 2028376"/>
                <a:gd name="connsiteX7" fmla="*/ 63499 w 2321902"/>
                <a:gd name="connsiteY7" fmla="*/ 1077686 h 2028376"/>
                <a:gd name="connsiteX8" fmla="*/ 0 w 2321902"/>
                <a:gd name="connsiteY8" fmla="*/ 1014187 h 2028376"/>
                <a:gd name="connsiteX9" fmla="*/ 63499 w 2321902"/>
                <a:gd name="connsiteY9" fmla="*/ 950688 h 2028376"/>
                <a:gd name="connsiteX10" fmla="*/ 116153 w 2321902"/>
                <a:gd name="connsiteY10" fmla="*/ 978684 h 2028376"/>
                <a:gd name="connsiteX11" fmla="*/ 118691 w 2321902"/>
                <a:gd name="connsiteY11" fmla="*/ 983359 h 2028376"/>
                <a:gd name="connsiteX12" fmla="*/ 295083 w 2321902"/>
                <a:gd name="connsiteY12" fmla="*/ 983359 h 2028376"/>
                <a:gd name="connsiteX13" fmla="*/ 298762 w 2321902"/>
                <a:gd name="connsiteY13" fmla="*/ 910493 h 2028376"/>
                <a:gd name="connsiteX14" fmla="*/ 1307714 w 2321902"/>
                <a:gd name="connsiteY1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21902" h="2028376">
                  <a:moveTo>
                    <a:pt x="1307714" y="0"/>
                  </a:moveTo>
                  <a:cubicBezTo>
                    <a:pt x="1867835" y="0"/>
                    <a:pt x="2321902" y="454067"/>
                    <a:pt x="2321902" y="1014188"/>
                  </a:cubicBezTo>
                  <a:cubicBezTo>
                    <a:pt x="2321902" y="1574309"/>
                    <a:pt x="1867835" y="2028376"/>
                    <a:pt x="1307714" y="2028376"/>
                  </a:cubicBezTo>
                  <a:cubicBezTo>
                    <a:pt x="782601" y="2028376"/>
                    <a:pt x="350699" y="1629294"/>
                    <a:pt x="298762" y="1117883"/>
                  </a:cubicBezTo>
                  <a:lnTo>
                    <a:pt x="295083" y="1045015"/>
                  </a:lnTo>
                  <a:lnTo>
                    <a:pt x="118691" y="1045015"/>
                  </a:lnTo>
                  <a:lnTo>
                    <a:pt x="116153" y="1049690"/>
                  </a:lnTo>
                  <a:cubicBezTo>
                    <a:pt x="104742" y="1066581"/>
                    <a:pt x="85417" y="1077686"/>
                    <a:pt x="63499" y="1077686"/>
                  </a:cubicBezTo>
                  <a:cubicBezTo>
                    <a:pt x="28430" y="1077686"/>
                    <a:pt x="0" y="1049257"/>
                    <a:pt x="0" y="1014187"/>
                  </a:cubicBezTo>
                  <a:cubicBezTo>
                    <a:pt x="0" y="979118"/>
                    <a:pt x="28430" y="950688"/>
                    <a:pt x="63499" y="950688"/>
                  </a:cubicBezTo>
                  <a:cubicBezTo>
                    <a:pt x="85417" y="950688"/>
                    <a:pt x="104742" y="961793"/>
                    <a:pt x="116153" y="978684"/>
                  </a:cubicBezTo>
                  <a:lnTo>
                    <a:pt x="118691" y="983359"/>
                  </a:lnTo>
                  <a:lnTo>
                    <a:pt x="295083" y="983359"/>
                  </a:lnTo>
                  <a:lnTo>
                    <a:pt x="298762" y="910493"/>
                  </a:lnTo>
                  <a:cubicBezTo>
                    <a:pt x="350699" y="399082"/>
                    <a:pt x="782601" y="0"/>
                    <a:pt x="13077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 dirty="0"/>
            </a:p>
          </p:txBody>
        </p:sp>
        <p:sp>
          <p:nvSpPr>
            <p:cNvPr id="288" name="Freeform 37">
              <a:extLst>
                <a:ext uri="{FF2B5EF4-FFF2-40B4-BE49-F238E27FC236}">
                  <a16:creationId xmlns:a16="http://schemas.microsoft.com/office/drawing/2014/main" id="{F5BE8C54-530F-A72F-C95F-9DE567B7592B}"/>
                </a:ext>
              </a:extLst>
            </p:cNvPr>
            <p:cNvSpPr/>
            <p:nvPr/>
          </p:nvSpPr>
          <p:spPr>
            <a:xfrm>
              <a:off x="9081533" y="2556933"/>
              <a:ext cx="1744134" cy="1744134"/>
            </a:xfrm>
            <a:custGeom>
              <a:avLst/>
              <a:gdLst>
                <a:gd name="connsiteX0" fmla="*/ 1014187 w 2028376"/>
                <a:gd name="connsiteY0" fmla="*/ 140591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7 w 2028376"/>
                <a:gd name="connsiteY4" fmla="*/ 140591 h 2028376"/>
                <a:gd name="connsiteX5" fmla="*/ 1014188 w 2028376"/>
                <a:gd name="connsiteY5" fmla="*/ 0 h 2028376"/>
                <a:gd name="connsiteX6" fmla="*/ 2028376 w 2028376"/>
                <a:gd name="connsiteY6" fmla="*/ 1014188 h 2028376"/>
                <a:gd name="connsiteX7" fmla="*/ 1014188 w 2028376"/>
                <a:gd name="connsiteY7" fmla="*/ 2028376 h 2028376"/>
                <a:gd name="connsiteX8" fmla="*/ 0 w 2028376"/>
                <a:gd name="connsiteY8" fmla="*/ 1014188 h 2028376"/>
                <a:gd name="connsiteX9" fmla="*/ 1014188 w 2028376"/>
                <a:gd name="connsiteY9" fmla="*/ 0 h 2028376"/>
                <a:gd name="connsiteX0" fmla="*/ 1887784 w 2028376"/>
                <a:gd name="connsiteY0" fmla="*/ 1014187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8 w 2028376"/>
                <a:gd name="connsiteY4" fmla="*/ 0 h 2028376"/>
                <a:gd name="connsiteX5" fmla="*/ 2028376 w 2028376"/>
                <a:gd name="connsiteY5" fmla="*/ 1014188 h 2028376"/>
                <a:gd name="connsiteX6" fmla="*/ 1014188 w 2028376"/>
                <a:gd name="connsiteY6" fmla="*/ 2028376 h 2028376"/>
                <a:gd name="connsiteX7" fmla="*/ 0 w 2028376"/>
                <a:gd name="connsiteY7" fmla="*/ 1014188 h 2028376"/>
                <a:gd name="connsiteX8" fmla="*/ 1014188 w 2028376"/>
                <a:gd name="connsiteY8" fmla="*/ 0 h 2028376"/>
                <a:gd name="connsiteX0" fmla="*/ 1014187 w 2028376"/>
                <a:gd name="connsiteY0" fmla="*/ 1887783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014188 w 2028376"/>
                <a:gd name="connsiteY3" fmla="*/ 0 h 2028376"/>
                <a:gd name="connsiteX4" fmla="*/ 2028376 w 2028376"/>
                <a:gd name="connsiteY4" fmla="*/ 1014188 h 2028376"/>
                <a:gd name="connsiteX5" fmla="*/ 1014188 w 2028376"/>
                <a:gd name="connsiteY5" fmla="*/ 2028376 h 2028376"/>
                <a:gd name="connsiteX6" fmla="*/ 0 w 2028376"/>
                <a:gd name="connsiteY6" fmla="*/ 1014188 h 2028376"/>
                <a:gd name="connsiteX7" fmla="*/ 1014188 w 2028376"/>
                <a:gd name="connsiteY7" fmla="*/ 0 h 2028376"/>
                <a:gd name="connsiteX0" fmla="*/ 1014188 w 2028376"/>
                <a:gd name="connsiteY0" fmla="*/ 0 h 2028376"/>
                <a:gd name="connsiteX1" fmla="*/ 2028376 w 2028376"/>
                <a:gd name="connsiteY1" fmla="*/ 1014188 h 2028376"/>
                <a:gd name="connsiteX2" fmla="*/ 1014188 w 2028376"/>
                <a:gd name="connsiteY2" fmla="*/ 2028376 h 2028376"/>
                <a:gd name="connsiteX3" fmla="*/ 0 w 2028376"/>
                <a:gd name="connsiteY3" fmla="*/ 1014188 h 2028376"/>
                <a:gd name="connsiteX4" fmla="*/ 1014188 w 2028376"/>
                <a:gd name="connsiteY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376" h="2028376">
                  <a:moveTo>
                    <a:pt x="1014188" y="0"/>
                  </a:moveTo>
                  <a:cubicBezTo>
                    <a:pt x="1574309" y="0"/>
                    <a:pt x="2028376" y="454067"/>
                    <a:pt x="2028376" y="1014188"/>
                  </a:cubicBezTo>
                  <a:cubicBezTo>
                    <a:pt x="2028376" y="1574309"/>
                    <a:pt x="1574309" y="2028376"/>
                    <a:pt x="1014188" y="2028376"/>
                  </a:cubicBezTo>
                  <a:cubicBezTo>
                    <a:pt x="454067" y="2028376"/>
                    <a:pt x="0" y="1574309"/>
                    <a:pt x="0" y="1014188"/>
                  </a:cubicBezTo>
                  <a:cubicBezTo>
                    <a:pt x="0" y="454067"/>
                    <a:pt x="454067" y="0"/>
                    <a:pt x="1014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/>
            </a:p>
          </p:txBody>
        </p: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3D5DC55-CA23-260F-6944-9FBC2FD64451}"/>
              </a:ext>
            </a:extLst>
          </p:cNvPr>
          <p:cNvGrpSpPr/>
          <p:nvPr/>
        </p:nvGrpSpPr>
        <p:grpSpPr>
          <a:xfrm>
            <a:off x="12210564" y="6023428"/>
            <a:ext cx="4593617" cy="4012909"/>
            <a:chOff x="6172015" y="2414812"/>
            <a:chExt cx="2321902" cy="2028376"/>
          </a:xfrm>
        </p:grpSpPr>
        <p:sp>
          <p:nvSpPr>
            <p:cNvPr id="290" name="Freeform 41">
              <a:extLst>
                <a:ext uri="{FF2B5EF4-FFF2-40B4-BE49-F238E27FC236}">
                  <a16:creationId xmlns:a16="http://schemas.microsoft.com/office/drawing/2014/main" id="{891FD0CD-EAF6-F03E-9C2C-6CFDDE501F85}"/>
                </a:ext>
              </a:extLst>
            </p:cNvPr>
            <p:cNvSpPr/>
            <p:nvPr/>
          </p:nvSpPr>
          <p:spPr>
            <a:xfrm>
              <a:off x="6172015" y="2414812"/>
              <a:ext cx="2321902" cy="2028376"/>
            </a:xfrm>
            <a:custGeom>
              <a:avLst/>
              <a:gdLst>
                <a:gd name="connsiteX0" fmla="*/ 1307714 w 2321902"/>
                <a:gd name="connsiteY0" fmla="*/ 0 h 2028376"/>
                <a:gd name="connsiteX1" fmla="*/ 2321902 w 2321902"/>
                <a:gd name="connsiteY1" fmla="*/ 1014188 h 2028376"/>
                <a:gd name="connsiteX2" fmla="*/ 1307714 w 2321902"/>
                <a:gd name="connsiteY2" fmla="*/ 2028376 h 2028376"/>
                <a:gd name="connsiteX3" fmla="*/ 298762 w 2321902"/>
                <a:gd name="connsiteY3" fmla="*/ 1117883 h 2028376"/>
                <a:gd name="connsiteX4" fmla="*/ 295083 w 2321902"/>
                <a:gd name="connsiteY4" fmla="*/ 1045015 h 2028376"/>
                <a:gd name="connsiteX5" fmla="*/ 118691 w 2321902"/>
                <a:gd name="connsiteY5" fmla="*/ 1045015 h 2028376"/>
                <a:gd name="connsiteX6" fmla="*/ 116153 w 2321902"/>
                <a:gd name="connsiteY6" fmla="*/ 1049690 h 2028376"/>
                <a:gd name="connsiteX7" fmla="*/ 63499 w 2321902"/>
                <a:gd name="connsiteY7" fmla="*/ 1077686 h 2028376"/>
                <a:gd name="connsiteX8" fmla="*/ 0 w 2321902"/>
                <a:gd name="connsiteY8" fmla="*/ 1014187 h 2028376"/>
                <a:gd name="connsiteX9" fmla="*/ 63499 w 2321902"/>
                <a:gd name="connsiteY9" fmla="*/ 950688 h 2028376"/>
                <a:gd name="connsiteX10" fmla="*/ 116153 w 2321902"/>
                <a:gd name="connsiteY10" fmla="*/ 978684 h 2028376"/>
                <a:gd name="connsiteX11" fmla="*/ 118691 w 2321902"/>
                <a:gd name="connsiteY11" fmla="*/ 983359 h 2028376"/>
                <a:gd name="connsiteX12" fmla="*/ 295083 w 2321902"/>
                <a:gd name="connsiteY12" fmla="*/ 983359 h 2028376"/>
                <a:gd name="connsiteX13" fmla="*/ 298762 w 2321902"/>
                <a:gd name="connsiteY13" fmla="*/ 910493 h 2028376"/>
                <a:gd name="connsiteX14" fmla="*/ 1307714 w 2321902"/>
                <a:gd name="connsiteY1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21902" h="2028376">
                  <a:moveTo>
                    <a:pt x="1307714" y="0"/>
                  </a:moveTo>
                  <a:cubicBezTo>
                    <a:pt x="1867835" y="0"/>
                    <a:pt x="2321902" y="454067"/>
                    <a:pt x="2321902" y="1014188"/>
                  </a:cubicBezTo>
                  <a:cubicBezTo>
                    <a:pt x="2321902" y="1574309"/>
                    <a:pt x="1867835" y="2028376"/>
                    <a:pt x="1307714" y="2028376"/>
                  </a:cubicBezTo>
                  <a:cubicBezTo>
                    <a:pt x="782601" y="2028376"/>
                    <a:pt x="350699" y="1629294"/>
                    <a:pt x="298762" y="1117883"/>
                  </a:cubicBezTo>
                  <a:lnTo>
                    <a:pt x="295083" y="1045015"/>
                  </a:lnTo>
                  <a:lnTo>
                    <a:pt x="118691" y="1045015"/>
                  </a:lnTo>
                  <a:lnTo>
                    <a:pt x="116153" y="1049690"/>
                  </a:lnTo>
                  <a:cubicBezTo>
                    <a:pt x="104742" y="1066581"/>
                    <a:pt x="85417" y="1077686"/>
                    <a:pt x="63499" y="1077686"/>
                  </a:cubicBezTo>
                  <a:cubicBezTo>
                    <a:pt x="28430" y="1077686"/>
                    <a:pt x="0" y="1049257"/>
                    <a:pt x="0" y="1014187"/>
                  </a:cubicBezTo>
                  <a:cubicBezTo>
                    <a:pt x="0" y="979118"/>
                    <a:pt x="28430" y="950688"/>
                    <a:pt x="63499" y="950688"/>
                  </a:cubicBezTo>
                  <a:cubicBezTo>
                    <a:pt x="85417" y="950688"/>
                    <a:pt x="104742" y="961793"/>
                    <a:pt x="116153" y="978684"/>
                  </a:cubicBezTo>
                  <a:lnTo>
                    <a:pt x="118691" y="983359"/>
                  </a:lnTo>
                  <a:lnTo>
                    <a:pt x="295083" y="983359"/>
                  </a:lnTo>
                  <a:lnTo>
                    <a:pt x="298762" y="910493"/>
                  </a:lnTo>
                  <a:cubicBezTo>
                    <a:pt x="350699" y="399082"/>
                    <a:pt x="782601" y="0"/>
                    <a:pt x="13077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 dirty="0"/>
            </a:p>
          </p:txBody>
        </p:sp>
        <p:sp>
          <p:nvSpPr>
            <p:cNvPr id="291" name="Freeform 42">
              <a:extLst>
                <a:ext uri="{FF2B5EF4-FFF2-40B4-BE49-F238E27FC236}">
                  <a16:creationId xmlns:a16="http://schemas.microsoft.com/office/drawing/2014/main" id="{9C2F390E-AEC1-02AC-7EC6-DBA2D618AA4F}"/>
                </a:ext>
              </a:extLst>
            </p:cNvPr>
            <p:cNvSpPr/>
            <p:nvPr/>
          </p:nvSpPr>
          <p:spPr>
            <a:xfrm>
              <a:off x="6607662" y="2556933"/>
              <a:ext cx="1744134" cy="1744134"/>
            </a:xfrm>
            <a:custGeom>
              <a:avLst/>
              <a:gdLst>
                <a:gd name="connsiteX0" fmla="*/ 1014187 w 2028376"/>
                <a:gd name="connsiteY0" fmla="*/ 140591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7 w 2028376"/>
                <a:gd name="connsiteY4" fmla="*/ 140591 h 2028376"/>
                <a:gd name="connsiteX5" fmla="*/ 1014188 w 2028376"/>
                <a:gd name="connsiteY5" fmla="*/ 0 h 2028376"/>
                <a:gd name="connsiteX6" fmla="*/ 2028376 w 2028376"/>
                <a:gd name="connsiteY6" fmla="*/ 1014188 h 2028376"/>
                <a:gd name="connsiteX7" fmla="*/ 1014188 w 2028376"/>
                <a:gd name="connsiteY7" fmla="*/ 2028376 h 2028376"/>
                <a:gd name="connsiteX8" fmla="*/ 0 w 2028376"/>
                <a:gd name="connsiteY8" fmla="*/ 1014188 h 2028376"/>
                <a:gd name="connsiteX9" fmla="*/ 1014188 w 2028376"/>
                <a:gd name="connsiteY9" fmla="*/ 0 h 2028376"/>
                <a:gd name="connsiteX0" fmla="*/ 1887784 w 2028376"/>
                <a:gd name="connsiteY0" fmla="*/ 1014187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8 w 2028376"/>
                <a:gd name="connsiteY4" fmla="*/ 0 h 2028376"/>
                <a:gd name="connsiteX5" fmla="*/ 2028376 w 2028376"/>
                <a:gd name="connsiteY5" fmla="*/ 1014188 h 2028376"/>
                <a:gd name="connsiteX6" fmla="*/ 1014188 w 2028376"/>
                <a:gd name="connsiteY6" fmla="*/ 2028376 h 2028376"/>
                <a:gd name="connsiteX7" fmla="*/ 0 w 2028376"/>
                <a:gd name="connsiteY7" fmla="*/ 1014188 h 2028376"/>
                <a:gd name="connsiteX8" fmla="*/ 1014188 w 2028376"/>
                <a:gd name="connsiteY8" fmla="*/ 0 h 2028376"/>
                <a:gd name="connsiteX0" fmla="*/ 1014187 w 2028376"/>
                <a:gd name="connsiteY0" fmla="*/ 1887783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014188 w 2028376"/>
                <a:gd name="connsiteY3" fmla="*/ 0 h 2028376"/>
                <a:gd name="connsiteX4" fmla="*/ 2028376 w 2028376"/>
                <a:gd name="connsiteY4" fmla="*/ 1014188 h 2028376"/>
                <a:gd name="connsiteX5" fmla="*/ 1014188 w 2028376"/>
                <a:gd name="connsiteY5" fmla="*/ 2028376 h 2028376"/>
                <a:gd name="connsiteX6" fmla="*/ 0 w 2028376"/>
                <a:gd name="connsiteY6" fmla="*/ 1014188 h 2028376"/>
                <a:gd name="connsiteX7" fmla="*/ 1014188 w 2028376"/>
                <a:gd name="connsiteY7" fmla="*/ 0 h 2028376"/>
                <a:gd name="connsiteX0" fmla="*/ 1014188 w 2028376"/>
                <a:gd name="connsiteY0" fmla="*/ 0 h 2028376"/>
                <a:gd name="connsiteX1" fmla="*/ 2028376 w 2028376"/>
                <a:gd name="connsiteY1" fmla="*/ 1014188 h 2028376"/>
                <a:gd name="connsiteX2" fmla="*/ 1014188 w 2028376"/>
                <a:gd name="connsiteY2" fmla="*/ 2028376 h 2028376"/>
                <a:gd name="connsiteX3" fmla="*/ 0 w 2028376"/>
                <a:gd name="connsiteY3" fmla="*/ 1014188 h 2028376"/>
                <a:gd name="connsiteX4" fmla="*/ 1014188 w 2028376"/>
                <a:gd name="connsiteY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376" h="2028376">
                  <a:moveTo>
                    <a:pt x="1014188" y="0"/>
                  </a:moveTo>
                  <a:cubicBezTo>
                    <a:pt x="1574309" y="0"/>
                    <a:pt x="2028376" y="454067"/>
                    <a:pt x="2028376" y="1014188"/>
                  </a:cubicBezTo>
                  <a:cubicBezTo>
                    <a:pt x="2028376" y="1574309"/>
                    <a:pt x="1574309" y="2028376"/>
                    <a:pt x="1014188" y="2028376"/>
                  </a:cubicBezTo>
                  <a:cubicBezTo>
                    <a:pt x="454067" y="2028376"/>
                    <a:pt x="0" y="1574309"/>
                    <a:pt x="0" y="1014188"/>
                  </a:cubicBezTo>
                  <a:cubicBezTo>
                    <a:pt x="0" y="454067"/>
                    <a:pt x="454067" y="0"/>
                    <a:pt x="1014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/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73F046CE-6918-8FD5-ACF8-F34EB0BB7E3C}"/>
              </a:ext>
            </a:extLst>
          </p:cNvPr>
          <p:cNvGrpSpPr/>
          <p:nvPr/>
        </p:nvGrpSpPr>
        <p:grpSpPr>
          <a:xfrm>
            <a:off x="7316293" y="6023428"/>
            <a:ext cx="4593617" cy="4012909"/>
            <a:chOff x="3698144" y="2414812"/>
            <a:chExt cx="2321902" cy="2028376"/>
          </a:xfrm>
        </p:grpSpPr>
        <p:sp>
          <p:nvSpPr>
            <p:cNvPr id="293" name="Freeform 44">
              <a:extLst>
                <a:ext uri="{FF2B5EF4-FFF2-40B4-BE49-F238E27FC236}">
                  <a16:creationId xmlns:a16="http://schemas.microsoft.com/office/drawing/2014/main" id="{125AC652-C049-7852-81EF-37A5079D8477}"/>
                </a:ext>
              </a:extLst>
            </p:cNvPr>
            <p:cNvSpPr/>
            <p:nvPr/>
          </p:nvSpPr>
          <p:spPr>
            <a:xfrm>
              <a:off x="3698144" y="2414812"/>
              <a:ext cx="2321902" cy="2028376"/>
            </a:xfrm>
            <a:custGeom>
              <a:avLst/>
              <a:gdLst>
                <a:gd name="connsiteX0" fmla="*/ 1307714 w 2321902"/>
                <a:gd name="connsiteY0" fmla="*/ 0 h 2028376"/>
                <a:gd name="connsiteX1" fmla="*/ 2321902 w 2321902"/>
                <a:gd name="connsiteY1" fmla="*/ 1014188 h 2028376"/>
                <a:gd name="connsiteX2" fmla="*/ 1307714 w 2321902"/>
                <a:gd name="connsiteY2" fmla="*/ 2028376 h 2028376"/>
                <a:gd name="connsiteX3" fmla="*/ 298762 w 2321902"/>
                <a:gd name="connsiteY3" fmla="*/ 1117883 h 2028376"/>
                <a:gd name="connsiteX4" fmla="*/ 295083 w 2321902"/>
                <a:gd name="connsiteY4" fmla="*/ 1045015 h 2028376"/>
                <a:gd name="connsiteX5" fmla="*/ 118691 w 2321902"/>
                <a:gd name="connsiteY5" fmla="*/ 1045015 h 2028376"/>
                <a:gd name="connsiteX6" fmla="*/ 116153 w 2321902"/>
                <a:gd name="connsiteY6" fmla="*/ 1049690 h 2028376"/>
                <a:gd name="connsiteX7" fmla="*/ 63499 w 2321902"/>
                <a:gd name="connsiteY7" fmla="*/ 1077686 h 2028376"/>
                <a:gd name="connsiteX8" fmla="*/ 0 w 2321902"/>
                <a:gd name="connsiteY8" fmla="*/ 1014187 h 2028376"/>
                <a:gd name="connsiteX9" fmla="*/ 63499 w 2321902"/>
                <a:gd name="connsiteY9" fmla="*/ 950688 h 2028376"/>
                <a:gd name="connsiteX10" fmla="*/ 116153 w 2321902"/>
                <a:gd name="connsiteY10" fmla="*/ 978684 h 2028376"/>
                <a:gd name="connsiteX11" fmla="*/ 118691 w 2321902"/>
                <a:gd name="connsiteY11" fmla="*/ 983359 h 2028376"/>
                <a:gd name="connsiteX12" fmla="*/ 295083 w 2321902"/>
                <a:gd name="connsiteY12" fmla="*/ 983359 h 2028376"/>
                <a:gd name="connsiteX13" fmla="*/ 298762 w 2321902"/>
                <a:gd name="connsiteY13" fmla="*/ 910493 h 2028376"/>
                <a:gd name="connsiteX14" fmla="*/ 1307714 w 2321902"/>
                <a:gd name="connsiteY1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21902" h="2028376">
                  <a:moveTo>
                    <a:pt x="1307714" y="0"/>
                  </a:moveTo>
                  <a:cubicBezTo>
                    <a:pt x="1867835" y="0"/>
                    <a:pt x="2321902" y="454067"/>
                    <a:pt x="2321902" y="1014188"/>
                  </a:cubicBezTo>
                  <a:cubicBezTo>
                    <a:pt x="2321902" y="1574309"/>
                    <a:pt x="1867835" y="2028376"/>
                    <a:pt x="1307714" y="2028376"/>
                  </a:cubicBezTo>
                  <a:cubicBezTo>
                    <a:pt x="782601" y="2028376"/>
                    <a:pt x="350699" y="1629294"/>
                    <a:pt x="298762" y="1117883"/>
                  </a:cubicBezTo>
                  <a:lnTo>
                    <a:pt x="295083" y="1045015"/>
                  </a:lnTo>
                  <a:lnTo>
                    <a:pt x="118691" y="1045015"/>
                  </a:lnTo>
                  <a:lnTo>
                    <a:pt x="116153" y="1049690"/>
                  </a:lnTo>
                  <a:cubicBezTo>
                    <a:pt x="104742" y="1066581"/>
                    <a:pt x="85417" y="1077686"/>
                    <a:pt x="63499" y="1077686"/>
                  </a:cubicBezTo>
                  <a:cubicBezTo>
                    <a:pt x="28430" y="1077686"/>
                    <a:pt x="0" y="1049257"/>
                    <a:pt x="0" y="1014187"/>
                  </a:cubicBezTo>
                  <a:cubicBezTo>
                    <a:pt x="0" y="979118"/>
                    <a:pt x="28430" y="950688"/>
                    <a:pt x="63499" y="950688"/>
                  </a:cubicBezTo>
                  <a:cubicBezTo>
                    <a:pt x="85417" y="950688"/>
                    <a:pt x="104742" y="961793"/>
                    <a:pt x="116153" y="978684"/>
                  </a:cubicBezTo>
                  <a:lnTo>
                    <a:pt x="118691" y="983359"/>
                  </a:lnTo>
                  <a:lnTo>
                    <a:pt x="295083" y="983359"/>
                  </a:lnTo>
                  <a:lnTo>
                    <a:pt x="298762" y="910493"/>
                  </a:lnTo>
                  <a:cubicBezTo>
                    <a:pt x="350699" y="399082"/>
                    <a:pt x="782601" y="0"/>
                    <a:pt x="13077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 dirty="0"/>
            </a:p>
          </p:txBody>
        </p:sp>
        <p:sp>
          <p:nvSpPr>
            <p:cNvPr id="294" name="Freeform 45">
              <a:extLst>
                <a:ext uri="{FF2B5EF4-FFF2-40B4-BE49-F238E27FC236}">
                  <a16:creationId xmlns:a16="http://schemas.microsoft.com/office/drawing/2014/main" id="{BA2FF4D1-BD9C-6923-DDB5-941BE43804B5}"/>
                </a:ext>
              </a:extLst>
            </p:cNvPr>
            <p:cNvSpPr/>
            <p:nvPr/>
          </p:nvSpPr>
          <p:spPr>
            <a:xfrm>
              <a:off x="4133791" y="2556933"/>
              <a:ext cx="1744134" cy="1744134"/>
            </a:xfrm>
            <a:custGeom>
              <a:avLst/>
              <a:gdLst>
                <a:gd name="connsiteX0" fmla="*/ 1014187 w 2028376"/>
                <a:gd name="connsiteY0" fmla="*/ 140591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7 w 2028376"/>
                <a:gd name="connsiteY4" fmla="*/ 140591 h 2028376"/>
                <a:gd name="connsiteX5" fmla="*/ 1014188 w 2028376"/>
                <a:gd name="connsiteY5" fmla="*/ 0 h 2028376"/>
                <a:gd name="connsiteX6" fmla="*/ 2028376 w 2028376"/>
                <a:gd name="connsiteY6" fmla="*/ 1014188 h 2028376"/>
                <a:gd name="connsiteX7" fmla="*/ 1014188 w 2028376"/>
                <a:gd name="connsiteY7" fmla="*/ 2028376 h 2028376"/>
                <a:gd name="connsiteX8" fmla="*/ 0 w 2028376"/>
                <a:gd name="connsiteY8" fmla="*/ 1014188 h 2028376"/>
                <a:gd name="connsiteX9" fmla="*/ 1014188 w 2028376"/>
                <a:gd name="connsiteY9" fmla="*/ 0 h 2028376"/>
                <a:gd name="connsiteX0" fmla="*/ 1887784 w 2028376"/>
                <a:gd name="connsiteY0" fmla="*/ 1014187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8 w 2028376"/>
                <a:gd name="connsiteY4" fmla="*/ 0 h 2028376"/>
                <a:gd name="connsiteX5" fmla="*/ 2028376 w 2028376"/>
                <a:gd name="connsiteY5" fmla="*/ 1014188 h 2028376"/>
                <a:gd name="connsiteX6" fmla="*/ 1014188 w 2028376"/>
                <a:gd name="connsiteY6" fmla="*/ 2028376 h 2028376"/>
                <a:gd name="connsiteX7" fmla="*/ 0 w 2028376"/>
                <a:gd name="connsiteY7" fmla="*/ 1014188 h 2028376"/>
                <a:gd name="connsiteX8" fmla="*/ 1014188 w 2028376"/>
                <a:gd name="connsiteY8" fmla="*/ 0 h 2028376"/>
                <a:gd name="connsiteX0" fmla="*/ 1014187 w 2028376"/>
                <a:gd name="connsiteY0" fmla="*/ 1887783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014188 w 2028376"/>
                <a:gd name="connsiteY3" fmla="*/ 0 h 2028376"/>
                <a:gd name="connsiteX4" fmla="*/ 2028376 w 2028376"/>
                <a:gd name="connsiteY4" fmla="*/ 1014188 h 2028376"/>
                <a:gd name="connsiteX5" fmla="*/ 1014188 w 2028376"/>
                <a:gd name="connsiteY5" fmla="*/ 2028376 h 2028376"/>
                <a:gd name="connsiteX6" fmla="*/ 0 w 2028376"/>
                <a:gd name="connsiteY6" fmla="*/ 1014188 h 2028376"/>
                <a:gd name="connsiteX7" fmla="*/ 1014188 w 2028376"/>
                <a:gd name="connsiteY7" fmla="*/ 0 h 2028376"/>
                <a:gd name="connsiteX0" fmla="*/ 1014188 w 2028376"/>
                <a:gd name="connsiteY0" fmla="*/ 0 h 2028376"/>
                <a:gd name="connsiteX1" fmla="*/ 2028376 w 2028376"/>
                <a:gd name="connsiteY1" fmla="*/ 1014188 h 2028376"/>
                <a:gd name="connsiteX2" fmla="*/ 1014188 w 2028376"/>
                <a:gd name="connsiteY2" fmla="*/ 2028376 h 2028376"/>
                <a:gd name="connsiteX3" fmla="*/ 0 w 2028376"/>
                <a:gd name="connsiteY3" fmla="*/ 1014188 h 2028376"/>
                <a:gd name="connsiteX4" fmla="*/ 1014188 w 2028376"/>
                <a:gd name="connsiteY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376" h="2028376">
                  <a:moveTo>
                    <a:pt x="1014188" y="0"/>
                  </a:moveTo>
                  <a:cubicBezTo>
                    <a:pt x="1574309" y="0"/>
                    <a:pt x="2028376" y="454067"/>
                    <a:pt x="2028376" y="1014188"/>
                  </a:cubicBezTo>
                  <a:cubicBezTo>
                    <a:pt x="2028376" y="1574309"/>
                    <a:pt x="1574309" y="2028376"/>
                    <a:pt x="1014188" y="2028376"/>
                  </a:cubicBezTo>
                  <a:cubicBezTo>
                    <a:pt x="454067" y="2028376"/>
                    <a:pt x="0" y="1574309"/>
                    <a:pt x="0" y="1014188"/>
                  </a:cubicBezTo>
                  <a:cubicBezTo>
                    <a:pt x="0" y="454067"/>
                    <a:pt x="454067" y="0"/>
                    <a:pt x="1014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/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66614CB-D145-B626-AD1B-F55FBDF373B3}"/>
              </a:ext>
            </a:extLst>
          </p:cNvPr>
          <p:cNvGrpSpPr/>
          <p:nvPr/>
        </p:nvGrpSpPr>
        <p:grpSpPr>
          <a:xfrm>
            <a:off x="2422023" y="6023428"/>
            <a:ext cx="4593617" cy="4012909"/>
            <a:chOff x="1224273" y="2414812"/>
            <a:chExt cx="2321902" cy="2028376"/>
          </a:xfrm>
        </p:grpSpPr>
        <p:sp>
          <p:nvSpPr>
            <p:cNvPr id="296" name="Freeform 47">
              <a:extLst>
                <a:ext uri="{FF2B5EF4-FFF2-40B4-BE49-F238E27FC236}">
                  <a16:creationId xmlns:a16="http://schemas.microsoft.com/office/drawing/2014/main" id="{3951DF15-08D1-7094-9768-1C4DC3CCC067}"/>
                </a:ext>
              </a:extLst>
            </p:cNvPr>
            <p:cNvSpPr/>
            <p:nvPr/>
          </p:nvSpPr>
          <p:spPr>
            <a:xfrm>
              <a:off x="1224273" y="2414812"/>
              <a:ext cx="2321902" cy="2028376"/>
            </a:xfrm>
            <a:custGeom>
              <a:avLst/>
              <a:gdLst>
                <a:gd name="connsiteX0" fmla="*/ 1307714 w 2321902"/>
                <a:gd name="connsiteY0" fmla="*/ 0 h 2028376"/>
                <a:gd name="connsiteX1" fmla="*/ 2321902 w 2321902"/>
                <a:gd name="connsiteY1" fmla="*/ 1014188 h 2028376"/>
                <a:gd name="connsiteX2" fmla="*/ 1307714 w 2321902"/>
                <a:gd name="connsiteY2" fmla="*/ 2028376 h 2028376"/>
                <a:gd name="connsiteX3" fmla="*/ 298762 w 2321902"/>
                <a:gd name="connsiteY3" fmla="*/ 1117883 h 2028376"/>
                <a:gd name="connsiteX4" fmla="*/ 295083 w 2321902"/>
                <a:gd name="connsiteY4" fmla="*/ 1045015 h 2028376"/>
                <a:gd name="connsiteX5" fmla="*/ 118691 w 2321902"/>
                <a:gd name="connsiteY5" fmla="*/ 1045015 h 2028376"/>
                <a:gd name="connsiteX6" fmla="*/ 116153 w 2321902"/>
                <a:gd name="connsiteY6" fmla="*/ 1049690 h 2028376"/>
                <a:gd name="connsiteX7" fmla="*/ 63499 w 2321902"/>
                <a:gd name="connsiteY7" fmla="*/ 1077686 h 2028376"/>
                <a:gd name="connsiteX8" fmla="*/ 0 w 2321902"/>
                <a:gd name="connsiteY8" fmla="*/ 1014187 h 2028376"/>
                <a:gd name="connsiteX9" fmla="*/ 63499 w 2321902"/>
                <a:gd name="connsiteY9" fmla="*/ 950688 h 2028376"/>
                <a:gd name="connsiteX10" fmla="*/ 116153 w 2321902"/>
                <a:gd name="connsiteY10" fmla="*/ 978684 h 2028376"/>
                <a:gd name="connsiteX11" fmla="*/ 118691 w 2321902"/>
                <a:gd name="connsiteY11" fmla="*/ 983359 h 2028376"/>
                <a:gd name="connsiteX12" fmla="*/ 295083 w 2321902"/>
                <a:gd name="connsiteY12" fmla="*/ 983359 h 2028376"/>
                <a:gd name="connsiteX13" fmla="*/ 298762 w 2321902"/>
                <a:gd name="connsiteY13" fmla="*/ 910493 h 2028376"/>
                <a:gd name="connsiteX14" fmla="*/ 1307714 w 2321902"/>
                <a:gd name="connsiteY1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321902" h="2028376">
                  <a:moveTo>
                    <a:pt x="1307714" y="0"/>
                  </a:moveTo>
                  <a:cubicBezTo>
                    <a:pt x="1867835" y="0"/>
                    <a:pt x="2321902" y="454067"/>
                    <a:pt x="2321902" y="1014188"/>
                  </a:cubicBezTo>
                  <a:cubicBezTo>
                    <a:pt x="2321902" y="1574309"/>
                    <a:pt x="1867835" y="2028376"/>
                    <a:pt x="1307714" y="2028376"/>
                  </a:cubicBezTo>
                  <a:cubicBezTo>
                    <a:pt x="782601" y="2028376"/>
                    <a:pt x="350699" y="1629294"/>
                    <a:pt x="298762" y="1117883"/>
                  </a:cubicBezTo>
                  <a:lnTo>
                    <a:pt x="295083" y="1045015"/>
                  </a:lnTo>
                  <a:lnTo>
                    <a:pt x="118691" y="1045015"/>
                  </a:lnTo>
                  <a:lnTo>
                    <a:pt x="116153" y="1049690"/>
                  </a:lnTo>
                  <a:cubicBezTo>
                    <a:pt x="104742" y="1066581"/>
                    <a:pt x="85417" y="1077686"/>
                    <a:pt x="63499" y="1077686"/>
                  </a:cubicBezTo>
                  <a:cubicBezTo>
                    <a:pt x="28430" y="1077686"/>
                    <a:pt x="0" y="1049257"/>
                    <a:pt x="0" y="1014187"/>
                  </a:cubicBezTo>
                  <a:cubicBezTo>
                    <a:pt x="0" y="979118"/>
                    <a:pt x="28430" y="950688"/>
                    <a:pt x="63499" y="950688"/>
                  </a:cubicBezTo>
                  <a:cubicBezTo>
                    <a:pt x="85417" y="950688"/>
                    <a:pt x="104742" y="961793"/>
                    <a:pt x="116153" y="978684"/>
                  </a:cubicBezTo>
                  <a:lnTo>
                    <a:pt x="118691" y="983359"/>
                  </a:lnTo>
                  <a:lnTo>
                    <a:pt x="295083" y="983359"/>
                  </a:lnTo>
                  <a:lnTo>
                    <a:pt x="298762" y="910493"/>
                  </a:lnTo>
                  <a:cubicBezTo>
                    <a:pt x="350699" y="399082"/>
                    <a:pt x="782601" y="0"/>
                    <a:pt x="13077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/>
            </a:p>
          </p:txBody>
        </p:sp>
        <p:sp>
          <p:nvSpPr>
            <p:cNvPr id="297" name="Freeform 48">
              <a:extLst>
                <a:ext uri="{FF2B5EF4-FFF2-40B4-BE49-F238E27FC236}">
                  <a16:creationId xmlns:a16="http://schemas.microsoft.com/office/drawing/2014/main" id="{73DA0FCB-A58B-535F-FBB8-17461CAA5BE9}"/>
                </a:ext>
              </a:extLst>
            </p:cNvPr>
            <p:cNvSpPr/>
            <p:nvPr/>
          </p:nvSpPr>
          <p:spPr>
            <a:xfrm>
              <a:off x="1659920" y="2556933"/>
              <a:ext cx="1744134" cy="1744134"/>
            </a:xfrm>
            <a:custGeom>
              <a:avLst/>
              <a:gdLst>
                <a:gd name="connsiteX0" fmla="*/ 1014187 w 2028376"/>
                <a:gd name="connsiteY0" fmla="*/ 140591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7 w 2028376"/>
                <a:gd name="connsiteY4" fmla="*/ 140591 h 2028376"/>
                <a:gd name="connsiteX5" fmla="*/ 1014188 w 2028376"/>
                <a:gd name="connsiteY5" fmla="*/ 0 h 2028376"/>
                <a:gd name="connsiteX6" fmla="*/ 2028376 w 2028376"/>
                <a:gd name="connsiteY6" fmla="*/ 1014188 h 2028376"/>
                <a:gd name="connsiteX7" fmla="*/ 1014188 w 2028376"/>
                <a:gd name="connsiteY7" fmla="*/ 2028376 h 2028376"/>
                <a:gd name="connsiteX8" fmla="*/ 0 w 2028376"/>
                <a:gd name="connsiteY8" fmla="*/ 1014188 h 2028376"/>
                <a:gd name="connsiteX9" fmla="*/ 1014188 w 2028376"/>
                <a:gd name="connsiteY9" fmla="*/ 0 h 2028376"/>
                <a:gd name="connsiteX0" fmla="*/ 1887784 w 2028376"/>
                <a:gd name="connsiteY0" fmla="*/ 1014187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887784 w 2028376"/>
                <a:gd name="connsiteY3" fmla="*/ 1014187 h 2028376"/>
                <a:gd name="connsiteX4" fmla="*/ 1014188 w 2028376"/>
                <a:gd name="connsiteY4" fmla="*/ 0 h 2028376"/>
                <a:gd name="connsiteX5" fmla="*/ 2028376 w 2028376"/>
                <a:gd name="connsiteY5" fmla="*/ 1014188 h 2028376"/>
                <a:gd name="connsiteX6" fmla="*/ 1014188 w 2028376"/>
                <a:gd name="connsiteY6" fmla="*/ 2028376 h 2028376"/>
                <a:gd name="connsiteX7" fmla="*/ 0 w 2028376"/>
                <a:gd name="connsiteY7" fmla="*/ 1014188 h 2028376"/>
                <a:gd name="connsiteX8" fmla="*/ 1014188 w 2028376"/>
                <a:gd name="connsiteY8" fmla="*/ 0 h 2028376"/>
                <a:gd name="connsiteX0" fmla="*/ 1014187 w 2028376"/>
                <a:gd name="connsiteY0" fmla="*/ 1887783 h 2028376"/>
                <a:gd name="connsiteX1" fmla="*/ 140590 w 2028376"/>
                <a:gd name="connsiteY1" fmla="*/ 1014187 h 2028376"/>
                <a:gd name="connsiteX2" fmla="*/ 1014187 w 2028376"/>
                <a:gd name="connsiteY2" fmla="*/ 1887783 h 2028376"/>
                <a:gd name="connsiteX3" fmla="*/ 1014188 w 2028376"/>
                <a:gd name="connsiteY3" fmla="*/ 0 h 2028376"/>
                <a:gd name="connsiteX4" fmla="*/ 2028376 w 2028376"/>
                <a:gd name="connsiteY4" fmla="*/ 1014188 h 2028376"/>
                <a:gd name="connsiteX5" fmla="*/ 1014188 w 2028376"/>
                <a:gd name="connsiteY5" fmla="*/ 2028376 h 2028376"/>
                <a:gd name="connsiteX6" fmla="*/ 0 w 2028376"/>
                <a:gd name="connsiteY6" fmla="*/ 1014188 h 2028376"/>
                <a:gd name="connsiteX7" fmla="*/ 1014188 w 2028376"/>
                <a:gd name="connsiteY7" fmla="*/ 0 h 2028376"/>
                <a:gd name="connsiteX0" fmla="*/ 1014188 w 2028376"/>
                <a:gd name="connsiteY0" fmla="*/ 0 h 2028376"/>
                <a:gd name="connsiteX1" fmla="*/ 2028376 w 2028376"/>
                <a:gd name="connsiteY1" fmla="*/ 1014188 h 2028376"/>
                <a:gd name="connsiteX2" fmla="*/ 1014188 w 2028376"/>
                <a:gd name="connsiteY2" fmla="*/ 2028376 h 2028376"/>
                <a:gd name="connsiteX3" fmla="*/ 0 w 2028376"/>
                <a:gd name="connsiteY3" fmla="*/ 1014188 h 2028376"/>
                <a:gd name="connsiteX4" fmla="*/ 1014188 w 2028376"/>
                <a:gd name="connsiteY4" fmla="*/ 0 h 2028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376" h="2028376">
                  <a:moveTo>
                    <a:pt x="1014188" y="0"/>
                  </a:moveTo>
                  <a:cubicBezTo>
                    <a:pt x="1574309" y="0"/>
                    <a:pt x="2028376" y="454067"/>
                    <a:pt x="2028376" y="1014188"/>
                  </a:cubicBezTo>
                  <a:cubicBezTo>
                    <a:pt x="2028376" y="1574309"/>
                    <a:pt x="1574309" y="2028376"/>
                    <a:pt x="1014188" y="2028376"/>
                  </a:cubicBezTo>
                  <a:cubicBezTo>
                    <a:pt x="454067" y="2028376"/>
                    <a:pt x="0" y="1574309"/>
                    <a:pt x="0" y="1014188"/>
                  </a:cubicBezTo>
                  <a:cubicBezTo>
                    <a:pt x="0" y="454067"/>
                    <a:pt x="454067" y="0"/>
                    <a:pt x="101418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3561"/>
            </a:p>
          </p:txBody>
        </p:sp>
      </p:grpSp>
      <p:grpSp>
        <p:nvGrpSpPr>
          <p:cNvPr id="2" name="成组">
            <a:extLst>
              <a:ext uri="{FF2B5EF4-FFF2-40B4-BE49-F238E27FC236}">
                <a16:creationId xmlns:a16="http://schemas.microsoft.com/office/drawing/2014/main" id="{DAEBC737-14F8-B882-6F77-F319EC7351E7}"/>
              </a:ext>
            </a:extLst>
          </p:cNvPr>
          <p:cNvGrpSpPr/>
          <p:nvPr/>
        </p:nvGrpSpPr>
        <p:grpSpPr>
          <a:xfrm>
            <a:off x="14499567" y="7704793"/>
            <a:ext cx="574919" cy="574915"/>
            <a:chOff x="0" y="0"/>
            <a:chExt cx="457200" cy="457200"/>
          </a:xfrm>
        </p:grpSpPr>
        <p:sp>
          <p:nvSpPr>
            <p:cNvPr id="3" name="任意形状 363">
              <a:extLst>
                <a:ext uri="{FF2B5EF4-FFF2-40B4-BE49-F238E27FC236}">
                  <a16:creationId xmlns:a16="http://schemas.microsoft.com/office/drawing/2014/main" id="{9629526D-A06E-3401-943F-F98185D004C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" name="任意形状 364">
              <a:extLst>
                <a:ext uri="{FF2B5EF4-FFF2-40B4-BE49-F238E27FC236}">
                  <a16:creationId xmlns:a16="http://schemas.microsoft.com/office/drawing/2014/main" id="{9867C1CC-12C1-569E-8975-2847468272F9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" name="成组">
            <a:extLst>
              <a:ext uri="{FF2B5EF4-FFF2-40B4-BE49-F238E27FC236}">
                <a16:creationId xmlns:a16="http://schemas.microsoft.com/office/drawing/2014/main" id="{94602E6D-E527-33D5-F2A0-18770C6ABA3A}"/>
              </a:ext>
            </a:extLst>
          </p:cNvPr>
          <p:cNvGrpSpPr/>
          <p:nvPr/>
        </p:nvGrpSpPr>
        <p:grpSpPr>
          <a:xfrm>
            <a:off x="4727218" y="7704793"/>
            <a:ext cx="574919" cy="574915"/>
            <a:chOff x="0" y="0"/>
            <a:chExt cx="457200" cy="457200"/>
          </a:xfrm>
        </p:grpSpPr>
        <p:sp>
          <p:nvSpPr>
            <p:cNvPr id="6" name="任意形状 393">
              <a:extLst>
                <a:ext uri="{FF2B5EF4-FFF2-40B4-BE49-F238E27FC236}">
                  <a16:creationId xmlns:a16="http://schemas.microsoft.com/office/drawing/2014/main" id="{33BE6EBE-5A4C-ABB5-8511-5CB6F3723C7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" name="任意形状 394">
              <a:extLst>
                <a:ext uri="{FF2B5EF4-FFF2-40B4-BE49-F238E27FC236}">
                  <a16:creationId xmlns:a16="http://schemas.microsoft.com/office/drawing/2014/main" id="{AB734DD9-2C37-156F-7EBC-DE39A153E473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8" name="成组">
            <a:extLst>
              <a:ext uri="{FF2B5EF4-FFF2-40B4-BE49-F238E27FC236}">
                <a16:creationId xmlns:a16="http://schemas.microsoft.com/office/drawing/2014/main" id="{EE59D74A-445C-4891-4694-ED971FDCAB37}"/>
              </a:ext>
            </a:extLst>
          </p:cNvPr>
          <p:cNvGrpSpPr/>
          <p:nvPr/>
        </p:nvGrpSpPr>
        <p:grpSpPr>
          <a:xfrm>
            <a:off x="9613393" y="7704793"/>
            <a:ext cx="574919" cy="574915"/>
            <a:chOff x="0" y="0"/>
            <a:chExt cx="457200" cy="457200"/>
          </a:xfrm>
        </p:grpSpPr>
        <p:sp>
          <p:nvSpPr>
            <p:cNvPr id="9" name="任意形状 399">
              <a:extLst>
                <a:ext uri="{FF2B5EF4-FFF2-40B4-BE49-F238E27FC236}">
                  <a16:creationId xmlns:a16="http://schemas.microsoft.com/office/drawing/2014/main" id="{7E1D1B2E-64D5-2A78-5659-05BC5808C37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0" name="任意形状 400">
              <a:extLst>
                <a:ext uri="{FF2B5EF4-FFF2-40B4-BE49-F238E27FC236}">
                  <a16:creationId xmlns:a16="http://schemas.microsoft.com/office/drawing/2014/main" id="{6EAD6D2F-938B-8177-A0D3-FFC3C0AFA3F4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1" name="成组">
            <a:extLst>
              <a:ext uri="{FF2B5EF4-FFF2-40B4-BE49-F238E27FC236}">
                <a16:creationId xmlns:a16="http://schemas.microsoft.com/office/drawing/2014/main" id="{26FFFE02-C6A3-E745-3A40-65C4DD42D483}"/>
              </a:ext>
            </a:extLst>
          </p:cNvPr>
          <p:cNvGrpSpPr/>
          <p:nvPr/>
        </p:nvGrpSpPr>
        <p:grpSpPr>
          <a:xfrm>
            <a:off x="19385740" y="7704793"/>
            <a:ext cx="574919" cy="574915"/>
            <a:chOff x="0" y="0"/>
            <a:chExt cx="457200" cy="457200"/>
          </a:xfrm>
        </p:grpSpPr>
        <p:sp>
          <p:nvSpPr>
            <p:cNvPr id="12" name="任意形状 477">
              <a:extLst>
                <a:ext uri="{FF2B5EF4-FFF2-40B4-BE49-F238E27FC236}">
                  <a16:creationId xmlns:a16="http://schemas.microsoft.com/office/drawing/2014/main" id="{B7D1E7BB-3B06-7E6C-436F-F6EC5FCE7E3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" name="任意形状 478">
              <a:extLst>
                <a:ext uri="{FF2B5EF4-FFF2-40B4-BE49-F238E27FC236}">
                  <a16:creationId xmlns:a16="http://schemas.microsoft.com/office/drawing/2014/main" id="{F6A4F268-736D-EE70-E1E5-D43637AA68C1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2674285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3" name="Freeform 21">
            <a:extLst>
              <a:ext uri="{FF2B5EF4-FFF2-40B4-BE49-F238E27FC236}">
                <a16:creationId xmlns:a16="http://schemas.microsoft.com/office/drawing/2014/main" id="{CA8A8EE2-A8E0-49BD-43DB-EAEC46644B96}"/>
              </a:ext>
            </a:extLst>
          </p:cNvPr>
          <p:cNvSpPr/>
          <p:nvPr/>
        </p:nvSpPr>
        <p:spPr>
          <a:xfrm rot="20653469">
            <a:off x="4788445" y="5019784"/>
            <a:ext cx="14580625" cy="7197420"/>
          </a:xfrm>
          <a:custGeom>
            <a:avLst/>
            <a:gdLst>
              <a:gd name="connsiteX0" fmla="*/ 4187390 w 7369962"/>
              <a:gd name="connsiteY0" fmla="*/ 41084 h 3638027"/>
              <a:gd name="connsiteX1" fmla="*/ 4968155 w 7369962"/>
              <a:gd name="connsiteY1" fmla="*/ 949246 h 3638027"/>
              <a:gd name="connsiteX2" fmla="*/ 4970374 w 7369962"/>
              <a:gd name="connsiteY2" fmla="*/ 1035741 h 3638027"/>
              <a:gd name="connsiteX3" fmla="*/ 4988629 w 7369962"/>
              <a:gd name="connsiteY3" fmla="*/ 1140399 h 3638027"/>
              <a:gd name="connsiteX4" fmla="*/ 5245186 w 7369962"/>
              <a:gd name="connsiteY4" fmla="*/ 1477998 h 3638027"/>
              <a:gd name="connsiteX5" fmla="*/ 5844718 w 7369962"/>
              <a:gd name="connsiteY5" fmla="*/ 1557149 h 3638027"/>
              <a:gd name="connsiteX6" fmla="*/ 5905848 w 7369962"/>
              <a:gd name="connsiteY6" fmla="*/ 1541180 h 3638027"/>
              <a:gd name="connsiteX7" fmla="*/ 5947604 w 7369962"/>
              <a:gd name="connsiteY7" fmla="*/ 1525140 h 3638027"/>
              <a:gd name="connsiteX8" fmla="*/ 6580830 w 7369962"/>
              <a:gd name="connsiteY8" fmla="*/ 1511763 h 3638027"/>
              <a:gd name="connsiteX9" fmla="*/ 7328878 w 7369962"/>
              <a:gd name="connsiteY9" fmla="*/ 2848896 h 3638027"/>
              <a:gd name="connsiteX10" fmla="*/ 5991746 w 7369962"/>
              <a:gd name="connsiteY10" fmla="*/ 3596943 h 3638027"/>
              <a:gd name="connsiteX11" fmla="*/ 5257074 w 7369962"/>
              <a:gd name="connsiteY11" fmla="*/ 2893037 h 3638027"/>
              <a:gd name="connsiteX12" fmla="*/ 5234372 w 7369962"/>
              <a:gd name="connsiteY12" fmla="*/ 2792436 h 3638027"/>
              <a:gd name="connsiteX13" fmla="*/ 5218719 w 7369962"/>
              <a:gd name="connsiteY13" fmla="*/ 2740735 h 3638027"/>
              <a:gd name="connsiteX14" fmla="*/ 4679901 w 7369962"/>
              <a:gd name="connsiteY14" fmla="*/ 2053759 h 3638027"/>
              <a:gd name="connsiteX15" fmla="*/ 4503709 w 7369962"/>
              <a:gd name="connsiteY15" fmla="*/ 2018190 h 3638027"/>
              <a:gd name="connsiteX16" fmla="*/ 4441335 w 7369962"/>
              <a:gd name="connsiteY16" fmla="*/ 2015641 h 3638027"/>
              <a:gd name="connsiteX17" fmla="*/ 4421797 w 7369962"/>
              <a:gd name="connsiteY17" fmla="*/ 2029169 h 3638027"/>
              <a:gd name="connsiteX18" fmla="*/ 3598305 w 7369962"/>
              <a:gd name="connsiteY18" fmla="*/ 2126264 h 3638027"/>
              <a:gd name="connsiteX19" fmla="*/ 2947352 w 7369962"/>
              <a:gd name="connsiteY19" fmla="*/ 1612624 h 3638027"/>
              <a:gd name="connsiteX20" fmla="*/ 2937389 w 7369962"/>
              <a:gd name="connsiteY20" fmla="*/ 1589979 h 3638027"/>
              <a:gd name="connsiteX21" fmla="*/ 2885732 w 7369962"/>
              <a:gd name="connsiteY21" fmla="*/ 1561097 h 3638027"/>
              <a:gd name="connsiteX22" fmla="*/ 2716973 w 7369962"/>
              <a:gd name="connsiteY22" fmla="*/ 1499213 h 3638027"/>
              <a:gd name="connsiteX23" fmla="*/ 1898341 w 7369962"/>
              <a:gd name="connsiteY23" fmla="*/ 1802696 h 3638027"/>
              <a:gd name="connsiteX24" fmla="*/ 1834818 w 7369962"/>
              <a:gd name="connsiteY24" fmla="*/ 1859103 h 3638027"/>
              <a:gd name="connsiteX25" fmla="*/ 1783525 w 7369962"/>
              <a:gd name="connsiteY25" fmla="*/ 1911724 h 3638027"/>
              <a:gd name="connsiteX26" fmla="*/ 789132 w 7369962"/>
              <a:gd name="connsiteY26" fmla="*/ 2127153 h 3638027"/>
              <a:gd name="connsiteX27" fmla="*/ 41084 w 7369962"/>
              <a:gd name="connsiteY27" fmla="*/ 790021 h 3638027"/>
              <a:gd name="connsiteX28" fmla="*/ 1378216 w 7369962"/>
              <a:gd name="connsiteY28" fmla="*/ 41973 h 3638027"/>
              <a:gd name="connsiteX29" fmla="*/ 1910836 w 7369962"/>
              <a:gd name="connsiteY29" fmla="*/ 384712 h 3638027"/>
              <a:gd name="connsiteX30" fmla="*/ 1931007 w 7369962"/>
              <a:gd name="connsiteY30" fmla="*/ 411061 h 3638027"/>
              <a:gd name="connsiteX31" fmla="*/ 1984201 w 7369962"/>
              <a:gd name="connsiteY31" fmla="*/ 466516 h 3638027"/>
              <a:gd name="connsiteX32" fmla="*/ 2536523 w 7369962"/>
              <a:gd name="connsiteY32" fmla="*/ 712775 h 3638027"/>
              <a:gd name="connsiteX33" fmla="*/ 2931806 w 7369962"/>
              <a:gd name="connsiteY33" fmla="*/ 559327 h 3638027"/>
              <a:gd name="connsiteX34" fmla="*/ 2991195 w 7369962"/>
              <a:gd name="connsiteY34" fmla="*/ 492070 h 3638027"/>
              <a:gd name="connsiteX35" fmla="*/ 3046838 w 7369962"/>
              <a:gd name="connsiteY35" fmla="*/ 406455 h 3638027"/>
              <a:gd name="connsiteX36" fmla="*/ 4187390 w 7369962"/>
              <a:gd name="connsiteY36" fmla="*/ 41084 h 3638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369962" h="3638027">
                <a:moveTo>
                  <a:pt x="4187390" y="41084"/>
                </a:moveTo>
                <a:cubicBezTo>
                  <a:pt x="4619245" y="163087"/>
                  <a:pt x="4915597" y="530331"/>
                  <a:pt x="4968155" y="949246"/>
                </a:cubicBezTo>
                <a:lnTo>
                  <a:pt x="4970374" y="1035741"/>
                </a:lnTo>
                <a:lnTo>
                  <a:pt x="4988629" y="1140399"/>
                </a:lnTo>
                <a:cubicBezTo>
                  <a:pt x="5029499" y="1282707"/>
                  <a:pt x="5116776" y="1412608"/>
                  <a:pt x="5245186" y="1477998"/>
                </a:cubicBezTo>
                <a:cubicBezTo>
                  <a:pt x="5394999" y="1554288"/>
                  <a:pt x="5530819" y="1625335"/>
                  <a:pt x="5844718" y="1557149"/>
                </a:cubicBezTo>
                <a:lnTo>
                  <a:pt x="5905848" y="1541180"/>
                </a:lnTo>
                <a:lnTo>
                  <a:pt x="5947604" y="1525140"/>
                </a:lnTo>
                <a:cubicBezTo>
                  <a:pt x="6145762" y="1459733"/>
                  <a:pt x="6364902" y="1450762"/>
                  <a:pt x="6580830" y="1511763"/>
                </a:cubicBezTo>
                <a:cubicBezTo>
                  <a:pt x="7156637" y="1674435"/>
                  <a:pt x="7491549" y="2273089"/>
                  <a:pt x="7328878" y="2848896"/>
                </a:cubicBezTo>
                <a:cubicBezTo>
                  <a:pt x="7166207" y="3424702"/>
                  <a:pt x="6567553" y="3759615"/>
                  <a:pt x="5991746" y="3596943"/>
                </a:cubicBezTo>
                <a:cubicBezTo>
                  <a:pt x="5631866" y="3495274"/>
                  <a:pt x="5366086" y="3223298"/>
                  <a:pt x="5257074" y="2893037"/>
                </a:cubicBezTo>
                <a:lnTo>
                  <a:pt x="5234372" y="2792436"/>
                </a:lnTo>
                <a:lnTo>
                  <a:pt x="5218719" y="2740735"/>
                </a:lnTo>
                <a:cubicBezTo>
                  <a:pt x="5051817" y="2238065"/>
                  <a:pt x="4778579" y="2087121"/>
                  <a:pt x="4679901" y="2053759"/>
                </a:cubicBezTo>
                <a:cubicBezTo>
                  <a:pt x="4624024" y="2034867"/>
                  <a:pt x="4562276" y="2023453"/>
                  <a:pt x="4503709" y="2018190"/>
                </a:cubicBezTo>
                <a:lnTo>
                  <a:pt x="4441335" y="2015641"/>
                </a:lnTo>
                <a:lnTo>
                  <a:pt x="4421797" y="2029169"/>
                </a:lnTo>
                <a:cubicBezTo>
                  <a:pt x="4179824" y="2164539"/>
                  <a:pt x="3886209" y="2207599"/>
                  <a:pt x="3598305" y="2126264"/>
                </a:cubicBezTo>
                <a:cubicBezTo>
                  <a:pt x="3310402" y="2044928"/>
                  <a:pt x="3082722" y="1854597"/>
                  <a:pt x="2947352" y="1612624"/>
                </a:cubicBezTo>
                <a:lnTo>
                  <a:pt x="2937389" y="1589979"/>
                </a:lnTo>
                <a:lnTo>
                  <a:pt x="2885732" y="1561097"/>
                </a:lnTo>
                <a:cubicBezTo>
                  <a:pt x="2833068" y="1534936"/>
                  <a:pt x="2774475" y="1512352"/>
                  <a:pt x="2716973" y="1499213"/>
                </a:cubicBezTo>
                <a:cubicBezTo>
                  <a:pt x="2615425" y="1476010"/>
                  <a:pt x="2303596" y="1461666"/>
                  <a:pt x="1898341" y="1802696"/>
                </a:cubicBezTo>
                <a:lnTo>
                  <a:pt x="1834818" y="1859103"/>
                </a:lnTo>
                <a:lnTo>
                  <a:pt x="1783525" y="1911724"/>
                </a:lnTo>
                <a:cubicBezTo>
                  <a:pt x="1517815" y="2136123"/>
                  <a:pt x="1149011" y="2228823"/>
                  <a:pt x="789132" y="2127153"/>
                </a:cubicBezTo>
                <a:cubicBezTo>
                  <a:pt x="213326" y="1964482"/>
                  <a:pt x="-121587" y="1365828"/>
                  <a:pt x="41084" y="790021"/>
                </a:cubicBezTo>
                <a:cubicBezTo>
                  <a:pt x="203755" y="214214"/>
                  <a:pt x="802410" y="-120698"/>
                  <a:pt x="1378216" y="41973"/>
                </a:cubicBezTo>
                <a:cubicBezTo>
                  <a:pt x="1594144" y="102975"/>
                  <a:pt x="1776196" y="225286"/>
                  <a:pt x="1910836" y="384712"/>
                </a:cubicBezTo>
                <a:lnTo>
                  <a:pt x="1931007" y="411061"/>
                </a:lnTo>
                <a:lnTo>
                  <a:pt x="1984201" y="466516"/>
                </a:lnTo>
                <a:cubicBezTo>
                  <a:pt x="2216018" y="688872"/>
                  <a:pt x="2368937" y="699396"/>
                  <a:pt x="2536523" y="712775"/>
                </a:cubicBezTo>
                <a:cubicBezTo>
                  <a:pt x="2680168" y="724243"/>
                  <a:pt x="2822513" y="659212"/>
                  <a:pt x="2931806" y="559327"/>
                </a:cubicBezTo>
                <a:lnTo>
                  <a:pt x="2991195" y="492070"/>
                </a:lnTo>
                <a:lnTo>
                  <a:pt x="3046838" y="406455"/>
                </a:lnTo>
                <a:cubicBezTo>
                  <a:pt x="3310828" y="76968"/>
                  <a:pt x="3755534" y="-80920"/>
                  <a:pt x="4187390" y="4108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067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4E99E6-10A3-9007-7CD9-76471054EF6E}"/>
              </a:ext>
            </a:extLst>
          </p:cNvPr>
          <p:cNvSpPr/>
          <p:nvPr/>
        </p:nvSpPr>
        <p:spPr>
          <a:xfrm>
            <a:off x="10175044" y="5202745"/>
            <a:ext cx="3807911" cy="38079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A12DE6-CB83-3559-26BA-7149C11FAC95}"/>
              </a:ext>
            </a:extLst>
          </p:cNvPr>
          <p:cNvSpPr/>
          <p:nvPr/>
        </p:nvSpPr>
        <p:spPr>
          <a:xfrm>
            <a:off x="4827227" y="6715385"/>
            <a:ext cx="3807911" cy="380791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3924C1-F411-FACF-73A6-078C0D84407F}"/>
              </a:ext>
            </a:extLst>
          </p:cNvPr>
          <p:cNvSpPr/>
          <p:nvPr/>
        </p:nvSpPr>
        <p:spPr>
          <a:xfrm>
            <a:off x="15522861" y="6715385"/>
            <a:ext cx="3807911" cy="380791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grpSp>
        <p:nvGrpSpPr>
          <p:cNvPr id="19" name="成组">
            <a:extLst>
              <a:ext uri="{FF2B5EF4-FFF2-40B4-BE49-F238E27FC236}">
                <a16:creationId xmlns:a16="http://schemas.microsoft.com/office/drawing/2014/main" id="{F19EEBFD-E29B-1929-1037-D9EF7CEB0C00}"/>
              </a:ext>
            </a:extLst>
          </p:cNvPr>
          <p:cNvGrpSpPr/>
          <p:nvPr/>
        </p:nvGrpSpPr>
        <p:grpSpPr>
          <a:xfrm>
            <a:off x="17243019" y="8296510"/>
            <a:ext cx="653215" cy="653211"/>
            <a:chOff x="0" y="0"/>
            <a:chExt cx="457200" cy="457200"/>
          </a:xfrm>
        </p:grpSpPr>
        <p:sp>
          <p:nvSpPr>
            <p:cNvPr id="20" name="任意形状 381">
              <a:extLst>
                <a:ext uri="{FF2B5EF4-FFF2-40B4-BE49-F238E27FC236}">
                  <a16:creationId xmlns:a16="http://schemas.microsoft.com/office/drawing/2014/main" id="{47AE89EA-61A5-50DC-A541-358E6A5346CC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1" name="任意形状 382">
              <a:extLst>
                <a:ext uri="{FF2B5EF4-FFF2-40B4-BE49-F238E27FC236}">
                  <a16:creationId xmlns:a16="http://schemas.microsoft.com/office/drawing/2014/main" id="{1A215729-7AC6-B6EE-A82B-6277F7874E8E}"/>
                </a:ext>
              </a:extLst>
            </p:cNvPr>
            <p:cNvSpPr/>
            <p:nvPr/>
          </p:nvSpPr>
          <p:spPr>
            <a:xfrm>
              <a:off x="19049" y="38101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C377EEE5-D5E9-02E5-5B82-1BCC7623ACC2}"/>
              </a:ext>
            </a:extLst>
          </p:cNvPr>
          <p:cNvGrpSpPr/>
          <p:nvPr/>
        </p:nvGrpSpPr>
        <p:grpSpPr>
          <a:xfrm>
            <a:off x="6379833" y="8296510"/>
            <a:ext cx="653215" cy="653211"/>
            <a:chOff x="0" y="0"/>
            <a:chExt cx="457200" cy="457200"/>
          </a:xfrm>
        </p:grpSpPr>
        <p:sp>
          <p:nvSpPr>
            <p:cNvPr id="23" name="任意形状 393">
              <a:extLst>
                <a:ext uri="{FF2B5EF4-FFF2-40B4-BE49-F238E27FC236}">
                  <a16:creationId xmlns:a16="http://schemas.microsoft.com/office/drawing/2014/main" id="{5DB056B3-6CF8-575E-310A-FF9B61DE832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4" name="任意形状 394">
              <a:extLst>
                <a:ext uri="{FF2B5EF4-FFF2-40B4-BE49-F238E27FC236}">
                  <a16:creationId xmlns:a16="http://schemas.microsoft.com/office/drawing/2014/main" id="{12E907B7-F4D6-33C4-7AF1-E519D49F8F1F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D9DFEC00-191B-0BF6-1455-A2A7307503ED}"/>
              </a:ext>
            </a:extLst>
          </p:cNvPr>
          <p:cNvGrpSpPr/>
          <p:nvPr/>
        </p:nvGrpSpPr>
        <p:grpSpPr>
          <a:xfrm>
            <a:off x="11751310" y="6780093"/>
            <a:ext cx="653215" cy="653211"/>
            <a:chOff x="0" y="0"/>
            <a:chExt cx="457200" cy="457200"/>
          </a:xfrm>
        </p:grpSpPr>
        <p:sp>
          <p:nvSpPr>
            <p:cNvPr id="26" name="任意形状 477">
              <a:extLst>
                <a:ext uri="{FF2B5EF4-FFF2-40B4-BE49-F238E27FC236}">
                  <a16:creationId xmlns:a16="http://schemas.microsoft.com/office/drawing/2014/main" id="{3E59AA04-E112-7AEF-FFE0-35B0E5ABF5F5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7" name="任意形状 478">
              <a:extLst>
                <a:ext uri="{FF2B5EF4-FFF2-40B4-BE49-F238E27FC236}">
                  <a16:creationId xmlns:a16="http://schemas.microsoft.com/office/drawing/2014/main" id="{A539CC86-29C2-6995-6805-A1BCB1BACCFD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766730-ADA4-984B-0C0D-B44C39C700DD}"/>
              </a:ext>
            </a:extLst>
          </p:cNvPr>
          <p:cNvGrpSpPr/>
          <p:nvPr/>
        </p:nvGrpSpPr>
        <p:grpSpPr>
          <a:xfrm>
            <a:off x="3921896" y="4105868"/>
            <a:ext cx="4012908" cy="1669933"/>
            <a:chOff x="3022171" y="10615281"/>
            <a:chExt cx="4012908" cy="1669933"/>
          </a:xfrm>
        </p:grpSpPr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78BC8C34-BC39-EE11-2EEB-D1900764EFC8}"/>
                </a:ext>
              </a:extLst>
            </p:cNvPr>
            <p:cNvSpPr txBox="1"/>
            <p:nvPr/>
          </p:nvSpPr>
          <p:spPr>
            <a:xfrm>
              <a:off x="3022173" y="11299688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A01079AB-2D62-2485-1478-FD2B70600B0A}"/>
                </a:ext>
              </a:extLst>
            </p:cNvPr>
            <p:cNvSpPr txBox="1"/>
            <p:nvPr/>
          </p:nvSpPr>
          <p:spPr>
            <a:xfrm>
              <a:off x="3022171" y="10615281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B1932B-B6DA-63CF-8743-CACDA6079639}"/>
              </a:ext>
            </a:extLst>
          </p:cNvPr>
          <p:cNvGrpSpPr/>
          <p:nvPr/>
        </p:nvGrpSpPr>
        <p:grpSpPr>
          <a:xfrm>
            <a:off x="16059945" y="4105868"/>
            <a:ext cx="4012908" cy="1669933"/>
            <a:chOff x="12785222" y="10615281"/>
            <a:chExt cx="4012908" cy="1669933"/>
          </a:xfrm>
        </p:grpSpPr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A0417432-6C98-D9DA-C297-832A60B6D448}"/>
                </a:ext>
              </a:extLst>
            </p:cNvPr>
            <p:cNvSpPr txBox="1"/>
            <p:nvPr/>
          </p:nvSpPr>
          <p:spPr>
            <a:xfrm>
              <a:off x="12785224" y="11299688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TextBox 8">
              <a:extLst>
                <a:ext uri="{FF2B5EF4-FFF2-40B4-BE49-F238E27FC236}">
                  <a16:creationId xmlns:a16="http://schemas.microsoft.com/office/drawing/2014/main" id="{FD11669B-45A2-3364-6BDA-752C989EE191}"/>
                </a:ext>
              </a:extLst>
            </p:cNvPr>
            <p:cNvSpPr txBox="1"/>
            <p:nvPr/>
          </p:nvSpPr>
          <p:spPr>
            <a:xfrm>
              <a:off x="12785222" y="10615281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3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83BD01C-E3A6-3E2E-4FF8-1CC7A41CE2AF}"/>
              </a:ext>
            </a:extLst>
          </p:cNvPr>
          <p:cNvGrpSpPr/>
          <p:nvPr/>
        </p:nvGrpSpPr>
        <p:grpSpPr>
          <a:xfrm>
            <a:off x="10072546" y="9867227"/>
            <a:ext cx="4012907" cy="1669934"/>
            <a:chOff x="7903695" y="2933095"/>
            <a:chExt cx="4012907" cy="1669934"/>
          </a:xfrm>
        </p:grpSpPr>
        <p:sp>
          <p:nvSpPr>
            <p:cNvPr id="31" name="TextBox 5">
              <a:extLst>
                <a:ext uri="{FF2B5EF4-FFF2-40B4-BE49-F238E27FC236}">
                  <a16:creationId xmlns:a16="http://schemas.microsoft.com/office/drawing/2014/main" id="{0C7FF2FF-D4A4-6A76-502E-8AEA9C807621}"/>
                </a:ext>
              </a:extLst>
            </p:cNvPr>
            <p:cNvSpPr txBox="1"/>
            <p:nvPr/>
          </p:nvSpPr>
          <p:spPr>
            <a:xfrm>
              <a:off x="7903696" y="3617503"/>
              <a:ext cx="4012906" cy="9855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600"/>
                </a:lnSpc>
              </a:pPr>
              <a:r>
                <a:rPr lang="en-US" sz="2374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ID" sz="2374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3154695F-4AE7-0DA4-8303-78695E7AA5B1}"/>
                </a:ext>
              </a:extLst>
            </p:cNvPr>
            <p:cNvSpPr txBox="1"/>
            <p:nvPr/>
          </p:nvSpPr>
          <p:spPr>
            <a:xfrm>
              <a:off x="7903695" y="2933095"/>
              <a:ext cx="4012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7341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D4ECAC4-934A-9EBB-0D29-EFFF959B96B8}"/>
              </a:ext>
            </a:extLst>
          </p:cNvPr>
          <p:cNvGrpSpPr/>
          <p:nvPr/>
        </p:nvGrpSpPr>
        <p:grpSpPr>
          <a:xfrm>
            <a:off x="14991214" y="3635831"/>
            <a:ext cx="7638150" cy="1194550"/>
            <a:chOff x="14989152" y="3529506"/>
            <a:chExt cx="7638150" cy="11945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AF21E50-EF22-A5C4-9DFF-147B7A26AB21}"/>
                </a:ext>
              </a:extLst>
            </p:cNvPr>
            <p:cNvSpPr txBox="1"/>
            <p:nvPr/>
          </p:nvSpPr>
          <p:spPr>
            <a:xfrm>
              <a:off x="14989152" y="4199297"/>
              <a:ext cx="7638150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6FF492-C245-C812-ED33-1077E4E5D91B}"/>
                </a:ext>
              </a:extLst>
            </p:cNvPr>
            <p:cNvSpPr txBox="1"/>
            <p:nvPr/>
          </p:nvSpPr>
          <p:spPr>
            <a:xfrm>
              <a:off x="14989152" y="3529506"/>
              <a:ext cx="7638149" cy="609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2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FB18945-179B-5EE1-C876-FF5776BEB3DB}"/>
              </a:ext>
            </a:extLst>
          </p:cNvPr>
          <p:cNvGrpSpPr/>
          <p:nvPr/>
        </p:nvGrpSpPr>
        <p:grpSpPr>
          <a:xfrm>
            <a:off x="1491111" y="3635831"/>
            <a:ext cx="7642275" cy="1194550"/>
            <a:chOff x="1489049" y="3529506"/>
            <a:chExt cx="7642275" cy="11945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C279978-E033-E717-1273-B1EB30563207}"/>
                </a:ext>
              </a:extLst>
            </p:cNvPr>
            <p:cNvSpPr txBox="1"/>
            <p:nvPr/>
          </p:nvSpPr>
          <p:spPr>
            <a:xfrm>
              <a:off x="1493174" y="4199297"/>
              <a:ext cx="7638150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4F055F-4F99-A5BF-85AC-86B18272764E}"/>
                </a:ext>
              </a:extLst>
            </p:cNvPr>
            <p:cNvSpPr txBox="1"/>
            <p:nvPr/>
          </p:nvSpPr>
          <p:spPr>
            <a:xfrm>
              <a:off x="1489049" y="3529506"/>
              <a:ext cx="7642275" cy="609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FA53600-6D05-9B57-65A6-EEF3B997D1C5}"/>
              </a:ext>
            </a:extLst>
          </p:cNvPr>
          <p:cNvGrpSpPr/>
          <p:nvPr/>
        </p:nvGrpSpPr>
        <p:grpSpPr>
          <a:xfrm>
            <a:off x="14991214" y="10696512"/>
            <a:ext cx="7638150" cy="1194550"/>
            <a:chOff x="14989152" y="10590187"/>
            <a:chExt cx="7638150" cy="11945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838A94-D101-F53A-4BC3-897D1D0EBD30}"/>
                </a:ext>
              </a:extLst>
            </p:cNvPr>
            <p:cNvSpPr txBox="1"/>
            <p:nvPr/>
          </p:nvSpPr>
          <p:spPr>
            <a:xfrm>
              <a:off x="14989152" y="11259978"/>
              <a:ext cx="7638150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r>
                <a:rPr lang="en-ID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endPara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1F8FB-3942-6BAA-3106-93327B722283}"/>
                </a:ext>
              </a:extLst>
            </p:cNvPr>
            <p:cNvSpPr txBox="1"/>
            <p:nvPr/>
          </p:nvSpPr>
          <p:spPr>
            <a:xfrm>
              <a:off x="14989152" y="10590187"/>
              <a:ext cx="7638149" cy="609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7FE669-0C1A-636F-A48C-CAFD29C06A96}"/>
              </a:ext>
            </a:extLst>
          </p:cNvPr>
          <p:cNvGrpSpPr/>
          <p:nvPr/>
        </p:nvGrpSpPr>
        <p:grpSpPr>
          <a:xfrm>
            <a:off x="1491111" y="10696512"/>
            <a:ext cx="7642275" cy="1194550"/>
            <a:chOff x="1489049" y="10590187"/>
            <a:chExt cx="7642275" cy="1194550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85DFFB7-9555-257D-73E3-8261EEB9297B}"/>
                </a:ext>
              </a:extLst>
            </p:cNvPr>
            <p:cNvSpPr txBox="1"/>
            <p:nvPr/>
          </p:nvSpPr>
          <p:spPr>
            <a:xfrm>
              <a:off x="1493174" y="11259978"/>
              <a:ext cx="7638150" cy="524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r>
                <a:rPr lang="en-ID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endParaRPr lang="en-US" sz="2400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F0B711-BA67-55FD-68E0-6225BC73F8D5}"/>
                </a:ext>
              </a:extLst>
            </p:cNvPr>
            <p:cNvSpPr txBox="1"/>
            <p:nvPr/>
          </p:nvSpPr>
          <p:spPr>
            <a:xfrm>
              <a:off x="1489049" y="10590187"/>
              <a:ext cx="7642275" cy="609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Helvetica Neue" panose="02000503000000020004" pitchFamily="2" charset="0"/>
                  <a:cs typeface="Poppins" panose="00000500000000000000" pitchFamily="2" charset="0"/>
                </a:rPr>
                <a:t>PROCESS 3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C31F3DA6-F1F1-6586-CAC8-DFBCE5E01C40}"/>
              </a:ext>
            </a:extLst>
          </p:cNvPr>
          <p:cNvSpPr/>
          <p:nvPr/>
        </p:nvSpPr>
        <p:spPr>
          <a:xfrm>
            <a:off x="8476307" y="4410355"/>
            <a:ext cx="7167861" cy="7167849"/>
          </a:xfrm>
          <a:prstGeom prst="ellipse">
            <a:avLst/>
          </a:prstGeom>
          <a:noFill/>
          <a:ln w="19050">
            <a:solidFill>
              <a:srgbClr val="D3CFC8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5B74F5-4C4A-CA50-56F2-548E7517B6DB}"/>
              </a:ext>
            </a:extLst>
          </p:cNvPr>
          <p:cNvGrpSpPr/>
          <p:nvPr/>
        </p:nvGrpSpPr>
        <p:grpSpPr>
          <a:xfrm>
            <a:off x="9840749" y="5781345"/>
            <a:ext cx="4438977" cy="4425866"/>
            <a:chOff x="4973089" y="2309749"/>
            <a:chExt cx="2243737" cy="223711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5295989-7491-507C-E5FF-CD48B77A6809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>
              <a:off x="7093436" y="4109242"/>
              <a:ext cx="123390" cy="1"/>
            </a:xfrm>
            <a:prstGeom prst="line">
              <a:avLst/>
            </a:prstGeom>
            <a:ln w="19050">
              <a:solidFill>
                <a:srgbClr val="D3CFC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A5CCBDB-0FB2-1321-1944-A9E5FCEF349E}"/>
                </a:ext>
              </a:extLst>
            </p:cNvPr>
            <p:cNvCxnSpPr>
              <a:cxnSpLocks/>
            </p:cNvCxnSpPr>
            <p:nvPr/>
          </p:nvCxnSpPr>
          <p:spPr>
            <a:xfrm>
              <a:off x="4973089" y="3428304"/>
              <a:ext cx="122372" cy="0"/>
            </a:xfrm>
            <a:prstGeom prst="line">
              <a:avLst/>
            </a:prstGeom>
            <a:ln w="19050">
              <a:solidFill>
                <a:srgbClr val="D3CFC8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6C95B3D-0421-E700-0ABA-54355F642082}"/>
                </a:ext>
              </a:extLst>
            </p:cNvPr>
            <p:cNvCxnSpPr>
              <a:cxnSpLocks/>
            </p:cNvCxnSpPr>
            <p:nvPr/>
          </p:nvCxnSpPr>
          <p:spPr>
            <a:xfrm>
              <a:off x="6094957" y="4426226"/>
              <a:ext cx="0" cy="120633"/>
            </a:xfrm>
            <a:prstGeom prst="line">
              <a:avLst/>
            </a:prstGeom>
            <a:ln w="19050">
              <a:solidFill>
                <a:srgbClr val="D3CFC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F824DFC-6DE8-3529-B062-4FCA25A899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4957" y="2309749"/>
              <a:ext cx="0" cy="120633"/>
            </a:xfrm>
            <a:prstGeom prst="line">
              <a:avLst/>
            </a:prstGeom>
            <a:ln w="19050">
              <a:solidFill>
                <a:srgbClr val="D3CFC8"/>
              </a:solidFill>
              <a:headEnd type="none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1A3F3917-9C1D-64E9-489F-6F839502B873}"/>
              </a:ext>
            </a:extLst>
          </p:cNvPr>
          <p:cNvSpPr/>
          <p:nvPr/>
        </p:nvSpPr>
        <p:spPr>
          <a:xfrm>
            <a:off x="10871397" y="3403665"/>
            <a:ext cx="2377681" cy="237768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376AEF-7D96-C35E-C9C8-E1AD5543C555}"/>
              </a:ext>
            </a:extLst>
          </p:cNvPr>
          <p:cNvSpPr/>
          <p:nvPr/>
        </p:nvSpPr>
        <p:spPr>
          <a:xfrm>
            <a:off x="10445772" y="6379816"/>
            <a:ext cx="3228931" cy="3228927"/>
          </a:xfrm>
          <a:prstGeom prst="ellipse">
            <a:avLst/>
          </a:prstGeom>
          <a:solidFill>
            <a:schemeClr val="bg1"/>
          </a:solidFill>
          <a:ln w="73025">
            <a:solidFill>
              <a:srgbClr val="D3CF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1FBBBA-CE83-3C00-7DF1-CF1595E41BE8}"/>
              </a:ext>
            </a:extLst>
          </p:cNvPr>
          <p:cNvSpPr/>
          <p:nvPr/>
        </p:nvSpPr>
        <p:spPr>
          <a:xfrm>
            <a:off x="10871397" y="10207212"/>
            <a:ext cx="2377681" cy="237768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41ACE4-C45F-48A0-A093-FEB2A48CDF21}"/>
              </a:ext>
            </a:extLst>
          </p:cNvPr>
          <p:cNvSpPr/>
          <p:nvPr/>
        </p:nvSpPr>
        <p:spPr>
          <a:xfrm>
            <a:off x="7463068" y="6805439"/>
            <a:ext cx="2377681" cy="237768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CE76DA-F2DB-5C47-13B1-14FE8B0A4565}"/>
              </a:ext>
            </a:extLst>
          </p:cNvPr>
          <p:cNvSpPr/>
          <p:nvPr/>
        </p:nvSpPr>
        <p:spPr>
          <a:xfrm>
            <a:off x="14279726" y="6805439"/>
            <a:ext cx="2377681" cy="2377681"/>
          </a:xfrm>
          <a:prstGeom prst="ellipse">
            <a:avLst/>
          </a:prstGeom>
          <a:solidFill>
            <a:schemeClr val="bg1"/>
          </a:solidFill>
          <a:ln w="666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67"/>
          </a:p>
        </p:txBody>
      </p:sp>
      <p:pic>
        <p:nvPicPr>
          <p:cNvPr id="25" name="Graphic 24" descr="Bullseye with solid fill">
            <a:extLst>
              <a:ext uri="{FF2B5EF4-FFF2-40B4-BE49-F238E27FC236}">
                <a16:creationId xmlns:a16="http://schemas.microsoft.com/office/drawing/2014/main" id="{88446C36-B722-2794-149D-827CE8E08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647" y="6922689"/>
            <a:ext cx="2143181" cy="2143181"/>
          </a:xfrm>
          <a:prstGeom prst="rect">
            <a:avLst/>
          </a:prstGeom>
        </p:spPr>
      </p:pic>
      <p:grpSp>
        <p:nvGrpSpPr>
          <p:cNvPr id="26" name="成组">
            <a:extLst>
              <a:ext uri="{FF2B5EF4-FFF2-40B4-BE49-F238E27FC236}">
                <a16:creationId xmlns:a16="http://schemas.microsoft.com/office/drawing/2014/main" id="{92D925F4-CF36-932F-5553-4C46351A1AFB}"/>
              </a:ext>
            </a:extLst>
          </p:cNvPr>
          <p:cNvGrpSpPr/>
          <p:nvPr/>
        </p:nvGrpSpPr>
        <p:grpSpPr>
          <a:xfrm>
            <a:off x="8296149" y="7713749"/>
            <a:ext cx="574919" cy="574915"/>
            <a:chOff x="0" y="0"/>
            <a:chExt cx="457200" cy="457200"/>
          </a:xfrm>
        </p:grpSpPr>
        <p:sp>
          <p:nvSpPr>
            <p:cNvPr id="27" name="任意形状 363">
              <a:extLst>
                <a:ext uri="{FF2B5EF4-FFF2-40B4-BE49-F238E27FC236}">
                  <a16:creationId xmlns:a16="http://schemas.microsoft.com/office/drawing/2014/main" id="{41B72C04-1C1C-7556-61BD-6D48562C43E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8" name="任意形状 364">
              <a:extLst>
                <a:ext uri="{FF2B5EF4-FFF2-40B4-BE49-F238E27FC236}">
                  <a16:creationId xmlns:a16="http://schemas.microsoft.com/office/drawing/2014/main" id="{041DC75E-3B30-DAC2-AF54-9991E3FE7798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9" name="成组">
            <a:extLst>
              <a:ext uri="{FF2B5EF4-FFF2-40B4-BE49-F238E27FC236}">
                <a16:creationId xmlns:a16="http://schemas.microsoft.com/office/drawing/2014/main" id="{BFECD704-F798-9C2D-29DE-5809B4E3DCEC}"/>
              </a:ext>
            </a:extLst>
          </p:cNvPr>
          <p:cNvGrpSpPr/>
          <p:nvPr/>
        </p:nvGrpSpPr>
        <p:grpSpPr>
          <a:xfrm>
            <a:off x="11746467" y="4305046"/>
            <a:ext cx="574919" cy="574915"/>
            <a:chOff x="0" y="0"/>
            <a:chExt cx="457200" cy="457200"/>
          </a:xfrm>
        </p:grpSpPr>
        <p:sp>
          <p:nvSpPr>
            <p:cNvPr id="30" name="任意形状 393">
              <a:extLst>
                <a:ext uri="{FF2B5EF4-FFF2-40B4-BE49-F238E27FC236}">
                  <a16:creationId xmlns:a16="http://schemas.microsoft.com/office/drawing/2014/main" id="{95B1DC01-1563-1C06-27B1-BA516CB5ACD2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1" name="任意形状 394">
              <a:extLst>
                <a:ext uri="{FF2B5EF4-FFF2-40B4-BE49-F238E27FC236}">
                  <a16:creationId xmlns:a16="http://schemas.microsoft.com/office/drawing/2014/main" id="{54354C38-86BE-E5F0-5804-22601A2BC9FF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2" name="成组">
            <a:extLst>
              <a:ext uri="{FF2B5EF4-FFF2-40B4-BE49-F238E27FC236}">
                <a16:creationId xmlns:a16="http://schemas.microsoft.com/office/drawing/2014/main" id="{25503D67-C590-30FA-CC9F-3B788726599D}"/>
              </a:ext>
            </a:extLst>
          </p:cNvPr>
          <p:cNvGrpSpPr/>
          <p:nvPr/>
        </p:nvGrpSpPr>
        <p:grpSpPr>
          <a:xfrm>
            <a:off x="15173725" y="7713749"/>
            <a:ext cx="574919" cy="574915"/>
            <a:chOff x="0" y="0"/>
            <a:chExt cx="457200" cy="457200"/>
          </a:xfrm>
        </p:grpSpPr>
        <p:sp>
          <p:nvSpPr>
            <p:cNvPr id="33" name="任意形状 399">
              <a:extLst>
                <a:ext uri="{FF2B5EF4-FFF2-40B4-BE49-F238E27FC236}">
                  <a16:creationId xmlns:a16="http://schemas.microsoft.com/office/drawing/2014/main" id="{51A7943D-C818-A980-0DE3-45AA7128185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4" name="任意形状 400">
              <a:extLst>
                <a:ext uri="{FF2B5EF4-FFF2-40B4-BE49-F238E27FC236}">
                  <a16:creationId xmlns:a16="http://schemas.microsoft.com/office/drawing/2014/main" id="{762C86BA-8619-6753-06BE-C01C08B2D267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5" name="成组">
            <a:extLst>
              <a:ext uri="{FF2B5EF4-FFF2-40B4-BE49-F238E27FC236}">
                <a16:creationId xmlns:a16="http://schemas.microsoft.com/office/drawing/2014/main" id="{ED30A90C-E630-6A85-1820-CB931F071D76}"/>
              </a:ext>
            </a:extLst>
          </p:cNvPr>
          <p:cNvGrpSpPr/>
          <p:nvPr/>
        </p:nvGrpSpPr>
        <p:grpSpPr>
          <a:xfrm>
            <a:off x="11769080" y="11115355"/>
            <a:ext cx="574919" cy="574915"/>
            <a:chOff x="0" y="0"/>
            <a:chExt cx="457200" cy="457200"/>
          </a:xfrm>
        </p:grpSpPr>
        <p:sp>
          <p:nvSpPr>
            <p:cNvPr id="36" name="任意形状 477">
              <a:extLst>
                <a:ext uri="{FF2B5EF4-FFF2-40B4-BE49-F238E27FC236}">
                  <a16:creationId xmlns:a16="http://schemas.microsoft.com/office/drawing/2014/main" id="{4FC75D92-9E6B-AD84-1C30-005B07AE36A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7" name="任意形状 478">
              <a:extLst>
                <a:ext uri="{FF2B5EF4-FFF2-40B4-BE49-F238E27FC236}">
                  <a16:creationId xmlns:a16="http://schemas.microsoft.com/office/drawing/2014/main" id="{BB596B67-B444-146D-2570-251E234FFA7C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3622473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B82377FD-DC96-A505-7DB9-1937E6391CB7}"/>
              </a:ext>
            </a:extLst>
          </p:cNvPr>
          <p:cNvSpPr>
            <a:spLocks/>
          </p:cNvSpPr>
          <p:nvPr/>
        </p:nvSpPr>
        <p:spPr bwMode="auto">
          <a:xfrm>
            <a:off x="8355804" y="4311470"/>
            <a:ext cx="4078887" cy="3644252"/>
          </a:xfrm>
          <a:custGeom>
            <a:avLst/>
            <a:gdLst>
              <a:gd name="T0" fmla="*/ 760 w 763"/>
              <a:gd name="T1" fmla="*/ 216 h 681"/>
              <a:gd name="T2" fmla="*/ 741 w 763"/>
              <a:gd name="T3" fmla="*/ 197 h 681"/>
              <a:gd name="T4" fmla="*/ 720 w 763"/>
              <a:gd name="T5" fmla="*/ 209 h 681"/>
              <a:gd name="T6" fmla="*/ 681 w 763"/>
              <a:gd name="T7" fmla="*/ 196 h 681"/>
              <a:gd name="T8" fmla="*/ 681 w 763"/>
              <a:gd name="T9" fmla="*/ 0 h 681"/>
              <a:gd name="T10" fmla="*/ 612 w 763"/>
              <a:gd name="T11" fmla="*/ 0 h 681"/>
              <a:gd name="T12" fmla="*/ 590 w 763"/>
              <a:gd name="T13" fmla="*/ 106 h 681"/>
              <a:gd name="T14" fmla="*/ 489 w 763"/>
              <a:gd name="T15" fmla="*/ 133 h 681"/>
              <a:gd name="T16" fmla="*/ 417 w 763"/>
              <a:gd name="T17" fmla="*/ 53 h 681"/>
              <a:gd name="T18" fmla="*/ 277 w 763"/>
              <a:gd name="T19" fmla="*/ 134 h 681"/>
              <a:gd name="T20" fmla="*/ 310 w 763"/>
              <a:gd name="T21" fmla="*/ 236 h 681"/>
              <a:gd name="T22" fmla="*/ 236 w 763"/>
              <a:gd name="T23" fmla="*/ 310 h 681"/>
              <a:gd name="T24" fmla="*/ 134 w 763"/>
              <a:gd name="T25" fmla="*/ 277 h 681"/>
              <a:gd name="T26" fmla="*/ 53 w 763"/>
              <a:gd name="T27" fmla="*/ 417 h 681"/>
              <a:gd name="T28" fmla="*/ 133 w 763"/>
              <a:gd name="T29" fmla="*/ 489 h 681"/>
              <a:gd name="T30" fmla="*/ 106 w 763"/>
              <a:gd name="T31" fmla="*/ 590 h 681"/>
              <a:gd name="T32" fmla="*/ 0 w 763"/>
              <a:gd name="T33" fmla="*/ 612 h 681"/>
              <a:gd name="T34" fmla="*/ 0 w 763"/>
              <a:gd name="T35" fmla="*/ 681 h 681"/>
              <a:gd name="T36" fmla="*/ 189 w 763"/>
              <a:gd name="T37" fmla="*/ 681 h 681"/>
              <a:gd name="T38" fmla="*/ 173 w 763"/>
              <a:gd name="T39" fmla="*/ 641 h 681"/>
              <a:gd name="T40" fmla="*/ 208 w 763"/>
              <a:gd name="T41" fmla="*/ 603 h 681"/>
              <a:gd name="T42" fmla="*/ 233 w 763"/>
              <a:gd name="T43" fmla="*/ 599 h 681"/>
              <a:gd name="T44" fmla="*/ 233 w 763"/>
              <a:gd name="T45" fmla="*/ 599 h 681"/>
              <a:gd name="T46" fmla="*/ 258 w 763"/>
              <a:gd name="T47" fmla="*/ 603 h 681"/>
              <a:gd name="T48" fmla="*/ 292 w 763"/>
              <a:gd name="T49" fmla="*/ 641 h 681"/>
              <a:gd name="T50" fmla="*/ 276 w 763"/>
              <a:gd name="T51" fmla="*/ 681 h 681"/>
              <a:gd name="T52" fmla="*/ 379 w 763"/>
              <a:gd name="T53" fmla="*/ 681 h 681"/>
              <a:gd name="T54" fmla="*/ 681 w 763"/>
              <a:gd name="T55" fmla="*/ 379 h 681"/>
              <a:gd name="T56" fmla="*/ 681 w 763"/>
              <a:gd name="T57" fmla="*/ 269 h 681"/>
              <a:gd name="T58" fmla="*/ 720 w 763"/>
              <a:gd name="T59" fmla="*/ 256 h 681"/>
              <a:gd name="T60" fmla="*/ 741 w 763"/>
              <a:gd name="T61" fmla="*/ 269 h 681"/>
              <a:gd name="T62" fmla="*/ 760 w 763"/>
              <a:gd name="T63" fmla="*/ 250 h 681"/>
              <a:gd name="T64" fmla="*/ 763 w 763"/>
              <a:gd name="T65" fmla="*/ 233 h 681"/>
              <a:gd name="T66" fmla="*/ 760 w 763"/>
              <a:gd name="T67" fmla="*/ 216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63" h="681">
                <a:moveTo>
                  <a:pt x="760" y="216"/>
                </a:moveTo>
                <a:cubicBezTo>
                  <a:pt x="757" y="207"/>
                  <a:pt x="751" y="198"/>
                  <a:pt x="741" y="197"/>
                </a:cubicBezTo>
                <a:cubicBezTo>
                  <a:pt x="733" y="195"/>
                  <a:pt x="725" y="202"/>
                  <a:pt x="720" y="209"/>
                </a:cubicBezTo>
                <a:cubicBezTo>
                  <a:pt x="708" y="226"/>
                  <a:pt x="681" y="217"/>
                  <a:pt x="681" y="196"/>
                </a:cubicBezTo>
                <a:cubicBezTo>
                  <a:pt x="681" y="0"/>
                  <a:pt x="681" y="0"/>
                  <a:pt x="681" y="0"/>
                </a:cubicBezTo>
                <a:cubicBezTo>
                  <a:pt x="612" y="0"/>
                  <a:pt x="612" y="0"/>
                  <a:pt x="612" y="0"/>
                </a:cubicBezTo>
                <a:cubicBezTo>
                  <a:pt x="590" y="106"/>
                  <a:pt x="590" y="106"/>
                  <a:pt x="590" y="106"/>
                </a:cubicBezTo>
                <a:cubicBezTo>
                  <a:pt x="555" y="112"/>
                  <a:pt x="521" y="121"/>
                  <a:pt x="489" y="133"/>
                </a:cubicBezTo>
                <a:cubicBezTo>
                  <a:pt x="417" y="53"/>
                  <a:pt x="417" y="53"/>
                  <a:pt x="417" y="53"/>
                </a:cubicBezTo>
                <a:cubicBezTo>
                  <a:pt x="277" y="134"/>
                  <a:pt x="277" y="134"/>
                  <a:pt x="277" y="134"/>
                </a:cubicBezTo>
                <a:cubicBezTo>
                  <a:pt x="310" y="236"/>
                  <a:pt x="310" y="236"/>
                  <a:pt x="310" y="236"/>
                </a:cubicBezTo>
                <a:cubicBezTo>
                  <a:pt x="283" y="259"/>
                  <a:pt x="259" y="283"/>
                  <a:pt x="236" y="310"/>
                </a:cubicBezTo>
                <a:cubicBezTo>
                  <a:pt x="134" y="277"/>
                  <a:pt x="134" y="277"/>
                  <a:pt x="134" y="277"/>
                </a:cubicBezTo>
                <a:cubicBezTo>
                  <a:pt x="53" y="417"/>
                  <a:pt x="53" y="417"/>
                  <a:pt x="53" y="417"/>
                </a:cubicBezTo>
                <a:cubicBezTo>
                  <a:pt x="133" y="489"/>
                  <a:pt x="133" y="489"/>
                  <a:pt x="133" y="489"/>
                </a:cubicBezTo>
                <a:cubicBezTo>
                  <a:pt x="121" y="521"/>
                  <a:pt x="112" y="555"/>
                  <a:pt x="106" y="590"/>
                </a:cubicBezTo>
                <a:cubicBezTo>
                  <a:pt x="0" y="612"/>
                  <a:pt x="0" y="612"/>
                  <a:pt x="0" y="612"/>
                </a:cubicBezTo>
                <a:cubicBezTo>
                  <a:pt x="0" y="681"/>
                  <a:pt x="0" y="681"/>
                  <a:pt x="0" y="681"/>
                </a:cubicBezTo>
                <a:cubicBezTo>
                  <a:pt x="189" y="681"/>
                  <a:pt x="189" y="681"/>
                  <a:pt x="189" y="681"/>
                </a:cubicBezTo>
                <a:cubicBezTo>
                  <a:pt x="177" y="670"/>
                  <a:pt x="171" y="655"/>
                  <a:pt x="173" y="641"/>
                </a:cubicBezTo>
                <a:cubicBezTo>
                  <a:pt x="176" y="624"/>
                  <a:pt x="189" y="610"/>
                  <a:pt x="208" y="603"/>
                </a:cubicBezTo>
                <a:cubicBezTo>
                  <a:pt x="215" y="601"/>
                  <a:pt x="224" y="599"/>
                  <a:pt x="233" y="599"/>
                </a:cubicBezTo>
                <a:cubicBezTo>
                  <a:pt x="233" y="599"/>
                  <a:pt x="233" y="599"/>
                  <a:pt x="233" y="599"/>
                </a:cubicBezTo>
                <a:cubicBezTo>
                  <a:pt x="242" y="599"/>
                  <a:pt x="250" y="601"/>
                  <a:pt x="258" y="603"/>
                </a:cubicBezTo>
                <a:cubicBezTo>
                  <a:pt x="277" y="610"/>
                  <a:pt x="290" y="624"/>
                  <a:pt x="292" y="641"/>
                </a:cubicBezTo>
                <a:cubicBezTo>
                  <a:pt x="295" y="655"/>
                  <a:pt x="289" y="670"/>
                  <a:pt x="276" y="681"/>
                </a:cubicBezTo>
                <a:cubicBezTo>
                  <a:pt x="379" y="681"/>
                  <a:pt x="379" y="681"/>
                  <a:pt x="379" y="681"/>
                </a:cubicBezTo>
                <a:cubicBezTo>
                  <a:pt x="386" y="517"/>
                  <a:pt x="517" y="386"/>
                  <a:pt x="681" y="379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681" y="249"/>
                  <a:pt x="708" y="240"/>
                  <a:pt x="720" y="256"/>
                </a:cubicBezTo>
                <a:cubicBezTo>
                  <a:pt x="725" y="263"/>
                  <a:pt x="733" y="270"/>
                  <a:pt x="741" y="269"/>
                </a:cubicBezTo>
                <a:cubicBezTo>
                  <a:pt x="751" y="267"/>
                  <a:pt x="757" y="258"/>
                  <a:pt x="760" y="250"/>
                </a:cubicBezTo>
                <a:cubicBezTo>
                  <a:pt x="762" y="245"/>
                  <a:pt x="763" y="239"/>
                  <a:pt x="763" y="233"/>
                </a:cubicBezTo>
                <a:cubicBezTo>
                  <a:pt x="763" y="227"/>
                  <a:pt x="762" y="221"/>
                  <a:pt x="760" y="21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B25372E4-80BF-4D8B-21DA-FCAD1D1F00C6}"/>
              </a:ext>
            </a:extLst>
          </p:cNvPr>
          <p:cNvSpPr>
            <a:spLocks/>
          </p:cNvSpPr>
          <p:nvPr/>
        </p:nvSpPr>
        <p:spPr bwMode="auto">
          <a:xfrm>
            <a:off x="8355803" y="7643674"/>
            <a:ext cx="3639795" cy="4083345"/>
          </a:xfrm>
          <a:custGeom>
            <a:avLst/>
            <a:gdLst>
              <a:gd name="T0" fmla="*/ 216 w 681"/>
              <a:gd name="T1" fmla="*/ 3 h 763"/>
              <a:gd name="T2" fmla="*/ 197 w 681"/>
              <a:gd name="T3" fmla="*/ 22 h 763"/>
              <a:gd name="T4" fmla="*/ 209 w 681"/>
              <a:gd name="T5" fmla="*/ 43 h 763"/>
              <a:gd name="T6" fmla="*/ 196 w 681"/>
              <a:gd name="T7" fmla="*/ 82 h 763"/>
              <a:gd name="T8" fmla="*/ 0 w 681"/>
              <a:gd name="T9" fmla="*/ 82 h 763"/>
              <a:gd name="T10" fmla="*/ 0 w 681"/>
              <a:gd name="T11" fmla="*/ 151 h 763"/>
              <a:gd name="T12" fmla="*/ 106 w 681"/>
              <a:gd name="T13" fmla="*/ 173 h 763"/>
              <a:gd name="T14" fmla="*/ 133 w 681"/>
              <a:gd name="T15" fmla="*/ 274 h 763"/>
              <a:gd name="T16" fmla="*/ 53 w 681"/>
              <a:gd name="T17" fmla="*/ 346 h 763"/>
              <a:gd name="T18" fmla="*/ 134 w 681"/>
              <a:gd name="T19" fmla="*/ 486 h 763"/>
              <a:gd name="T20" fmla="*/ 236 w 681"/>
              <a:gd name="T21" fmla="*/ 453 h 763"/>
              <a:gd name="T22" fmla="*/ 310 w 681"/>
              <a:gd name="T23" fmla="*/ 527 h 763"/>
              <a:gd name="T24" fmla="*/ 277 w 681"/>
              <a:gd name="T25" fmla="*/ 629 h 763"/>
              <a:gd name="T26" fmla="*/ 417 w 681"/>
              <a:gd name="T27" fmla="*/ 710 h 763"/>
              <a:gd name="T28" fmla="*/ 489 w 681"/>
              <a:gd name="T29" fmla="*/ 630 h 763"/>
              <a:gd name="T30" fmla="*/ 590 w 681"/>
              <a:gd name="T31" fmla="*/ 657 h 763"/>
              <a:gd name="T32" fmla="*/ 612 w 681"/>
              <a:gd name="T33" fmla="*/ 763 h 763"/>
              <a:gd name="T34" fmla="*/ 681 w 681"/>
              <a:gd name="T35" fmla="*/ 763 h 763"/>
              <a:gd name="T36" fmla="*/ 681 w 681"/>
              <a:gd name="T37" fmla="*/ 574 h 763"/>
              <a:gd name="T38" fmla="*/ 641 w 681"/>
              <a:gd name="T39" fmla="*/ 590 h 763"/>
              <a:gd name="T40" fmla="*/ 603 w 681"/>
              <a:gd name="T41" fmla="*/ 555 h 763"/>
              <a:gd name="T42" fmla="*/ 599 w 681"/>
              <a:gd name="T43" fmla="*/ 530 h 763"/>
              <a:gd name="T44" fmla="*/ 599 w 681"/>
              <a:gd name="T45" fmla="*/ 530 h 763"/>
              <a:gd name="T46" fmla="*/ 603 w 681"/>
              <a:gd name="T47" fmla="*/ 505 h 763"/>
              <a:gd name="T48" fmla="*/ 641 w 681"/>
              <a:gd name="T49" fmla="*/ 471 h 763"/>
              <a:gd name="T50" fmla="*/ 681 w 681"/>
              <a:gd name="T51" fmla="*/ 487 h 763"/>
              <a:gd name="T52" fmla="*/ 681 w 681"/>
              <a:gd name="T53" fmla="*/ 384 h 763"/>
              <a:gd name="T54" fmla="*/ 379 w 681"/>
              <a:gd name="T55" fmla="*/ 82 h 763"/>
              <a:gd name="T56" fmla="*/ 269 w 681"/>
              <a:gd name="T57" fmla="*/ 82 h 763"/>
              <a:gd name="T58" fmla="*/ 256 w 681"/>
              <a:gd name="T59" fmla="*/ 43 h 763"/>
              <a:gd name="T60" fmla="*/ 269 w 681"/>
              <a:gd name="T61" fmla="*/ 22 h 763"/>
              <a:gd name="T62" fmla="*/ 250 w 681"/>
              <a:gd name="T63" fmla="*/ 3 h 763"/>
              <a:gd name="T64" fmla="*/ 233 w 681"/>
              <a:gd name="T65" fmla="*/ 0 h 763"/>
              <a:gd name="T66" fmla="*/ 216 w 681"/>
              <a:gd name="T67" fmla="*/ 3 h 7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81" h="763">
                <a:moveTo>
                  <a:pt x="216" y="3"/>
                </a:moveTo>
                <a:cubicBezTo>
                  <a:pt x="207" y="6"/>
                  <a:pt x="198" y="12"/>
                  <a:pt x="197" y="22"/>
                </a:cubicBezTo>
                <a:cubicBezTo>
                  <a:pt x="195" y="30"/>
                  <a:pt x="202" y="38"/>
                  <a:pt x="209" y="43"/>
                </a:cubicBezTo>
                <a:cubicBezTo>
                  <a:pt x="226" y="55"/>
                  <a:pt x="217" y="82"/>
                  <a:pt x="196" y="82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151"/>
                  <a:pt x="0" y="151"/>
                  <a:pt x="0" y="151"/>
                </a:cubicBezTo>
                <a:cubicBezTo>
                  <a:pt x="106" y="173"/>
                  <a:pt x="106" y="173"/>
                  <a:pt x="106" y="173"/>
                </a:cubicBezTo>
                <a:cubicBezTo>
                  <a:pt x="112" y="208"/>
                  <a:pt x="121" y="242"/>
                  <a:pt x="133" y="274"/>
                </a:cubicBezTo>
                <a:cubicBezTo>
                  <a:pt x="53" y="346"/>
                  <a:pt x="53" y="346"/>
                  <a:pt x="53" y="346"/>
                </a:cubicBezTo>
                <a:cubicBezTo>
                  <a:pt x="134" y="486"/>
                  <a:pt x="134" y="486"/>
                  <a:pt x="134" y="486"/>
                </a:cubicBezTo>
                <a:cubicBezTo>
                  <a:pt x="236" y="453"/>
                  <a:pt x="236" y="453"/>
                  <a:pt x="236" y="453"/>
                </a:cubicBezTo>
                <a:cubicBezTo>
                  <a:pt x="259" y="480"/>
                  <a:pt x="283" y="504"/>
                  <a:pt x="310" y="527"/>
                </a:cubicBezTo>
                <a:cubicBezTo>
                  <a:pt x="277" y="629"/>
                  <a:pt x="277" y="629"/>
                  <a:pt x="277" y="629"/>
                </a:cubicBezTo>
                <a:cubicBezTo>
                  <a:pt x="417" y="710"/>
                  <a:pt x="417" y="710"/>
                  <a:pt x="417" y="710"/>
                </a:cubicBezTo>
                <a:cubicBezTo>
                  <a:pt x="489" y="630"/>
                  <a:pt x="489" y="630"/>
                  <a:pt x="489" y="630"/>
                </a:cubicBezTo>
                <a:cubicBezTo>
                  <a:pt x="521" y="642"/>
                  <a:pt x="555" y="651"/>
                  <a:pt x="590" y="657"/>
                </a:cubicBezTo>
                <a:cubicBezTo>
                  <a:pt x="612" y="763"/>
                  <a:pt x="612" y="763"/>
                  <a:pt x="612" y="763"/>
                </a:cubicBezTo>
                <a:cubicBezTo>
                  <a:pt x="681" y="763"/>
                  <a:pt x="681" y="763"/>
                  <a:pt x="681" y="763"/>
                </a:cubicBezTo>
                <a:cubicBezTo>
                  <a:pt x="681" y="574"/>
                  <a:pt x="681" y="574"/>
                  <a:pt x="681" y="574"/>
                </a:cubicBezTo>
                <a:cubicBezTo>
                  <a:pt x="670" y="586"/>
                  <a:pt x="655" y="592"/>
                  <a:pt x="641" y="590"/>
                </a:cubicBezTo>
                <a:cubicBezTo>
                  <a:pt x="624" y="587"/>
                  <a:pt x="610" y="574"/>
                  <a:pt x="603" y="555"/>
                </a:cubicBezTo>
                <a:cubicBezTo>
                  <a:pt x="601" y="548"/>
                  <a:pt x="599" y="539"/>
                  <a:pt x="599" y="530"/>
                </a:cubicBezTo>
                <a:cubicBezTo>
                  <a:pt x="599" y="530"/>
                  <a:pt x="599" y="530"/>
                  <a:pt x="599" y="530"/>
                </a:cubicBezTo>
                <a:cubicBezTo>
                  <a:pt x="599" y="521"/>
                  <a:pt x="601" y="513"/>
                  <a:pt x="603" y="505"/>
                </a:cubicBezTo>
                <a:cubicBezTo>
                  <a:pt x="610" y="486"/>
                  <a:pt x="624" y="473"/>
                  <a:pt x="641" y="471"/>
                </a:cubicBezTo>
                <a:cubicBezTo>
                  <a:pt x="655" y="468"/>
                  <a:pt x="670" y="474"/>
                  <a:pt x="681" y="487"/>
                </a:cubicBezTo>
                <a:cubicBezTo>
                  <a:pt x="681" y="384"/>
                  <a:pt x="681" y="384"/>
                  <a:pt x="681" y="384"/>
                </a:cubicBezTo>
                <a:cubicBezTo>
                  <a:pt x="517" y="377"/>
                  <a:pt x="386" y="246"/>
                  <a:pt x="379" y="82"/>
                </a:cubicBezTo>
                <a:cubicBezTo>
                  <a:pt x="269" y="82"/>
                  <a:pt x="269" y="82"/>
                  <a:pt x="269" y="82"/>
                </a:cubicBezTo>
                <a:cubicBezTo>
                  <a:pt x="249" y="82"/>
                  <a:pt x="240" y="55"/>
                  <a:pt x="256" y="43"/>
                </a:cubicBezTo>
                <a:cubicBezTo>
                  <a:pt x="263" y="38"/>
                  <a:pt x="270" y="30"/>
                  <a:pt x="269" y="22"/>
                </a:cubicBezTo>
                <a:cubicBezTo>
                  <a:pt x="267" y="12"/>
                  <a:pt x="258" y="6"/>
                  <a:pt x="250" y="3"/>
                </a:cubicBezTo>
                <a:cubicBezTo>
                  <a:pt x="245" y="1"/>
                  <a:pt x="239" y="0"/>
                  <a:pt x="233" y="0"/>
                </a:cubicBezTo>
                <a:cubicBezTo>
                  <a:pt x="227" y="0"/>
                  <a:pt x="221" y="1"/>
                  <a:pt x="216" y="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61502D7F-4DFA-33BD-592A-3E5532581C47}"/>
              </a:ext>
            </a:extLst>
          </p:cNvPr>
          <p:cNvSpPr>
            <a:spLocks/>
          </p:cNvSpPr>
          <p:nvPr/>
        </p:nvSpPr>
        <p:spPr bwMode="auto">
          <a:xfrm>
            <a:off x="11685781" y="8082769"/>
            <a:ext cx="4078887" cy="3644252"/>
          </a:xfrm>
          <a:custGeom>
            <a:avLst/>
            <a:gdLst>
              <a:gd name="T0" fmla="*/ 3 w 763"/>
              <a:gd name="T1" fmla="*/ 465 h 681"/>
              <a:gd name="T2" fmla="*/ 22 w 763"/>
              <a:gd name="T3" fmla="*/ 484 h 681"/>
              <a:gd name="T4" fmla="*/ 43 w 763"/>
              <a:gd name="T5" fmla="*/ 472 h 681"/>
              <a:gd name="T6" fmla="*/ 82 w 763"/>
              <a:gd name="T7" fmla="*/ 485 h 681"/>
              <a:gd name="T8" fmla="*/ 82 w 763"/>
              <a:gd name="T9" fmla="*/ 681 h 681"/>
              <a:gd name="T10" fmla="*/ 151 w 763"/>
              <a:gd name="T11" fmla="*/ 681 h 681"/>
              <a:gd name="T12" fmla="*/ 173 w 763"/>
              <a:gd name="T13" fmla="*/ 575 h 681"/>
              <a:gd name="T14" fmla="*/ 274 w 763"/>
              <a:gd name="T15" fmla="*/ 548 h 681"/>
              <a:gd name="T16" fmla="*/ 346 w 763"/>
              <a:gd name="T17" fmla="*/ 628 h 681"/>
              <a:gd name="T18" fmla="*/ 486 w 763"/>
              <a:gd name="T19" fmla="*/ 547 h 681"/>
              <a:gd name="T20" fmla="*/ 453 w 763"/>
              <a:gd name="T21" fmla="*/ 445 h 681"/>
              <a:gd name="T22" fmla="*/ 527 w 763"/>
              <a:gd name="T23" fmla="*/ 371 h 681"/>
              <a:gd name="T24" fmla="*/ 629 w 763"/>
              <a:gd name="T25" fmla="*/ 404 h 681"/>
              <a:gd name="T26" fmla="*/ 710 w 763"/>
              <a:gd name="T27" fmla="*/ 264 h 681"/>
              <a:gd name="T28" fmla="*/ 630 w 763"/>
              <a:gd name="T29" fmla="*/ 192 h 681"/>
              <a:gd name="T30" fmla="*/ 657 w 763"/>
              <a:gd name="T31" fmla="*/ 91 h 681"/>
              <a:gd name="T32" fmla="*/ 763 w 763"/>
              <a:gd name="T33" fmla="*/ 69 h 681"/>
              <a:gd name="T34" fmla="*/ 763 w 763"/>
              <a:gd name="T35" fmla="*/ 0 h 681"/>
              <a:gd name="T36" fmla="*/ 574 w 763"/>
              <a:gd name="T37" fmla="*/ 0 h 681"/>
              <a:gd name="T38" fmla="*/ 590 w 763"/>
              <a:gd name="T39" fmla="*/ 40 h 681"/>
              <a:gd name="T40" fmla="*/ 555 w 763"/>
              <a:gd name="T41" fmla="*/ 78 h 681"/>
              <a:gd name="T42" fmla="*/ 530 w 763"/>
              <a:gd name="T43" fmla="*/ 82 h 681"/>
              <a:gd name="T44" fmla="*/ 530 w 763"/>
              <a:gd name="T45" fmla="*/ 82 h 681"/>
              <a:gd name="T46" fmla="*/ 505 w 763"/>
              <a:gd name="T47" fmla="*/ 78 h 681"/>
              <a:gd name="T48" fmla="*/ 471 w 763"/>
              <a:gd name="T49" fmla="*/ 40 h 681"/>
              <a:gd name="T50" fmla="*/ 487 w 763"/>
              <a:gd name="T51" fmla="*/ 0 h 681"/>
              <a:gd name="T52" fmla="*/ 384 w 763"/>
              <a:gd name="T53" fmla="*/ 0 h 681"/>
              <a:gd name="T54" fmla="*/ 82 w 763"/>
              <a:gd name="T55" fmla="*/ 302 h 681"/>
              <a:gd name="T56" fmla="*/ 82 w 763"/>
              <a:gd name="T57" fmla="*/ 412 h 681"/>
              <a:gd name="T58" fmla="*/ 43 w 763"/>
              <a:gd name="T59" fmla="*/ 425 h 681"/>
              <a:gd name="T60" fmla="*/ 22 w 763"/>
              <a:gd name="T61" fmla="*/ 412 h 681"/>
              <a:gd name="T62" fmla="*/ 3 w 763"/>
              <a:gd name="T63" fmla="*/ 431 h 681"/>
              <a:gd name="T64" fmla="*/ 0 w 763"/>
              <a:gd name="T65" fmla="*/ 448 h 681"/>
              <a:gd name="T66" fmla="*/ 3 w 763"/>
              <a:gd name="T67" fmla="*/ 465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63" h="681">
                <a:moveTo>
                  <a:pt x="3" y="465"/>
                </a:moveTo>
                <a:cubicBezTo>
                  <a:pt x="6" y="474"/>
                  <a:pt x="12" y="483"/>
                  <a:pt x="22" y="484"/>
                </a:cubicBezTo>
                <a:cubicBezTo>
                  <a:pt x="30" y="486"/>
                  <a:pt x="38" y="479"/>
                  <a:pt x="43" y="472"/>
                </a:cubicBezTo>
                <a:cubicBezTo>
                  <a:pt x="55" y="455"/>
                  <a:pt x="82" y="464"/>
                  <a:pt x="82" y="485"/>
                </a:cubicBezTo>
                <a:cubicBezTo>
                  <a:pt x="82" y="681"/>
                  <a:pt x="82" y="681"/>
                  <a:pt x="82" y="681"/>
                </a:cubicBezTo>
                <a:cubicBezTo>
                  <a:pt x="151" y="681"/>
                  <a:pt x="151" y="681"/>
                  <a:pt x="151" y="681"/>
                </a:cubicBezTo>
                <a:cubicBezTo>
                  <a:pt x="173" y="575"/>
                  <a:pt x="173" y="575"/>
                  <a:pt x="173" y="575"/>
                </a:cubicBezTo>
                <a:cubicBezTo>
                  <a:pt x="208" y="569"/>
                  <a:pt x="242" y="560"/>
                  <a:pt x="274" y="548"/>
                </a:cubicBezTo>
                <a:cubicBezTo>
                  <a:pt x="346" y="628"/>
                  <a:pt x="346" y="628"/>
                  <a:pt x="346" y="628"/>
                </a:cubicBezTo>
                <a:cubicBezTo>
                  <a:pt x="486" y="547"/>
                  <a:pt x="486" y="547"/>
                  <a:pt x="486" y="547"/>
                </a:cubicBezTo>
                <a:cubicBezTo>
                  <a:pt x="453" y="445"/>
                  <a:pt x="453" y="445"/>
                  <a:pt x="453" y="445"/>
                </a:cubicBezTo>
                <a:cubicBezTo>
                  <a:pt x="480" y="422"/>
                  <a:pt x="504" y="398"/>
                  <a:pt x="527" y="371"/>
                </a:cubicBezTo>
                <a:cubicBezTo>
                  <a:pt x="629" y="404"/>
                  <a:pt x="629" y="404"/>
                  <a:pt x="629" y="404"/>
                </a:cubicBezTo>
                <a:cubicBezTo>
                  <a:pt x="710" y="264"/>
                  <a:pt x="710" y="264"/>
                  <a:pt x="710" y="264"/>
                </a:cubicBezTo>
                <a:cubicBezTo>
                  <a:pt x="630" y="192"/>
                  <a:pt x="630" y="192"/>
                  <a:pt x="630" y="192"/>
                </a:cubicBezTo>
                <a:cubicBezTo>
                  <a:pt x="642" y="160"/>
                  <a:pt x="651" y="126"/>
                  <a:pt x="657" y="91"/>
                </a:cubicBezTo>
                <a:cubicBezTo>
                  <a:pt x="763" y="69"/>
                  <a:pt x="763" y="69"/>
                  <a:pt x="763" y="69"/>
                </a:cubicBezTo>
                <a:cubicBezTo>
                  <a:pt x="763" y="0"/>
                  <a:pt x="763" y="0"/>
                  <a:pt x="763" y="0"/>
                </a:cubicBezTo>
                <a:cubicBezTo>
                  <a:pt x="574" y="0"/>
                  <a:pt x="574" y="0"/>
                  <a:pt x="574" y="0"/>
                </a:cubicBezTo>
                <a:cubicBezTo>
                  <a:pt x="586" y="11"/>
                  <a:pt x="592" y="26"/>
                  <a:pt x="590" y="40"/>
                </a:cubicBezTo>
                <a:cubicBezTo>
                  <a:pt x="587" y="57"/>
                  <a:pt x="574" y="71"/>
                  <a:pt x="555" y="78"/>
                </a:cubicBezTo>
                <a:cubicBezTo>
                  <a:pt x="548" y="80"/>
                  <a:pt x="539" y="82"/>
                  <a:pt x="530" y="82"/>
                </a:cubicBezTo>
                <a:cubicBezTo>
                  <a:pt x="530" y="82"/>
                  <a:pt x="530" y="82"/>
                  <a:pt x="530" y="82"/>
                </a:cubicBezTo>
                <a:cubicBezTo>
                  <a:pt x="521" y="82"/>
                  <a:pt x="513" y="80"/>
                  <a:pt x="505" y="78"/>
                </a:cubicBezTo>
                <a:cubicBezTo>
                  <a:pt x="486" y="71"/>
                  <a:pt x="473" y="57"/>
                  <a:pt x="471" y="40"/>
                </a:cubicBezTo>
                <a:cubicBezTo>
                  <a:pt x="468" y="26"/>
                  <a:pt x="474" y="11"/>
                  <a:pt x="487" y="0"/>
                </a:cubicBezTo>
                <a:cubicBezTo>
                  <a:pt x="384" y="0"/>
                  <a:pt x="384" y="0"/>
                  <a:pt x="384" y="0"/>
                </a:cubicBezTo>
                <a:cubicBezTo>
                  <a:pt x="377" y="164"/>
                  <a:pt x="246" y="295"/>
                  <a:pt x="82" y="302"/>
                </a:cubicBezTo>
                <a:cubicBezTo>
                  <a:pt x="82" y="412"/>
                  <a:pt x="82" y="412"/>
                  <a:pt x="82" y="412"/>
                </a:cubicBezTo>
                <a:cubicBezTo>
                  <a:pt x="82" y="432"/>
                  <a:pt x="55" y="441"/>
                  <a:pt x="43" y="425"/>
                </a:cubicBezTo>
                <a:cubicBezTo>
                  <a:pt x="38" y="418"/>
                  <a:pt x="30" y="411"/>
                  <a:pt x="22" y="412"/>
                </a:cubicBezTo>
                <a:cubicBezTo>
                  <a:pt x="12" y="414"/>
                  <a:pt x="6" y="423"/>
                  <a:pt x="3" y="431"/>
                </a:cubicBezTo>
                <a:cubicBezTo>
                  <a:pt x="1" y="436"/>
                  <a:pt x="0" y="442"/>
                  <a:pt x="0" y="448"/>
                </a:cubicBezTo>
                <a:cubicBezTo>
                  <a:pt x="0" y="454"/>
                  <a:pt x="1" y="460"/>
                  <a:pt x="3" y="465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54BBDE79-5B68-7DCB-4328-D743BDBAE006}"/>
              </a:ext>
            </a:extLst>
          </p:cNvPr>
          <p:cNvSpPr>
            <a:spLocks/>
          </p:cNvSpPr>
          <p:nvPr/>
        </p:nvSpPr>
        <p:spPr bwMode="auto">
          <a:xfrm>
            <a:off x="12124874" y="4311469"/>
            <a:ext cx="3639795" cy="4083345"/>
          </a:xfrm>
          <a:custGeom>
            <a:avLst/>
            <a:gdLst>
              <a:gd name="T0" fmla="*/ 465 w 681"/>
              <a:gd name="T1" fmla="*/ 760 h 763"/>
              <a:gd name="T2" fmla="*/ 484 w 681"/>
              <a:gd name="T3" fmla="*/ 741 h 763"/>
              <a:gd name="T4" fmla="*/ 472 w 681"/>
              <a:gd name="T5" fmla="*/ 720 h 763"/>
              <a:gd name="T6" fmla="*/ 485 w 681"/>
              <a:gd name="T7" fmla="*/ 681 h 763"/>
              <a:gd name="T8" fmla="*/ 681 w 681"/>
              <a:gd name="T9" fmla="*/ 681 h 763"/>
              <a:gd name="T10" fmla="*/ 681 w 681"/>
              <a:gd name="T11" fmla="*/ 612 h 763"/>
              <a:gd name="T12" fmla="*/ 575 w 681"/>
              <a:gd name="T13" fmla="*/ 590 h 763"/>
              <a:gd name="T14" fmla="*/ 548 w 681"/>
              <a:gd name="T15" fmla="*/ 489 h 763"/>
              <a:gd name="T16" fmla="*/ 628 w 681"/>
              <a:gd name="T17" fmla="*/ 417 h 763"/>
              <a:gd name="T18" fmla="*/ 547 w 681"/>
              <a:gd name="T19" fmla="*/ 277 h 763"/>
              <a:gd name="T20" fmla="*/ 445 w 681"/>
              <a:gd name="T21" fmla="*/ 310 h 763"/>
              <a:gd name="T22" fmla="*/ 371 w 681"/>
              <a:gd name="T23" fmla="*/ 236 h 763"/>
              <a:gd name="T24" fmla="*/ 404 w 681"/>
              <a:gd name="T25" fmla="*/ 134 h 763"/>
              <a:gd name="T26" fmla="*/ 264 w 681"/>
              <a:gd name="T27" fmla="*/ 53 h 763"/>
              <a:gd name="T28" fmla="*/ 192 w 681"/>
              <a:gd name="T29" fmla="*/ 133 h 763"/>
              <a:gd name="T30" fmla="*/ 91 w 681"/>
              <a:gd name="T31" fmla="*/ 106 h 763"/>
              <a:gd name="T32" fmla="*/ 69 w 681"/>
              <a:gd name="T33" fmla="*/ 0 h 763"/>
              <a:gd name="T34" fmla="*/ 0 w 681"/>
              <a:gd name="T35" fmla="*/ 0 h 763"/>
              <a:gd name="T36" fmla="*/ 0 w 681"/>
              <a:gd name="T37" fmla="*/ 189 h 763"/>
              <a:gd name="T38" fmla="*/ 40 w 681"/>
              <a:gd name="T39" fmla="*/ 173 h 763"/>
              <a:gd name="T40" fmla="*/ 78 w 681"/>
              <a:gd name="T41" fmla="*/ 208 h 763"/>
              <a:gd name="T42" fmla="*/ 82 w 681"/>
              <a:gd name="T43" fmla="*/ 233 h 763"/>
              <a:gd name="T44" fmla="*/ 82 w 681"/>
              <a:gd name="T45" fmla="*/ 233 h 763"/>
              <a:gd name="T46" fmla="*/ 78 w 681"/>
              <a:gd name="T47" fmla="*/ 258 h 763"/>
              <a:gd name="T48" fmla="*/ 40 w 681"/>
              <a:gd name="T49" fmla="*/ 292 h 763"/>
              <a:gd name="T50" fmla="*/ 0 w 681"/>
              <a:gd name="T51" fmla="*/ 276 h 763"/>
              <a:gd name="T52" fmla="*/ 0 w 681"/>
              <a:gd name="T53" fmla="*/ 379 h 763"/>
              <a:gd name="T54" fmla="*/ 302 w 681"/>
              <a:gd name="T55" fmla="*/ 681 h 763"/>
              <a:gd name="T56" fmla="*/ 412 w 681"/>
              <a:gd name="T57" fmla="*/ 681 h 763"/>
              <a:gd name="T58" fmla="*/ 425 w 681"/>
              <a:gd name="T59" fmla="*/ 720 h 763"/>
              <a:gd name="T60" fmla="*/ 412 w 681"/>
              <a:gd name="T61" fmla="*/ 741 h 763"/>
              <a:gd name="T62" fmla="*/ 431 w 681"/>
              <a:gd name="T63" fmla="*/ 760 h 763"/>
              <a:gd name="T64" fmla="*/ 448 w 681"/>
              <a:gd name="T65" fmla="*/ 763 h 763"/>
              <a:gd name="T66" fmla="*/ 465 w 681"/>
              <a:gd name="T67" fmla="*/ 760 h 7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681" h="763">
                <a:moveTo>
                  <a:pt x="465" y="760"/>
                </a:moveTo>
                <a:cubicBezTo>
                  <a:pt x="474" y="757"/>
                  <a:pt x="483" y="751"/>
                  <a:pt x="484" y="741"/>
                </a:cubicBezTo>
                <a:cubicBezTo>
                  <a:pt x="486" y="733"/>
                  <a:pt x="479" y="725"/>
                  <a:pt x="472" y="720"/>
                </a:cubicBezTo>
                <a:cubicBezTo>
                  <a:pt x="455" y="708"/>
                  <a:pt x="464" y="681"/>
                  <a:pt x="485" y="681"/>
                </a:cubicBezTo>
                <a:cubicBezTo>
                  <a:pt x="681" y="681"/>
                  <a:pt x="681" y="681"/>
                  <a:pt x="681" y="681"/>
                </a:cubicBezTo>
                <a:cubicBezTo>
                  <a:pt x="681" y="612"/>
                  <a:pt x="681" y="612"/>
                  <a:pt x="681" y="612"/>
                </a:cubicBezTo>
                <a:cubicBezTo>
                  <a:pt x="575" y="590"/>
                  <a:pt x="575" y="590"/>
                  <a:pt x="575" y="590"/>
                </a:cubicBezTo>
                <a:cubicBezTo>
                  <a:pt x="569" y="555"/>
                  <a:pt x="560" y="521"/>
                  <a:pt x="548" y="489"/>
                </a:cubicBezTo>
                <a:cubicBezTo>
                  <a:pt x="628" y="417"/>
                  <a:pt x="628" y="417"/>
                  <a:pt x="628" y="417"/>
                </a:cubicBezTo>
                <a:cubicBezTo>
                  <a:pt x="547" y="277"/>
                  <a:pt x="547" y="277"/>
                  <a:pt x="547" y="277"/>
                </a:cubicBezTo>
                <a:cubicBezTo>
                  <a:pt x="445" y="310"/>
                  <a:pt x="445" y="310"/>
                  <a:pt x="445" y="310"/>
                </a:cubicBezTo>
                <a:cubicBezTo>
                  <a:pt x="422" y="283"/>
                  <a:pt x="398" y="259"/>
                  <a:pt x="371" y="236"/>
                </a:cubicBezTo>
                <a:cubicBezTo>
                  <a:pt x="404" y="134"/>
                  <a:pt x="404" y="134"/>
                  <a:pt x="404" y="134"/>
                </a:cubicBezTo>
                <a:cubicBezTo>
                  <a:pt x="264" y="53"/>
                  <a:pt x="264" y="53"/>
                  <a:pt x="264" y="53"/>
                </a:cubicBezTo>
                <a:cubicBezTo>
                  <a:pt x="192" y="133"/>
                  <a:pt x="192" y="133"/>
                  <a:pt x="192" y="133"/>
                </a:cubicBezTo>
                <a:cubicBezTo>
                  <a:pt x="160" y="121"/>
                  <a:pt x="126" y="112"/>
                  <a:pt x="91" y="106"/>
                </a:cubicBezTo>
                <a:cubicBezTo>
                  <a:pt x="69" y="0"/>
                  <a:pt x="69" y="0"/>
                  <a:pt x="69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9"/>
                  <a:pt x="0" y="189"/>
                  <a:pt x="0" y="189"/>
                </a:cubicBezTo>
                <a:cubicBezTo>
                  <a:pt x="11" y="177"/>
                  <a:pt x="26" y="171"/>
                  <a:pt x="40" y="173"/>
                </a:cubicBezTo>
                <a:cubicBezTo>
                  <a:pt x="57" y="176"/>
                  <a:pt x="71" y="189"/>
                  <a:pt x="78" y="208"/>
                </a:cubicBezTo>
                <a:cubicBezTo>
                  <a:pt x="80" y="215"/>
                  <a:pt x="82" y="224"/>
                  <a:pt x="82" y="233"/>
                </a:cubicBezTo>
                <a:cubicBezTo>
                  <a:pt x="82" y="233"/>
                  <a:pt x="82" y="233"/>
                  <a:pt x="82" y="233"/>
                </a:cubicBezTo>
                <a:cubicBezTo>
                  <a:pt x="82" y="242"/>
                  <a:pt x="80" y="250"/>
                  <a:pt x="78" y="258"/>
                </a:cubicBezTo>
                <a:cubicBezTo>
                  <a:pt x="71" y="277"/>
                  <a:pt x="57" y="290"/>
                  <a:pt x="40" y="292"/>
                </a:cubicBezTo>
                <a:cubicBezTo>
                  <a:pt x="26" y="295"/>
                  <a:pt x="11" y="289"/>
                  <a:pt x="0" y="276"/>
                </a:cubicBezTo>
                <a:cubicBezTo>
                  <a:pt x="0" y="379"/>
                  <a:pt x="0" y="379"/>
                  <a:pt x="0" y="379"/>
                </a:cubicBezTo>
                <a:cubicBezTo>
                  <a:pt x="164" y="386"/>
                  <a:pt x="295" y="517"/>
                  <a:pt x="302" y="681"/>
                </a:cubicBezTo>
                <a:cubicBezTo>
                  <a:pt x="412" y="681"/>
                  <a:pt x="412" y="681"/>
                  <a:pt x="412" y="681"/>
                </a:cubicBezTo>
                <a:cubicBezTo>
                  <a:pt x="432" y="681"/>
                  <a:pt x="441" y="708"/>
                  <a:pt x="425" y="720"/>
                </a:cubicBezTo>
                <a:cubicBezTo>
                  <a:pt x="418" y="725"/>
                  <a:pt x="411" y="733"/>
                  <a:pt x="412" y="741"/>
                </a:cubicBezTo>
                <a:cubicBezTo>
                  <a:pt x="414" y="751"/>
                  <a:pt x="423" y="757"/>
                  <a:pt x="431" y="760"/>
                </a:cubicBezTo>
                <a:cubicBezTo>
                  <a:pt x="436" y="762"/>
                  <a:pt x="442" y="763"/>
                  <a:pt x="448" y="763"/>
                </a:cubicBezTo>
                <a:cubicBezTo>
                  <a:pt x="454" y="763"/>
                  <a:pt x="460" y="762"/>
                  <a:pt x="465" y="7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3561"/>
          </a:p>
        </p:txBody>
      </p:sp>
      <p:grpSp>
        <p:nvGrpSpPr>
          <p:cNvPr id="22" name="成组">
            <a:extLst>
              <a:ext uri="{FF2B5EF4-FFF2-40B4-BE49-F238E27FC236}">
                <a16:creationId xmlns:a16="http://schemas.microsoft.com/office/drawing/2014/main" id="{C247F7CE-7D6B-F42C-8009-8D206297F28B}"/>
              </a:ext>
            </a:extLst>
          </p:cNvPr>
          <p:cNvGrpSpPr/>
          <p:nvPr/>
        </p:nvGrpSpPr>
        <p:grpSpPr>
          <a:xfrm>
            <a:off x="13493435" y="9501878"/>
            <a:ext cx="463577" cy="463574"/>
            <a:chOff x="0" y="0"/>
            <a:chExt cx="457200" cy="457200"/>
          </a:xfrm>
        </p:grpSpPr>
        <p:sp>
          <p:nvSpPr>
            <p:cNvPr id="23" name="任意形状 375">
              <a:extLst>
                <a:ext uri="{FF2B5EF4-FFF2-40B4-BE49-F238E27FC236}">
                  <a16:creationId xmlns:a16="http://schemas.microsoft.com/office/drawing/2014/main" id="{8551EDC8-3C8C-BB76-1435-D013DFBAAE4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4" name="任意形状 376">
              <a:extLst>
                <a:ext uri="{FF2B5EF4-FFF2-40B4-BE49-F238E27FC236}">
                  <a16:creationId xmlns:a16="http://schemas.microsoft.com/office/drawing/2014/main" id="{AA1224AB-0C2E-CA71-7530-F97CCA2A424C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4428BB5B-C29B-BF64-B99A-5B3759175EC4}"/>
              </a:ext>
            </a:extLst>
          </p:cNvPr>
          <p:cNvGrpSpPr/>
          <p:nvPr/>
        </p:nvGrpSpPr>
        <p:grpSpPr>
          <a:xfrm>
            <a:off x="10152610" y="9501737"/>
            <a:ext cx="463577" cy="463574"/>
            <a:chOff x="0" y="0"/>
            <a:chExt cx="457200" cy="457200"/>
          </a:xfrm>
        </p:grpSpPr>
        <p:sp>
          <p:nvSpPr>
            <p:cNvPr id="26" name="任意形状 381">
              <a:extLst>
                <a:ext uri="{FF2B5EF4-FFF2-40B4-BE49-F238E27FC236}">
                  <a16:creationId xmlns:a16="http://schemas.microsoft.com/office/drawing/2014/main" id="{5276A10C-E619-AD86-CA1B-F09BB3A0179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7" name="任意形状 382">
              <a:extLst>
                <a:ext uri="{FF2B5EF4-FFF2-40B4-BE49-F238E27FC236}">
                  <a16:creationId xmlns:a16="http://schemas.microsoft.com/office/drawing/2014/main" id="{08B8C08E-72F3-7FEC-4CD4-9BD03D099952}"/>
                </a:ext>
              </a:extLst>
            </p:cNvPr>
            <p:cNvSpPr/>
            <p:nvPr/>
          </p:nvSpPr>
          <p:spPr>
            <a:xfrm>
              <a:off x="19049" y="38101"/>
              <a:ext cx="4191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lnTo>
                    <a:pt x="1964" y="19440"/>
                  </a:lnTo>
                  <a:lnTo>
                    <a:pt x="1964" y="1080"/>
                  </a:lnTo>
                  <a:cubicBezTo>
                    <a:pt x="1964" y="483"/>
                    <a:pt x="2403" y="0"/>
                    <a:pt x="2945" y="0"/>
                  </a:cubicBezTo>
                  <a:lnTo>
                    <a:pt x="18655" y="0"/>
                  </a:lnTo>
                  <a:cubicBezTo>
                    <a:pt x="19197" y="0"/>
                    <a:pt x="19636" y="483"/>
                    <a:pt x="19636" y="1080"/>
                  </a:cubicBezTo>
                  <a:lnTo>
                    <a:pt x="19636" y="19440"/>
                  </a:lnTo>
                  <a:close/>
                  <a:moveTo>
                    <a:pt x="17673" y="19440"/>
                  </a:moveTo>
                  <a:lnTo>
                    <a:pt x="17673" y="2160"/>
                  </a:lnTo>
                  <a:lnTo>
                    <a:pt x="3927" y="2160"/>
                  </a:lnTo>
                  <a:lnTo>
                    <a:pt x="3927" y="19440"/>
                  </a:lnTo>
                  <a:lnTo>
                    <a:pt x="17673" y="19440"/>
                  </a:lnTo>
                  <a:close/>
                  <a:moveTo>
                    <a:pt x="6873" y="9720"/>
                  </a:moveTo>
                  <a:lnTo>
                    <a:pt x="9818" y="9720"/>
                  </a:lnTo>
                  <a:lnTo>
                    <a:pt x="9818" y="11880"/>
                  </a:lnTo>
                  <a:lnTo>
                    <a:pt x="6873" y="11880"/>
                  </a:lnTo>
                  <a:lnTo>
                    <a:pt x="6873" y="9720"/>
                  </a:lnTo>
                  <a:close/>
                  <a:moveTo>
                    <a:pt x="6873" y="5400"/>
                  </a:moveTo>
                  <a:lnTo>
                    <a:pt x="9818" y="5400"/>
                  </a:lnTo>
                  <a:lnTo>
                    <a:pt x="9818" y="7560"/>
                  </a:lnTo>
                  <a:lnTo>
                    <a:pt x="6873" y="7560"/>
                  </a:lnTo>
                  <a:lnTo>
                    <a:pt x="6873" y="5400"/>
                  </a:lnTo>
                  <a:close/>
                  <a:moveTo>
                    <a:pt x="6873" y="14040"/>
                  </a:moveTo>
                  <a:lnTo>
                    <a:pt x="9818" y="14040"/>
                  </a:lnTo>
                  <a:lnTo>
                    <a:pt x="9818" y="16200"/>
                  </a:lnTo>
                  <a:lnTo>
                    <a:pt x="6873" y="16200"/>
                  </a:lnTo>
                  <a:lnTo>
                    <a:pt x="6873" y="14040"/>
                  </a:lnTo>
                  <a:close/>
                  <a:moveTo>
                    <a:pt x="11782" y="14040"/>
                  </a:moveTo>
                  <a:lnTo>
                    <a:pt x="14727" y="14040"/>
                  </a:lnTo>
                  <a:lnTo>
                    <a:pt x="14727" y="16200"/>
                  </a:lnTo>
                  <a:lnTo>
                    <a:pt x="11782" y="16200"/>
                  </a:lnTo>
                  <a:lnTo>
                    <a:pt x="11782" y="14040"/>
                  </a:lnTo>
                  <a:close/>
                  <a:moveTo>
                    <a:pt x="11782" y="9720"/>
                  </a:moveTo>
                  <a:lnTo>
                    <a:pt x="14727" y="9720"/>
                  </a:lnTo>
                  <a:lnTo>
                    <a:pt x="14727" y="11880"/>
                  </a:lnTo>
                  <a:lnTo>
                    <a:pt x="11782" y="11880"/>
                  </a:lnTo>
                  <a:lnTo>
                    <a:pt x="11782" y="9720"/>
                  </a:lnTo>
                  <a:close/>
                  <a:moveTo>
                    <a:pt x="11782" y="5400"/>
                  </a:moveTo>
                  <a:lnTo>
                    <a:pt x="14727" y="5400"/>
                  </a:lnTo>
                  <a:lnTo>
                    <a:pt x="14727" y="7560"/>
                  </a:lnTo>
                  <a:lnTo>
                    <a:pt x="11782" y="7560"/>
                  </a:lnTo>
                  <a:lnTo>
                    <a:pt x="11782" y="5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8" name="成组">
            <a:extLst>
              <a:ext uri="{FF2B5EF4-FFF2-40B4-BE49-F238E27FC236}">
                <a16:creationId xmlns:a16="http://schemas.microsoft.com/office/drawing/2014/main" id="{0C110C40-EF49-F26F-A9A0-8C5DDCF04E42}"/>
              </a:ext>
            </a:extLst>
          </p:cNvPr>
          <p:cNvGrpSpPr/>
          <p:nvPr/>
        </p:nvGrpSpPr>
        <p:grpSpPr>
          <a:xfrm>
            <a:off x="10113978" y="6044474"/>
            <a:ext cx="463577" cy="463574"/>
            <a:chOff x="0" y="0"/>
            <a:chExt cx="457200" cy="457200"/>
          </a:xfrm>
        </p:grpSpPr>
        <p:sp>
          <p:nvSpPr>
            <p:cNvPr id="29" name="任意形状 393">
              <a:extLst>
                <a:ext uri="{FF2B5EF4-FFF2-40B4-BE49-F238E27FC236}">
                  <a16:creationId xmlns:a16="http://schemas.microsoft.com/office/drawing/2014/main" id="{CF8801F5-8CBB-925E-829D-17D982E931B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0" name="任意形状 394">
              <a:extLst>
                <a:ext uri="{FF2B5EF4-FFF2-40B4-BE49-F238E27FC236}">
                  <a16:creationId xmlns:a16="http://schemas.microsoft.com/office/drawing/2014/main" id="{22B73EE0-2778-2CB2-9ACB-5775DA749E10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31" name="成组">
            <a:extLst>
              <a:ext uri="{FF2B5EF4-FFF2-40B4-BE49-F238E27FC236}">
                <a16:creationId xmlns:a16="http://schemas.microsoft.com/office/drawing/2014/main" id="{356F111B-DAF1-7625-DD1C-35FA58FB638E}"/>
              </a:ext>
            </a:extLst>
          </p:cNvPr>
          <p:cNvGrpSpPr/>
          <p:nvPr/>
        </p:nvGrpSpPr>
        <p:grpSpPr>
          <a:xfrm>
            <a:off x="13551382" y="6135381"/>
            <a:ext cx="463577" cy="463574"/>
            <a:chOff x="0" y="0"/>
            <a:chExt cx="457200" cy="457200"/>
          </a:xfrm>
        </p:grpSpPr>
        <p:sp>
          <p:nvSpPr>
            <p:cNvPr id="32" name="任意形状 477">
              <a:extLst>
                <a:ext uri="{FF2B5EF4-FFF2-40B4-BE49-F238E27FC236}">
                  <a16:creationId xmlns:a16="http://schemas.microsoft.com/office/drawing/2014/main" id="{AC77BB40-6A44-D34D-4EA4-2A29E9CD3BC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33" name="任意形状 478">
              <a:extLst>
                <a:ext uri="{FF2B5EF4-FFF2-40B4-BE49-F238E27FC236}">
                  <a16:creationId xmlns:a16="http://schemas.microsoft.com/office/drawing/2014/main" id="{04D4326A-67E7-566C-CDB0-5EA7EAF3EBB1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829B2DC-F52E-8DED-810C-79F8C131F3F4}"/>
              </a:ext>
            </a:extLst>
          </p:cNvPr>
          <p:cNvGrpSpPr/>
          <p:nvPr/>
        </p:nvGrpSpPr>
        <p:grpSpPr>
          <a:xfrm>
            <a:off x="4165822" y="4627713"/>
            <a:ext cx="3681423" cy="1689830"/>
            <a:chOff x="5398374" y="3664746"/>
            <a:chExt cx="3681423" cy="168983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EFDCFA-9D1F-B577-3326-EA5F94DDE88D}"/>
                </a:ext>
              </a:extLst>
            </p:cNvPr>
            <p:cNvSpPr txBox="1"/>
            <p:nvPr/>
          </p:nvSpPr>
          <p:spPr>
            <a:xfrm>
              <a:off x="5427271" y="3664746"/>
              <a:ext cx="362363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501041-F53E-DA85-3547-17A1ED56F9F2}"/>
                </a:ext>
              </a:extLst>
            </p:cNvPr>
            <p:cNvSpPr txBox="1"/>
            <p:nvPr/>
          </p:nvSpPr>
          <p:spPr>
            <a:xfrm>
              <a:off x="5398374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606792-1B4B-355A-D78E-232C6467E053}"/>
              </a:ext>
            </a:extLst>
          </p:cNvPr>
          <p:cNvGrpSpPr/>
          <p:nvPr/>
        </p:nvGrpSpPr>
        <p:grpSpPr>
          <a:xfrm>
            <a:off x="4165822" y="9741984"/>
            <a:ext cx="3681423" cy="1668794"/>
            <a:chOff x="2605086" y="10512188"/>
            <a:chExt cx="3681423" cy="166879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D747533-6A53-E8F0-D046-0253D0C45BDC}"/>
                </a:ext>
              </a:extLst>
            </p:cNvPr>
            <p:cNvSpPr txBox="1"/>
            <p:nvPr/>
          </p:nvSpPr>
          <p:spPr>
            <a:xfrm>
              <a:off x="2605086" y="10512188"/>
              <a:ext cx="3681411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A173192-BEBA-ADB0-01BE-41129F105C61}"/>
                </a:ext>
              </a:extLst>
            </p:cNvPr>
            <p:cNvSpPr txBox="1"/>
            <p:nvPr/>
          </p:nvSpPr>
          <p:spPr>
            <a:xfrm>
              <a:off x="2605086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 algn="r"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CE814B1-4436-AE1F-475A-E3A2F92E246D}"/>
              </a:ext>
            </a:extLst>
          </p:cNvPr>
          <p:cNvGrpSpPr/>
          <p:nvPr/>
        </p:nvGrpSpPr>
        <p:grpSpPr>
          <a:xfrm>
            <a:off x="16273227" y="9720948"/>
            <a:ext cx="3681426" cy="1689830"/>
            <a:chOff x="11825753" y="3664746"/>
            <a:chExt cx="3681426" cy="168983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058CBA-C617-C838-5039-A359903456E9}"/>
                </a:ext>
              </a:extLst>
            </p:cNvPr>
            <p:cNvSpPr txBox="1"/>
            <p:nvPr/>
          </p:nvSpPr>
          <p:spPr>
            <a:xfrm>
              <a:off x="11825753" y="3664746"/>
              <a:ext cx="3681425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F69F3B-79BF-C7FD-877C-AA767057BDFB}"/>
                </a:ext>
              </a:extLst>
            </p:cNvPr>
            <p:cNvSpPr txBox="1"/>
            <p:nvPr/>
          </p:nvSpPr>
          <p:spPr>
            <a:xfrm>
              <a:off x="11825756" y="4316650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AF45E6-0FCC-4A51-0A7F-D63C63A947CD}"/>
              </a:ext>
            </a:extLst>
          </p:cNvPr>
          <p:cNvGrpSpPr/>
          <p:nvPr/>
        </p:nvGrpSpPr>
        <p:grpSpPr>
          <a:xfrm>
            <a:off x="16273229" y="4627713"/>
            <a:ext cx="3681423" cy="1668794"/>
            <a:chOff x="10239009" y="10512188"/>
            <a:chExt cx="3681423" cy="166879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F04D71C-4739-4D6C-310E-82D4B3EE993F}"/>
                </a:ext>
              </a:extLst>
            </p:cNvPr>
            <p:cNvSpPr txBox="1"/>
            <p:nvPr/>
          </p:nvSpPr>
          <p:spPr>
            <a:xfrm>
              <a:off x="10257933" y="10512188"/>
              <a:ext cx="3643563" cy="667055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b">
              <a:spAutoFit/>
            </a:bodyPr>
            <a:lstStyle/>
            <a:p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03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A3A6824-5850-A208-E415-13D0600DF05A}"/>
                </a:ext>
              </a:extLst>
            </p:cNvPr>
            <p:cNvSpPr txBox="1"/>
            <p:nvPr/>
          </p:nvSpPr>
          <p:spPr>
            <a:xfrm>
              <a:off x="10239009" y="11143056"/>
              <a:ext cx="3681423" cy="1037926"/>
            </a:xfrm>
            <a:prstGeom prst="rect">
              <a:avLst/>
            </a:prstGeom>
            <a:noFill/>
          </p:spPr>
          <p:txBody>
            <a:bodyPr wrap="square" lIns="142444" tIns="71222" rIns="142444" bIns="71222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51238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76D7EEAD-C037-C456-830B-80DD7BFC23D9}"/>
              </a:ext>
            </a:extLst>
          </p:cNvPr>
          <p:cNvSpPr>
            <a:spLocks/>
          </p:cNvSpPr>
          <p:nvPr/>
        </p:nvSpPr>
        <p:spPr bwMode="auto">
          <a:xfrm>
            <a:off x="3331003" y="8751649"/>
            <a:ext cx="7798326" cy="3903875"/>
          </a:xfrm>
          <a:custGeom>
            <a:avLst/>
            <a:gdLst>
              <a:gd name="T0" fmla="*/ 545 w 619"/>
              <a:gd name="T1" fmla="*/ 85 h 310"/>
              <a:gd name="T2" fmla="*/ 466 w 619"/>
              <a:gd name="T3" fmla="*/ 0 h 310"/>
              <a:gd name="T4" fmla="*/ 378 w 619"/>
              <a:gd name="T5" fmla="*/ 110 h 310"/>
              <a:gd name="T6" fmla="*/ 208 w 619"/>
              <a:gd name="T7" fmla="*/ 121 h 310"/>
              <a:gd name="T8" fmla="*/ 251 w 619"/>
              <a:gd name="T9" fmla="*/ 114 h 310"/>
              <a:gd name="T10" fmla="*/ 168 w 619"/>
              <a:gd name="T11" fmla="*/ 55 h 310"/>
              <a:gd name="T12" fmla="*/ 0 w 619"/>
              <a:gd name="T13" fmla="*/ 84 h 310"/>
              <a:gd name="T14" fmla="*/ 29 w 619"/>
              <a:gd name="T15" fmla="*/ 251 h 310"/>
              <a:gd name="T16" fmla="*/ 112 w 619"/>
              <a:gd name="T17" fmla="*/ 310 h 310"/>
              <a:gd name="T18" fmla="*/ 99 w 619"/>
              <a:gd name="T19" fmla="*/ 235 h 310"/>
              <a:gd name="T20" fmla="*/ 110 w 619"/>
              <a:gd name="T21" fmla="*/ 242 h 310"/>
              <a:gd name="T22" fmla="*/ 282 w 619"/>
              <a:gd name="T23" fmla="*/ 289 h 310"/>
              <a:gd name="T24" fmla="*/ 454 w 619"/>
              <a:gd name="T25" fmla="*/ 242 h 310"/>
              <a:gd name="T26" fmla="*/ 619 w 619"/>
              <a:gd name="T27" fmla="*/ 17 h 310"/>
              <a:gd name="T28" fmla="*/ 545 w 619"/>
              <a:gd name="T29" fmla="*/ 85 h 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19" h="310">
                <a:moveTo>
                  <a:pt x="545" y="85"/>
                </a:moveTo>
                <a:cubicBezTo>
                  <a:pt x="466" y="0"/>
                  <a:pt x="466" y="0"/>
                  <a:pt x="466" y="0"/>
                </a:cubicBezTo>
                <a:cubicBezTo>
                  <a:pt x="452" y="46"/>
                  <a:pt x="421" y="85"/>
                  <a:pt x="378" y="110"/>
                </a:cubicBezTo>
                <a:cubicBezTo>
                  <a:pt x="325" y="141"/>
                  <a:pt x="263" y="145"/>
                  <a:pt x="208" y="121"/>
                </a:cubicBezTo>
                <a:cubicBezTo>
                  <a:pt x="251" y="114"/>
                  <a:pt x="251" y="114"/>
                  <a:pt x="251" y="114"/>
                </a:cubicBezTo>
                <a:cubicBezTo>
                  <a:pt x="168" y="55"/>
                  <a:pt x="168" y="55"/>
                  <a:pt x="168" y="55"/>
                </a:cubicBezTo>
                <a:cubicBezTo>
                  <a:pt x="0" y="84"/>
                  <a:pt x="0" y="84"/>
                  <a:pt x="0" y="84"/>
                </a:cubicBezTo>
                <a:cubicBezTo>
                  <a:pt x="29" y="251"/>
                  <a:pt x="29" y="251"/>
                  <a:pt x="29" y="251"/>
                </a:cubicBezTo>
                <a:cubicBezTo>
                  <a:pt x="112" y="310"/>
                  <a:pt x="112" y="310"/>
                  <a:pt x="112" y="310"/>
                </a:cubicBezTo>
                <a:cubicBezTo>
                  <a:pt x="99" y="235"/>
                  <a:pt x="99" y="235"/>
                  <a:pt x="99" y="235"/>
                </a:cubicBezTo>
                <a:cubicBezTo>
                  <a:pt x="102" y="238"/>
                  <a:pt x="106" y="240"/>
                  <a:pt x="110" y="242"/>
                </a:cubicBezTo>
                <a:cubicBezTo>
                  <a:pt x="163" y="274"/>
                  <a:pt x="223" y="289"/>
                  <a:pt x="282" y="289"/>
                </a:cubicBezTo>
                <a:cubicBezTo>
                  <a:pt x="341" y="289"/>
                  <a:pt x="400" y="274"/>
                  <a:pt x="454" y="242"/>
                </a:cubicBezTo>
                <a:cubicBezTo>
                  <a:pt x="540" y="193"/>
                  <a:pt x="599" y="111"/>
                  <a:pt x="619" y="17"/>
                </a:cubicBezTo>
                <a:lnTo>
                  <a:pt x="545" y="8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09049">
              <a:defRPr/>
            </a:pPr>
            <a:endParaRPr lang="en-US" sz="3561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A0A82269-3B8C-8E88-E324-07BF8E41CDFC}"/>
              </a:ext>
            </a:extLst>
          </p:cNvPr>
          <p:cNvSpPr>
            <a:spLocks/>
          </p:cNvSpPr>
          <p:nvPr/>
        </p:nvSpPr>
        <p:spPr bwMode="auto">
          <a:xfrm>
            <a:off x="4716045" y="3503560"/>
            <a:ext cx="7094813" cy="6319062"/>
          </a:xfrm>
          <a:custGeom>
            <a:avLst/>
            <a:gdLst>
              <a:gd name="T0" fmla="*/ 515 w 563"/>
              <a:gd name="T1" fmla="*/ 330 h 502"/>
              <a:gd name="T2" fmla="*/ 344 w 563"/>
              <a:gd name="T3" fmla="*/ 63 h 502"/>
              <a:gd name="T4" fmla="*/ 0 w 563"/>
              <a:gd name="T5" fmla="*/ 63 h 502"/>
              <a:gd name="T6" fmla="*/ 104 w 563"/>
              <a:gd name="T7" fmla="*/ 90 h 502"/>
              <a:gd name="T8" fmla="*/ 76 w 563"/>
              <a:gd name="T9" fmla="*/ 195 h 502"/>
              <a:gd name="T10" fmla="*/ 268 w 563"/>
              <a:gd name="T11" fmla="*/ 195 h 502"/>
              <a:gd name="T12" fmla="*/ 358 w 563"/>
              <a:gd name="T13" fmla="*/ 313 h 502"/>
              <a:gd name="T14" fmla="*/ 324 w 563"/>
              <a:gd name="T15" fmla="*/ 276 h 502"/>
              <a:gd name="T16" fmla="*/ 320 w 563"/>
              <a:gd name="T17" fmla="*/ 378 h 502"/>
              <a:gd name="T18" fmla="*/ 435 w 563"/>
              <a:gd name="T19" fmla="*/ 502 h 502"/>
              <a:gd name="T20" fmla="*/ 560 w 563"/>
              <a:gd name="T21" fmla="*/ 387 h 502"/>
              <a:gd name="T22" fmla="*/ 563 w 563"/>
              <a:gd name="T23" fmla="*/ 285 h 502"/>
              <a:gd name="T24" fmla="*/ 515 w 563"/>
              <a:gd name="T25" fmla="*/ 330 h 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63" h="502">
                <a:moveTo>
                  <a:pt x="515" y="330"/>
                </a:moveTo>
                <a:cubicBezTo>
                  <a:pt x="505" y="218"/>
                  <a:pt x="443" y="120"/>
                  <a:pt x="344" y="63"/>
                </a:cubicBezTo>
                <a:cubicBezTo>
                  <a:pt x="236" y="0"/>
                  <a:pt x="107" y="0"/>
                  <a:pt x="0" y="63"/>
                </a:cubicBezTo>
                <a:cubicBezTo>
                  <a:pt x="36" y="41"/>
                  <a:pt x="83" y="54"/>
                  <a:pt x="104" y="90"/>
                </a:cubicBezTo>
                <a:cubicBezTo>
                  <a:pt x="125" y="127"/>
                  <a:pt x="112" y="174"/>
                  <a:pt x="76" y="195"/>
                </a:cubicBezTo>
                <a:cubicBezTo>
                  <a:pt x="136" y="160"/>
                  <a:pt x="208" y="160"/>
                  <a:pt x="268" y="195"/>
                </a:cubicBezTo>
                <a:cubicBezTo>
                  <a:pt x="314" y="221"/>
                  <a:pt x="346" y="264"/>
                  <a:pt x="358" y="313"/>
                </a:cubicBezTo>
                <a:cubicBezTo>
                  <a:pt x="324" y="276"/>
                  <a:pt x="324" y="276"/>
                  <a:pt x="324" y="276"/>
                </a:cubicBezTo>
                <a:cubicBezTo>
                  <a:pt x="320" y="378"/>
                  <a:pt x="320" y="378"/>
                  <a:pt x="320" y="378"/>
                </a:cubicBezTo>
                <a:cubicBezTo>
                  <a:pt x="435" y="502"/>
                  <a:pt x="435" y="502"/>
                  <a:pt x="435" y="502"/>
                </a:cubicBezTo>
                <a:cubicBezTo>
                  <a:pt x="560" y="387"/>
                  <a:pt x="560" y="387"/>
                  <a:pt x="560" y="387"/>
                </a:cubicBezTo>
                <a:cubicBezTo>
                  <a:pt x="563" y="285"/>
                  <a:pt x="563" y="285"/>
                  <a:pt x="563" y="285"/>
                </a:cubicBezTo>
                <a:lnTo>
                  <a:pt x="515" y="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09049">
              <a:defRPr/>
            </a:pPr>
            <a:endParaRPr lang="en-US" sz="3561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26085EFC-8A32-8884-FF30-341320840132}"/>
              </a:ext>
            </a:extLst>
          </p:cNvPr>
          <p:cNvSpPr>
            <a:spLocks/>
          </p:cNvSpPr>
          <p:nvPr/>
        </p:nvSpPr>
        <p:spPr bwMode="auto">
          <a:xfrm>
            <a:off x="2536408" y="3604062"/>
            <a:ext cx="4258771" cy="7176470"/>
          </a:xfrm>
          <a:custGeom>
            <a:avLst/>
            <a:gdLst>
              <a:gd name="T0" fmla="*/ 0 w 338"/>
              <a:gd name="T1" fmla="*/ 353 h 570"/>
              <a:gd name="T2" fmla="*/ 77 w 338"/>
              <a:gd name="T3" fmla="*/ 570 h 570"/>
              <a:gd name="T4" fmla="*/ 63 w 338"/>
              <a:gd name="T5" fmla="*/ 493 h 570"/>
              <a:gd name="T6" fmla="*/ 193 w 338"/>
              <a:gd name="T7" fmla="*/ 471 h 570"/>
              <a:gd name="T8" fmla="*/ 153 w 338"/>
              <a:gd name="T9" fmla="*/ 353 h 570"/>
              <a:gd name="T10" fmla="*/ 220 w 338"/>
              <a:gd name="T11" fmla="*/ 207 h 570"/>
              <a:gd name="T12" fmla="*/ 206 w 338"/>
              <a:gd name="T13" fmla="*/ 259 h 570"/>
              <a:gd name="T14" fmla="*/ 294 w 338"/>
              <a:gd name="T15" fmla="*/ 208 h 570"/>
              <a:gd name="T16" fmla="*/ 338 w 338"/>
              <a:gd name="T17" fmla="*/ 44 h 570"/>
              <a:gd name="T18" fmla="*/ 174 w 338"/>
              <a:gd name="T19" fmla="*/ 0 h 570"/>
              <a:gd name="T20" fmla="*/ 86 w 338"/>
              <a:gd name="T21" fmla="*/ 51 h 570"/>
              <a:gd name="T22" fmla="*/ 150 w 338"/>
              <a:gd name="T23" fmla="*/ 68 h 570"/>
              <a:gd name="T24" fmla="*/ 0 w 338"/>
              <a:gd name="T25" fmla="*/ 353 h 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8" h="570">
                <a:moveTo>
                  <a:pt x="0" y="353"/>
                </a:moveTo>
                <a:cubicBezTo>
                  <a:pt x="0" y="434"/>
                  <a:pt x="28" y="510"/>
                  <a:pt x="77" y="570"/>
                </a:cubicBezTo>
                <a:cubicBezTo>
                  <a:pt x="63" y="493"/>
                  <a:pt x="63" y="493"/>
                  <a:pt x="63" y="493"/>
                </a:cubicBezTo>
                <a:cubicBezTo>
                  <a:pt x="193" y="471"/>
                  <a:pt x="193" y="471"/>
                  <a:pt x="193" y="471"/>
                </a:cubicBezTo>
                <a:cubicBezTo>
                  <a:pt x="167" y="438"/>
                  <a:pt x="153" y="397"/>
                  <a:pt x="153" y="353"/>
                </a:cubicBezTo>
                <a:cubicBezTo>
                  <a:pt x="153" y="296"/>
                  <a:pt x="177" y="243"/>
                  <a:pt x="220" y="207"/>
                </a:cubicBezTo>
                <a:cubicBezTo>
                  <a:pt x="206" y="259"/>
                  <a:pt x="206" y="259"/>
                  <a:pt x="206" y="259"/>
                </a:cubicBezTo>
                <a:cubicBezTo>
                  <a:pt x="294" y="208"/>
                  <a:pt x="294" y="208"/>
                  <a:pt x="294" y="208"/>
                </a:cubicBezTo>
                <a:cubicBezTo>
                  <a:pt x="338" y="44"/>
                  <a:pt x="338" y="44"/>
                  <a:pt x="338" y="44"/>
                </a:cubicBezTo>
                <a:cubicBezTo>
                  <a:pt x="174" y="0"/>
                  <a:pt x="174" y="0"/>
                  <a:pt x="174" y="0"/>
                </a:cubicBezTo>
                <a:cubicBezTo>
                  <a:pt x="86" y="51"/>
                  <a:pt x="86" y="51"/>
                  <a:pt x="86" y="51"/>
                </a:cubicBezTo>
                <a:cubicBezTo>
                  <a:pt x="150" y="68"/>
                  <a:pt x="150" y="68"/>
                  <a:pt x="150" y="68"/>
                </a:cubicBezTo>
                <a:cubicBezTo>
                  <a:pt x="56" y="133"/>
                  <a:pt x="0" y="237"/>
                  <a:pt x="0" y="3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09049">
              <a:defRPr/>
            </a:pPr>
            <a:endParaRPr lang="en-US" sz="3561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2CB9290E-C38F-049D-F121-C68AE20B880D}"/>
              </a:ext>
            </a:extLst>
          </p:cNvPr>
          <p:cNvSpPr>
            <a:spLocks/>
          </p:cNvSpPr>
          <p:nvPr/>
        </p:nvSpPr>
        <p:spPr bwMode="auto">
          <a:xfrm>
            <a:off x="4577854" y="11710175"/>
            <a:ext cx="138190" cy="100502"/>
          </a:xfrm>
          <a:custGeom>
            <a:avLst/>
            <a:gdLst>
              <a:gd name="T0" fmla="*/ 11 w 11"/>
              <a:gd name="T1" fmla="*/ 7 h 8"/>
              <a:gd name="T2" fmla="*/ 0 w 11"/>
              <a:gd name="T3" fmla="*/ 0 h 8"/>
              <a:gd name="T4" fmla="*/ 0 w 11"/>
              <a:gd name="T5" fmla="*/ 1 h 8"/>
              <a:gd name="T6" fmla="*/ 11 w 11"/>
              <a:gd name="T7" fmla="*/ 7 h 8"/>
              <a:gd name="T8" fmla="*/ 11 w 11"/>
              <a:gd name="T9" fmla="*/ 8 h 8"/>
              <a:gd name="T10" fmla="*/ 11 w 11"/>
              <a:gd name="T11" fmla="*/ 7 h 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" h="8">
                <a:moveTo>
                  <a:pt x="11" y="7"/>
                </a:moveTo>
                <a:cubicBezTo>
                  <a:pt x="7" y="5"/>
                  <a:pt x="3" y="3"/>
                  <a:pt x="0" y="0"/>
                </a:cubicBezTo>
                <a:cubicBezTo>
                  <a:pt x="0" y="1"/>
                  <a:pt x="0" y="1"/>
                  <a:pt x="0" y="1"/>
                </a:cubicBezTo>
                <a:cubicBezTo>
                  <a:pt x="4" y="3"/>
                  <a:pt x="7" y="5"/>
                  <a:pt x="11" y="7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7"/>
                </a:cubicBezTo>
                <a:close/>
              </a:path>
            </a:pathLst>
          </a:custGeom>
          <a:solidFill>
            <a:srgbClr val="F4C7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09049">
              <a:defRPr/>
            </a:pPr>
            <a:endParaRPr lang="en-US" sz="3561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2B152440-A02A-90BE-621D-C371D36250BE}"/>
              </a:ext>
            </a:extLst>
          </p:cNvPr>
          <p:cNvSpPr txBox="1"/>
          <p:nvPr/>
        </p:nvSpPr>
        <p:spPr>
          <a:xfrm rot="17503909">
            <a:off x="1148722" y="6571409"/>
            <a:ext cx="5194744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809049">
              <a:defRPr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1</a:t>
            </a:r>
            <a:endParaRPr lang="id-ID" sz="3400" b="1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4D5ADC7-D8E8-BF84-D78D-47F3D13AB9D0}"/>
              </a:ext>
            </a:extLst>
          </p:cNvPr>
          <p:cNvSpPr txBox="1"/>
          <p:nvPr/>
        </p:nvSpPr>
        <p:spPr>
          <a:xfrm rot="2451443">
            <a:off x="6582546" y="5326486"/>
            <a:ext cx="5194744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809049">
              <a:defRPr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2</a:t>
            </a:r>
            <a:endParaRPr lang="id-ID" sz="3400" b="1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21976902-3C43-6FB5-3983-505F1EE7740C}"/>
              </a:ext>
            </a:extLst>
          </p:cNvPr>
          <p:cNvSpPr txBox="1"/>
          <p:nvPr/>
        </p:nvSpPr>
        <p:spPr>
          <a:xfrm>
            <a:off x="4418575" y="11001076"/>
            <a:ext cx="5194744" cy="60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809049">
              <a:defRPr/>
            </a:pPr>
            <a:r>
              <a:rPr lang="en-US" sz="3400" b="1" dirty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3</a:t>
            </a:r>
            <a:endParaRPr lang="id-ID" sz="3400" b="1" dirty="0">
              <a:solidFill>
                <a:srgbClr val="FFFFF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6434DC8-FC86-AA92-B474-E836BDB4D898}"/>
              </a:ext>
            </a:extLst>
          </p:cNvPr>
          <p:cNvGrpSpPr/>
          <p:nvPr/>
        </p:nvGrpSpPr>
        <p:grpSpPr>
          <a:xfrm>
            <a:off x="13175575" y="9909612"/>
            <a:ext cx="8408492" cy="1231951"/>
            <a:chOff x="12303731" y="9301521"/>
            <a:chExt cx="8408492" cy="123195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05AA167-F4FB-F1D1-94A0-416266895819}"/>
                </a:ext>
              </a:extLst>
            </p:cNvPr>
            <p:cNvGrpSpPr/>
            <p:nvPr/>
          </p:nvGrpSpPr>
          <p:grpSpPr>
            <a:xfrm>
              <a:off x="13279455" y="9301521"/>
              <a:ext cx="7432768" cy="1231951"/>
              <a:chOff x="13279455" y="9301521"/>
              <a:chExt cx="8646308" cy="1231951"/>
            </a:xfrm>
          </p:grpSpPr>
          <p:sp>
            <p:nvSpPr>
              <p:cNvPr id="29" name="Title 7">
                <a:extLst>
                  <a:ext uri="{FF2B5EF4-FFF2-40B4-BE49-F238E27FC236}">
                    <a16:creationId xmlns:a16="http://schemas.microsoft.com/office/drawing/2014/main" id="{E49EEE8C-36BA-CFC0-E1B2-A518F6B22E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9455" y="9301521"/>
                <a:ext cx="8646308" cy="6569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809049">
                  <a:defRPr/>
                </a:pPr>
                <a:r>
                  <a:rPr lang="en-US" sz="3400" b="1" dirty="0">
                    <a:solidFill>
                      <a:schemeClr val="accent3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3</a:t>
                </a:r>
                <a:endPara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30" name="TextBox 14">
                <a:extLst>
                  <a:ext uri="{FF2B5EF4-FFF2-40B4-BE49-F238E27FC236}">
                    <a16:creationId xmlns:a16="http://schemas.microsoft.com/office/drawing/2014/main" id="{1F471680-DC71-E777-6DEE-FD7FAC71281A}"/>
                  </a:ext>
                </a:extLst>
              </p:cNvPr>
              <p:cNvSpPr txBox="1"/>
              <p:nvPr/>
            </p:nvSpPr>
            <p:spPr>
              <a:xfrm>
                <a:off x="13279455" y="10008713"/>
                <a:ext cx="8646308" cy="52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lnSpc>
                    <a:spcPts val="3600"/>
                  </a:lnSpc>
                  <a:spcAft>
                    <a:spcPts val="2374"/>
                  </a:spcAft>
                  <a:defRPr/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2" name="成组">
              <a:extLst>
                <a:ext uri="{FF2B5EF4-FFF2-40B4-BE49-F238E27FC236}">
                  <a16:creationId xmlns:a16="http://schemas.microsoft.com/office/drawing/2014/main" id="{FCF8ACA0-8A3D-DB55-52A9-26A6666E2573}"/>
                </a:ext>
              </a:extLst>
            </p:cNvPr>
            <p:cNvGrpSpPr/>
            <p:nvPr/>
          </p:nvGrpSpPr>
          <p:grpSpPr>
            <a:xfrm>
              <a:off x="12303731" y="9860422"/>
              <a:ext cx="574919" cy="574915"/>
              <a:chOff x="0" y="0"/>
              <a:chExt cx="457200" cy="457200"/>
            </a:xfrm>
          </p:grpSpPr>
          <p:sp>
            <p:nvSpPr>
              <p:cNvPr id="3" name="任意形状 363">
                <a:extLst>
                  <a:ext uri="{FF2B5EF4-FFF2-40B4-BE49-F238E27FC236}">
                    <a16:creationId xmlns:a16="http://schemas.microsoft.com/office/drawing/2014/main" id="{F5DACB95-30DB-4C8B-8E2F-57DE21879AC9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4" name="任意形状 364">
                <a:extLst>
                  <a:ext uri="{FF2B5EF4-FFF2-40B4-BE49-F238E27FC236}">
                    <a16:creationId xmlns:a16="http://schemas.microsoft.com/office/drawing/2014/main" id="{27920593-CE47-9926-2122-1365DA48653E}"/>
                  </a:ext>
                </a:extLst>
              </p:cNvPr>
              <p:cNvSpPr/>
              <p:nvPr/>
            </p:nvSpPr>
            <p:spPr>
              <a:xfrm>
                <a:off x="38100" y="3810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9440"/>
                    </a:moveTo>
                    <a:lnTo>
                      <a:pt x="21600" y="1944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440"/>
                    </a:lnTo>
                    <a:close/>
                    <a:moveTo>
                      <a:pt x="2160" y="10800"/>
                    </a:moveTo>
                    <a:lnTo>
                      <a:pt x="4320" y="10800"/>
                    </a:lnTo>
                    <a:lnTo>
                      <a:pt x="4320" y="18360"/>
                    </a:lnTo>
                    <a:lnTo>
                      <a:pt x="2160" y="18360"/>
                    </a:lnTo>
                    <a:lnTo>
                      <a:pt x="2160" y="10800"/>
                    </a:lnTo>
                    <a:close/>
                    <a:moveTo>
                      <a:pt x="7560" y="10800"/>
                    </a:moveTo>
                    <a:lnTo>
                      <a:pt x="9720" y="10800"/>
                    </a:lnTo>
                    <a:lnTo>
                      <a:pt x="9720" y="18360"/>
                    </a:lnTo>
                    <a:lnTo>
                      <a:pt x="7560" y="18360"/>
                    </a:lnTo>
                    <a:lnTo>
                      <a:pt x="7560" y="10800"/>
                    </a:lnTo>
                    <a:close/>
                    <a:moveTo>
                      <a:pt x="11880" y="10800"/>
                    </a:moveTo>
                    <a:lnTo>
                      <a:pt x="14040" y="10800"/>
                    </a:lnTo>
                    <a:lnTo>
                      <a:pt x="14040" y="18360"/>
                    </a:lnTo>
                    <a:lnTo>
                      <a:pt x="11880" y="18360"/>
                    </a:lnTo>
                    <a:lnTo>
                      <a:pt x="11880" y="10800"/>
                    </a:lnTo>
                    <a:close/>
                    <a:moveTo>
                      <a:pt x="17280" y="10800"/>
                    </a:moveTo>
                    <a:lnTo>
                      <a:pt x="19440" y="10800"/>
                    </a:lnTo>
                    <a:lnTo>
                      <a:pt x="19440" y="18360"/>
                    </a:lnTo>
                    <a:lnTo>
                      <a:pt x="17280" y="18360"/>
                    </a:lnTo>
                    <a:lnTo>
                      <a:pt x="17280" y="10800"/>
                    </a:lnTo>
                    <a:close/>
                    <a:moveTo>
                      <a:pt x="0" y="5400"/>
                    </a:moveTo>
                    <a:lnTo>
                      <a:pt x="10800" y="0"/>
                    </a:lnTo>
                    <a:lnTo>
                      <a:pt x="21600" y="5400"/>
                    </a:lnTo>
                    <a:lnTo>
                      <a:pt x="21600" y="9720"/>
                    </a:lnTo>
                    <a:lnTo>
                      <a:pt x="0" y="9720"/>
                    </a:lnTo>
                    <a:lnTo>
                      <a:pt x="0" y="5400"/>
                    </a:lnTo>
                    <a:close/>
                    <a:moveTo>
                      <a:pt x="2160" y="6735"/>
                    </a:moveTo>
                    <a:lnTo>
                      <a:pt x="2160" y="7560"/>
                    </a:lnTo>
                    <a:lnTo>
                      <a:pt x="19440" y="7560"/>
                    </a:lnTo>
                    <a:lnTo>
                      <a:pt x="19440" y="6735"/>
                    </a:lnTo>
                    <a:lnTo>
                      <a:pt x="10800" y="2415"/>
                    </a:lnTo>
                    <a:lnTo>
                      <a:pt x="2160" y="6735"/>
                    </a:lnTo>
                    <a:close/>
                    <a:moveTo>
                      <a:pt x="10800" y="6480"/>
                    </a:moveTo>
                    <a:cubicBezTo>
                      <a:pt x="10203" y="6480"/>
                      <a:pt x="9720" y="5997"/>
                      <a:pt x="9720" y="5400"/>
                    </a:cubicBezTo>
                    <a:cubicBezTo>
                      <a:pt x="9720" y="4803"/>
                      <a:pt x="10203" y="4320"/>
                      <a:pt x="10800" y="4320"/>
                    </a:cubicBezTo>
                    <a:cubicBezTo>
                      <a:pt x="11397" y="4320"/>
                      <a:pt x="11880" y="4803"/>
                      <a:pt x="11880" y="5400"/>
                    </a:cubicBezTo>
                    <a:cubicBezTo>
                      <a:pt x="11880" y="5997"/>
                      <a:pt x="11397" y="6480"/>
                      <a:pt x="10800" y="648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063D582-ADEC-E89D-B0E1-8C33548BBE9A}"/>
              </a:ext>
            </a:extLst>
          </p:cNvPr>
          <p:cNvGrpSpPr/>
          <p:nvPr/>
        </p:nvGrpSpPr>
        <p:grpSpPr>
          <a:xfrm>
            <a:off x="13175575" y="4556755"/>
            <a:ext cx="8408492" cy="1231951"/>
            <a:chOff x="12303731" y="3948664"/>
            <a:chExt cx="8408492" cy="12319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422558-CCF6-99CB-8EE5-E73B651D82AC}"/>
                </a:ext>
              </a:extLst>
            </p:cNvPr>
            <p:cNvGrpSpPr/>
            <p:nvPr/>
          </p:nvGrpSpPr>
          <p:grpSpPr>
            <a:xfrm>
              <a:off x="13279455" y="3948664"/>
              <a:ext cx="7432768" cy="1231951"/>
              <a:chOff x="13279455" y="3948664"/>
              <a:chExt cx="8646308" cy="1231951"/>
            </a:xfrm>
          </p:grpSpPr>
          <p:sp>
            <p:nvSpPr>
              <p:cNvPr id="25" name="Title 7">
                <a:extLst>
                  <a:ext uri="{FF2B5EF4-FFF2-40B4-BE49-F238E27FC236}">
                    <a16:creationId xmlns:a16="http://schemas.microsoft.com/office/drawing/2014/main" id="{93E6A5B3-469A-65B9-4F15-C732204564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9455" y="3948664"/>
                <a:ext cx="8646308" cy="6569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809049">
                  <a:defRPr/>
                </a:pPr>
                <a:r>
                  <a:rPr lang="en-US" sz="3400" b="1" dirty="0">
                    <a:solidFill>
                      <a:schemeClr val="accent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1</a:t>
                </a:r>
                <a:endPara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6" name="TextBox 10">
                <a:extLst>
                  <a:ext uri="{FF2B5EF4-FFF2-40B4-BE49-F238E27FC236}">
                    <a16:creationId xmlns:a16="http://schemas.microsoft.com/office/drawing/2014/main" id="{F598070D-31CF-4282-0AC9-DD74FA7D6E20}"/>
                  </a:ext>
                </a:extLst>
              </p:cNvPr>
              <p:cNvSpPr txBox="1"/>
              <p:nvPr/>
            </p:nvSpPr>
            <p:spPr>
              <a:xfrm>
                <a:off x="13279455" y="4655856"/>
                <a:ext cx="8646308" cy="52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lnSpc>
                    <a:spcPts val="3600"/>
                  </a:lnSpc>
                  <a:spcAft>
                    <a:spcPts val="2374"/>
                  </a:spcAft>
                  <a:defRPr/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5" name="成组">
              <a:extLst>
                <a:ext uri="{FF2B5EF4-FFF2-40B4-BE49-F238E27FC236}">
                  <a16:creationId xmlns:a16="http://schemas.microsoft.com/office/drawing/2014/main" id="{E8E88C82-CAD1-CB0D-1A2C-0E152345C5CF}"/>
                </a:ext>
              </a:extLst>
            </p:cNvPr>
            <p:cNvGrpSpPr/>
            <p:nvPr/>
          </p:nvGrpSpPr>
          <p:grpSpPr>
            <a:xfrm>
              <a:off x="12303731" y="4507565"/>
              <a:ext cx="574919" cy="574915"/>
              <a:chOff x="0" y="0"/>
              <a:chExt cx="457200" cy="457200"/>
            </a:xfrm>
          </p:grpSpPr>
          <p:sp>
            <p:nvSpPr>
              <p:cNvPr id="6" name="任意形状 393">
                <a:extLst>
                  <a:ext uri="{FF2B5EF4-FFF2-40B4-BE49-F238E27FC236}">
                    <a16:creationId xmlns:a16="http://schemas.microsoft.com/office/drawing/2014/main" id="{4C495A6F-E073-55BF-58C9-70696A1B7947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7" name="任意形状 394">
                <a:extLst>
                  <a:ext uri="{FF2B5EF4-FFF2-40B4-BE49-F238E27FC236}">
                    <a16:creationId xmlns:a16="http://schemas.microsoft.com/office/drawing/2014/main" id="{246E3B76-4EA8-8C90-C5AC-19B1320DE12A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20" y="21600"/>
                    </a:moveTo>
                    <a:lnTo>
                      <a:pt x="1080" y="21600"/>
                    </a:lnTo>
                    <a:cubicBezTo>
                      <a:pt x="483" y="21600"/>
                      <a:pt x="0" y="21063"/>
                      <a:pt x="0" y="20400"/>
                    </a:cubicBezTo>
                    <a:lnTo>
                      <a:pt x="0" y="11384"/>
                    </a:lnTo>
                    <a:cubicBezTo>
                      <a:pt x="0" y="11037"/>
                      <a:pt x="135" y="10708"/>
                      <a:pt x="370" y="10480"/>
                    </a:cubicBezTo>
                    <a:lnTo>
                      <a:pt x="4320" y="6653"/>
                    </a:lnTo>
                    <a:lnTo>
                      <a:pt x="4320" y="1200"/>
                    </a:lnTo>
                    <a:cubicBezTo>
                      <a:pt x="4320" y="537"/>
                      <a:pt x="4803" y="0"/>
                      <a:pt x="5400" y="0"/>
                    </a:cubicBezTo>
                    <a:lnTo>
                      <a:pt x="20520" y="0"/>
                    </a:lnTo>
                    <a:cubicBezTo>
                      <a:pt x="21117" y="0"/>
                      <a:pt x="21600" y="537"/>
                      <a:pt x="21600" y="1200"/>
                    </a:cubicBezTo>
                    <a:lnTo>
                      <a:pt x="21600" y="20400"/>
                    </a:lnTo>
                    <a:cubicBezTo>
                      <a:pt x="21600" y="21063"/>
                      <a:pt x="21117" y="21600"/>
                      <a:pt x="20520" y="21600"/>
                    </a:cubicBezTo>
                    <a:close/>
                    <a:moveTo>
                      <a:pt x="7560" y="19200"/>
                    </a:moveTo>
                    <a:lnTo>
                      <a:pt x="10800" y="19200"/>
                    </a:lnTo>
                    <a:lnTo>
                      <a:pt x="10800" y="11930"/>
                    </a:lnTo>
                    <a:lnTo>
                      <a:pt x="6480" y="7745"/>
                    </a:lnTo>
                    <a:lnTo>
                      <a:pt x="2160" y="11930"/>
                    </a:lnTo>
                    <a:lnTo>
                      <a:pt x="2160" y="19200"/>
                    </a:lnTo>
                    <a:lnTo>
                      <a:pt x="5400" y="19200"/>
                    </a:lnTo>
                    <a:lnTo>
                      <a:pt x="5400" y="14400"/>
                    </a:lnTo>
                    <a:lnTo>
                      <a:pt x="7560" y="14400"/>
                    </a:lnTo>
                    <a:lnTo>
                      <a:pt x="7560" y="19200"/>
                    </a:lnTo>
                    <a:close/>
                    <a:moveTo>
                      <a:pt x="12960" y="19200"/>
                    </a:moveTo>
                    <a:lnTo>
                      <a:pt x="19440" y="19200"/>
                    </a:lnTo>
                    <a:lnTo>
                      <a:pt x="19440" y="2400"/>
                    </a:lnTo>
                    <a:lnTo>
                      <a:pt x="6480" y="2400"/>
                    </a:lnTo>
                    <a:lnTo>
                      <a:pt x="6480" y="4952"/>
                    </a:lnTo>
                    <a:cubicBezTo>
                      <a:pt x="6733" y="4952"/>
                      <a:pt x="6986" y="5051"/>
                      <a:pt x="7190" y="5249"/>
                    </a:cubicBezTo>
                    <a:lnTo>
                      <a:pt x="12590" y="10480"/>
                    </a:lnTo>
                    <a:cubicBezTo>
                      <a:pt x="12825" y="10708"/>
                      <a:pt x="12960" y="11037"/>
                      <a:pt x="12960" y="11384"/>
                    </a:cubicBezTo>
                    <a:lnTo>
                      <a:pt x="12960" y="19200"/>
                    </a:lnTo>
                    <a:close/>
                    <a:moveTo>
                      <a:pt x="15120" y="9600"/>
                    </a:moveTo>
                    <a:lnTo>
                      <a:pt x="17280" y="9600"/>
                    </a:lnTo>
                    <a:lnTo>
                      <a:pt x="17280" y="12000"/>
                    </a:lnTo>
                    <a:lnTo>
                      <a:pt x="15120" y="12000"/>
                    </a:lnTo>
                    <a:lnTo>
                      <a:pt x="15120" y="9600"/>
                    </a:lnTo>
                    <a:close/>
                    <a:moveTo>
                      <a:pt x="15120" y="14400"/>
                    </a:moveTo>
                    <a:lnTo>
                      <a:pt x="17280" y="14400"/>
                    </a:lnTo>
                    <a:lnTo>
                      <a:pt x="17280" y="16800"/>
                    </a:lnTo>
                    <a:lnTo>
                      <a:pt x="15120" y="16800"/>
                    </a:lnTo>
                    <a:lnTo>
                      <a:pt x="15120" y="14400"/>
                    </a:lnTo>
                    <a:close/>
                    <a:moveTo>
                      <a:pt x="15120" y="4800"/>
                    </a:moveTo>
                    <a:lnTo>
                      <a:pt x="17280" y="4800"/>
                    </a:lnTo>
                    <a:lnTo>
                      <a:pt x="17280" y="7200"/>
                    </a:lnTo>
                    <a:lnTo>
                      <a:pt x="15120" y="7200"/>
                    </a:lnTo>
                    <a:lnTo>
                      <a:pt x="15120" y="4800"/>
                    </a:lnTo>
                    <a:close/>
                    <a:moveTo>
                      <a:pt x="10800" y="4800"/>
                    </a:moveTo>
                    <a:lnTo>
                      <a:pt x="12960" y="4800"/>
                    </a:lnTo>
                    <a:lnTo>
                      <a:pt x="12960" y="7200"/>
                    </a:lnTo>
                    <a:lnTo>
                      <a:pt x="10800" y="7200"/>
                    </a:lnTo>
                    <a:lnTo>
                      <a:pt x="10800" y="48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 dirty="0"/>
              </a:p>
            </p:txBody>
          </p:sp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BAA1878-1DEF-7CDE-F84A-BF26A53210CE}"/>
              </a:ext>
            </a:extLst>
          </p:cNvPr>
          <p:cNvGrpSpPr/>
          <p:nvPr/>
        </p:nvGrpSpPr>
        <p:grpSpPr>
          <a:xfrm>
            <a:off x="13175575" y="7245746"/>
            <a:ext cx="8408492" cy="1206825"/>
            <a:chOff x="12303731" y="6625091"/>
            <a:chExt cx="8408492" cy="120682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560ED3-2D4C-1240-3C83-1FE6C30F5D1F}"/>
                </a:ext>
              </a:extLst>
            </p:cNvPr>
            <p:cNvGrpSpPr/>
            <p:nvPr/>
          </p:nvGrpSpPr>
          <p:grpSpPr>
            <a:xfrm>
              <a:off x="13279455" y="6625091"/>
              <a:ext cx="7432768" cy="1206825"/>
              <a:chOff x="13279455" y="6625091"/>
              <a:chExt cx="8646308" cy="1206825"/>
            </a:xfrm>
          </p:grpSpPr>
          <p:sp>
            <p:nvSpPr>
              <p:cNvPr id="27" name="Title 7">
                <a:extLst>
                  <a:ext uri="{FF2B5EF4-FFF2-40B4-BE49-F238E27FC236}">
                    <a16:creationId xmlns:a16="http://schemas.microsoft.com/office/drawing/2014/main" id="{FDF132F1-27A8-713D-AF57-7378AF0CF9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279455" y="6625091"/>
                <a:ext cx="8646308" cy="65694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1809049">
                  <a:defRPr/>
                </a:pPr>
                <a:r>
                  <a:rPr lang="en-US" sz="3400" b="1" dirty="0">
                    <a:solidFill>
                      <a:schemeClr val="accent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2</a:t>
                </a:r>
                <a:endPara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31ED049B-0212-5A60-E1AA-35EEFD131B51}"/>
                  </a:ext>
                </a:extLst>
              </p:cNvPr>
              <p:cNvSpPr txBox="1"/>
              <p:nvPr/>
            </p:nvSpPr>
            <p:spPr>
              <a:xfrm>
                <a:off x="13279455" y="7307157"/>
                <a:ext cx="8646308" cy="524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lnSpc>
                    <a:spcPts val="3600"/>
                  </a:lnSpc>
                  <a:spcAft>
                    <a:spcPts val="2374"/>
                  </a:spcAft>
                  <a:defRPr/>
                </a:pPr>
                <a:r>
                  <a:rPr lang="en-US" sz="2400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8" name="成组">
              <a:extLst>
                <a:ext uri="{FF2B5EF4-FFF2-40B4-BE49-F238E27FC236}">
                  <a16:creationId xmlns:a16="http://schemas.microsoft.com/office/drawing/2014/main" id="{328B4752-B6EB-7A25-63A8-9EBD292CDB22}"/>
                </a:ext>
              </a:extLst>
            </p:cNvPr>
            <p:cNvGrpSpPr/>
            <p:nvPr/>
          </p:nvGrpSpPr>
          <p:grpSpPr>
            <a:xfrm>
              <a:off x="12303731" y="7171430"/>
              <a:ext cx="574919" cy="574915"/>
              <a:chOff x="0" y="0"/>
              <a:chExt cx="457200" cy="457200"/>
            </a:xfrm>
          </p:grpSpPr>
          <p:sp>
            <p:nvSpPr>
              <p:cNvPr id="9" name="任意形状 399">
                <a:extLst>
                  <a:ext uri="{FF2B5EF4-FFF2-40B4-BE49-F238E27FC236}">
                    <a16:creationId xmlns:a16="http://schemas.microsoft.com/office/drawing/2014/main" id="{D0D939B7-0A1F-2FB6-DDB3-FF417FFC0339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10" name="任意形状 400">
                <a:extLst>
                  <a:ext uri="{FF2B5EF4-FFF2-40B4-BE49-F238E27FC236}">
                    <a16:creationId xmlns:a16="http://schemas.microsoft.com/office/drawing/2014/main" id="{856B20ED-4EB5-295D-88B2-CF669243927A}"/>
                  </a:ext>
                </a:extLst>
              </p:cNvPr>
              <p:cNvSpPr/>
              <p:nvPr/>
            </p:nvSpPr>
            <p:spPr>
              <a:xfrm>
                <a:off x="19050" y="57150"/>
                <a:ext cx="4191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5" y="3600"/>
                    </a:moveTo>
                    <a:lnTo>
                      <a:pt x="21600" y="3600"/>
                    </a:lnTo>
                    <a:lnTo>
                      <a:pt x="21600" y="6000"/>
                    </a:lnTo>
                    <a:lnTo>
                      <a:pt x="20618" y="6000"/>
                    </a:lnTo>
                    <a:lnTo>
                      <a:pt x="20618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200"/>
                    </a:lnTo>
                    <a:lnTo>
                      <a:pt x="982" y="19200"/>
                    </a:lnTo>
                    <a:lnTo>
                      <a:pt x="982" y="6000"/>
                    </a:lnTo>
                    <a:lnTo>
                      <a:pt x="0" y="6000"/>
                    </a:lnTo>
                    <a:lnTo>
                      <a:pt x="0" y="3600"/>
                    </a:lnTo>
                    <a:lnTo>
                      <a:pt x="2945" y="3600"/>
                    </a:lnTo>
                    <a:lnTo>
                      <a:pt x="2945" y="1200"/>
                    </a:lnTo>
                    <a:cubicBezTo>
                      <a:pt x="2945" y="537"/>
                      <a:pt x="3385" y="0"/>
                      <a:pt x="3927" y="0"/>
                    </a:cubicBezTo>
                    <a:lnTo>
                      <a:pt x="17673" y="0"/>
                    </a:lnTo>
                    <a:cubicBezTo>
                      <a:pt x="18215" y="0"/>
                      <a:pt x="18655" y="537"/>
                      <a:pt x="18655" y="1200"/>
                    </a:cubicBezTo>
                    <a:lnTo>
                      <a:pt x="18655" y="3600"/>
                    </a:lnTo>
                    <a:close/>
                    <a:moveTo>
                      <a:pt x="18655" y="6000"/>
                    </a:moveTo>
                    <a:lnTo>
                      <a:pt x="2945" y="6000"/>
                    </a:lnTo>
                    <a:lnTo>
                      <a:pt x="2945" y="19200"/>
                    </a:lnTo>
                    <a:lnTo>
                      <a:pt x="5891" y="19200"/>
                    </a:lnTo>
                    <a:lnTo>
                      <a:pt x="5891" y="10800"/>
                    </a:lnTo>
                    <a:lnTo>
                      <a:pt x="7855" y="10800"/>
                    </a:lnTo>
                    <a:lnTo>
                      <a:pt x="7855" y="19200"/>
                    </a:lnTo>
                    <a:lnTo>
                      <a:pt x="9818" y="19200"/>
                    </a:lnTo>
                    <a:lnTo>
                      <a:pt x="9818" y="10800"/>
                    </a:lnTo>
                    <a:lnTo>
                      <a:pt x="11782" y="10800"/>
                    </a:lnTo>
                    <a:lnTo>
                      <a:pt x="11782" y="19200"/>
                    </a:lnTo>
                    <a:lnTo>
                      <a:pt x="13745" y="19200"/>
                    </a:lnTo>
                    <a:lnTo>
                      <a:pt x="13745" y="10800"/>
                    </a:lnTo>
                    <a:lnTo>
                      <a:pt x="15709" y="10800"/>
                    </a:lnTo>
                    <a:lnTo>
                      <a:pt x="15709" y="19200"/>
                    </a:lnTo>
                    <a:lnTo>
                      <a:pt x="18655" y="19200"/>
                    </a:lnTo>
                    <a:lnTo>
                      <a:pt x="18655" y="6000"/>
                    </a:lnTo>
                    <a:close/>
                    <a:moveTo>
                      <a:pt x="4909" y="2400"/>
                    </a:moveTo>
                    <a:lnTo>
                      <a:pt x="4909" y="3600"/>
                    </a:lnTo>
                    <a:lnTo>
                      <a:pt x="16691" y="3600"/>
                    </a:lnTo>
                    <a:lnTo>
                      <a:pt x="16691" y="2400"/>
                    </a:lnTo>
                    <a:lnTo>
                      <a:pt x="4909" y="240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6812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2" name="Freeform 18">
            <a:extLst>
              <a:ext uri="{FF2B5EF4-FFF2-40B4-BE49-F238E27FC236}">
                <a16:creationId xmlns:a16="http://schemas.microsoft.com/office/drawing/2014/main" id="{D3CE8108-9D61-9D60-F886-B07878FDB70C}"/>
              </a:ext>
            </a:extLst>
          </p:cNvPr>
          <p:cNvSpPr>
            <a:spLocks/>
          </p:cNvSpPr>
          <p:nvPr/>
        </p:nvSpPr>
        <p:spPr bwMode="auto">
          <a:xfrm>
            <a:off x="13810223" y="3579818"/>
            <a:ext cx="4538292" cy="3693448"/>
          </a:xfrm>
          <a:custGeom>
            <a:avLst/>
            <a:gdLst>
              <a:gd name="T0" fmla="*/ 81 w 184"/>
              <a:gd name="T1" fmla="*/ 150 h 150"/>
              <a:gd name="T2" fmla="*/ 167 w 184"/>
              <a:gd name="T3" fmla="*/ 88 h 150"/>
              <a:gd name="T4" fmla="*/ 184 w 184"/>
              <a:gd name="T5" fmla="*/ 52 h 150"/>
              <a:gd name="T6" fmla="*/ 158 w 184"/>
              <a:gd name="T7" fmla="*/ 0 h 150"/>
              <a:gd name="T8" fmla="*/ 0 w 184"/>
              <a:gd name="T9" fmla="*/ 115 h 150"/>
              <a:gd name="T10" fmla="*/ 39 w 184"/>
              <a:gd name="T11" fmla="*/ 109 h 150"/>
              <a:gd name="T12" fmla="*/ 81 w 184"/>
              <a:gd name="T13" fmla="*/ 15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" h="150">
                <a:moveTo>
                  <a:pt x="81" y="150"/>
                </a:moveTo>
                <a:cubicBezTo>
                  <a:pt x="93" y="115"/>
                  <a:pt x="127" y="89"/>
                  <a:pt x="167" y="88"/>
                </a:cubicBezTo>
                <a:cubicBezTo>
                  <a:pt x="184" y="52"/>
                  <a:pt x="184" y="52"/>
                  <a:pt x="184" y="52"/>
                </a:cubicBezTo>
                <a:cubicBezTo>
                  <a:pt x="158" y="0"/>
                  <a:pt x="158" y="0"/>
                  <a:pt x="158" y="0"/>
                </a:cubicBezTo>
                <a:cubicBezTo>
                  <a:pt x="86" y="4"/>
                  <a:pt x="25" y="50"/>
                  <a:pt x="0" y="115"/>
                </a:cubicBezTo>
                <a:cubicBezTo>
                  <a:pt x="39" y="109"/>
                  <a:pt x="39" y="109"/>
                  <a:pt x="39" y="109"/>
                </a:cubicBezTo>
                <a:lnTo>
                  <a:pt x="81" y="1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3" name="Freeform 19">
            <a:extLst>
              <a:ext uri="{FF2B5EF4-FFF2-40B4-BE49-F238E27FC236}">
                <a16:creationId xmlns:a16="http://schemas.microsoft.com/office/drawing/2014/main" id="{89FFD463-21E9-117F-F38A-9EDF451E83B8}"/>
              </a:ext>
            </a:extLst>
          </p:cNvPr>
          <p:cNvSpPr>
            <a:spLocks/>
          </p:cNvSpPr>
          <p:nvPr/>
        </p:nvSpPr>
        <p:spPr bwMode="auto">
          <a:xfrm>
            <a:off x="18128666" y="3579818"/>
            <a:ext cx="4142565" cy="4261913"/>
          </a:xfrm>
          <a:custGeom>
            <a:avLst/>
            <a:gdLst>
              <a:gd name="T0" fmla="*/ 8 w 168"/>
              <a:gd name="T1" fmla="*/ 89 h 173"/>
              <a:gd name="T2" fmla="*/ 85 w 168"/>
              <a:gd name="T3" fmla="*/ 167 h 173"/>
              <a:gd name="T4" fmla="*/ 125 w 168"/>
              <a:gd name="T5" fmla="*/ 173 h 173"/>
              <a:gd name="T6" fmla="*/ 168 w 168"/>
              <a:gd name="T7" fmla="*/ 132 h 173"/>
              <a:gd name="T8" fmla="*/ 0 w 168"/>
              <a:gd name="T9" fmla="*/ 0 h 173"/>
              <a:gd name="T10" fmla="*/ 26 w 168"/>
              <a:gd name="T11" fmla="*/ 52 h 173"/>
              <a:gd name="T12" fmla="*/ 8 w 168"/>
              <a:gd name="T13" fmla="*/ 89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68" h="173">
                <a:moveTo>
                  <a:pt x="8" y="89"/>
                </a:moveTo>
                <a:cubicBezTo>
                  <a:pt x="48" y="96"/>
                  <a:pt x="79" y="128"/>
                  <a:pt x="85" y="167"/>
                </a:cubicBezTo>
                <a:cubicBezTo>
                  <a:pt x="125" y="173"/>
                  <a:pt x="125" y="173"/>
                  <a:pt x="125" y="173"/>
                </a:cubicBezTo>
                <a:cubicBezTo>
                  <a:pt x="168" y="132"/>
                  <a:pt x="168" y="132"/>
                  <a:pt x="168" y="132"/>
                </a:cubicBezTo>
                <a:cubicBezTo>
                  <a:pt x="147" y="58"/>
                  <a:pt x="80" y="3"/>
                  <a:pt x="0" y="0"/>
                </a:cubicBezTo>
                <a:cubicBezTo>
                  <a:pt x="26" y="52"/>
                  <a:pt x="26" y="52"/>
                  <a:pt x="26" y="52"/>
                </a:cubicBezTo>
                <a:lnTo>
                  <a:pt x="8" y="8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4" name="Freeform 20">
            <a:extLst>
              <a:ext uri="{FF2B5EF4-FFF2-40B4-BE49-F238E27FC236}">
                <a16:creationId xmlns:a16="http://schemas.microsoft.com/office/drawing/2014/main" id="{77B21127-73EB-AF7D-5E8D-246A3BC5CE04}"/>
              </a:ext>
            </a:extLst>
          </p:cNvPr>
          <p:cNvSpPr>
            <a:spLocks/>
          </p:cNvSpPr>
          <p:nvPr/>
        </p:nvSpPr>
        <p:spPr bwMode="auto">
          <a:xfrm>
            <a:off x="13489872" y="6657692"/>
            <a:ext cx="2911416" cy="4459775"/>
          </a:xfrm>
          <a:custGeom>
            <a:avLst/>
            <a:gdLst>
              <a:gd name="T0" fmla="*/ 118 w 118"/>
              <a:gd name="T1" fmla="*/ 123 h 181"/>
              <a:gd name="T2" fmla="*/ 89 w 118"/>
              <a:gd name="T3" fmla="*/ 55 h 181"/>
              <a:gd name="T4" fmla="*/ 90 w 118"/>
              <a:gd name="T5" fmla="*/ 43 h 181"/>
              <a:gd name="T6" fmla="*/ 46 w 118"/>
              <a:gd name="T7" fmla="*/ 0 h 181"/>
              <a:gd name="T8" fmla="*/ 7 w 118"/>
              <a:gd name="T9" fmla="*/ 6 h 181"/>
              <a:gd name="T10" fmla="*/ 0 w 118"/>
              <a:gd name="T11" fmla="*/ 55 h 181"/>
              <a:gd name="T12" fmla="*/ 51 w 118"/>
              <a:gd name="T13" fmla="*/ 181 h 181"/>
              <a:gd name="T14" fmla="*/ 55 w 118"/>
              <a:gd name="T15" fmla="*/ 156 h 181"/>
              <a:gd name="T16" fmla="*/ 118 w 118"/>
              <a:gd name="T17" fmla="*/ 123 h 1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18" h="181">
                <a:moveTo>
                  <a:pt x="118" y="123"/>
                </a:moveTo>
                <a:cubicBezTo>
                  <a:pt x="100" y="106"/>
                  <a:pt x="89" y="82"/>
                  <a:pt x="89" y="55"/>
                </a:cubicBezTo>
                <a:cubicBezTo>
                  <a:pt x="89" y="51"/>
                  <a:pt x="89" y="47"/>
                  <a:pt x="90" y="43"/>
                </a:cubicBezTo>
                <a:cubicBezTo>
                  <a:pt x="46" y="0"/>
                  <a:pt x="46" y="0"/>
                  <a:pt x="46" y="0"/>
                </a:cubicBezTo>
                <a:cubicBezTo>
                  <a:pt x="7" y="6"/>
                  <a:pt x="7" y="6"/>
                  <a:pt x="7" y="6"/>
                </a:cubicBezTo>
                <a:cubicBezTo>
                  <a:pt x="3" y="22"/>
                  <a:pt x="0" y="38"/>
                  <a:pt x="0" y="55"/>
                </a:cubicBezTo>
                <a:cubicBezTo>
                  <a:pt x="0" y="104"/>
                  <a:pt x="19" y="148"/>
                  <a:pt x="51" y="181"/>
                </a:cubicBezTo>
                <a:cubicBezTo>
                  <a:pt x="55" y="156"/>
                  <a:pt x="55" y="156"/>
                  <a:pt x="55" y="156"/>
                </a:cubicBezTo>
                <a:lnTo>
                  <a:pt x="118" y="12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5" name="Freeform 21">
            <a:extLst>
              <a:ext uri="{FF2B5EF4-FFF2-40B4-BE49-F238E27FC236}">
                <a16:creationId xmlns:a16="http://schemas.microsoft.com/office/drawing/2014/main" id="{7E934FDA-DA09-D498-125C-B2EC8686012F}"/>
              </a:ext>
            </a:extLst>
          </p:cNvPr>
          <p:cNvSpPr>
            <a:spLocks/>
          </p:cNvSpPr>
          <p:nvPr/>
        </p:nvSpPr>
        <p:spPr bwMode="auto">
          <a:xfrm>
            <a:off x="19014339" y="7273267"/>
            <a:ext cx="3404505" cy="4657640"/>
          </a:xfrm>
          <a:custGeom>
            <a:avLst/>
            <a:gdLst>
              <a:gd name="T0" fmla="*/ 138 w 138"/>
              <a:gd name="T1" fmla="*/ 30 h 189"/>
              <a:gd name="T2" fmla="*/ 136 w 138"/>
              <a:gd name="T3" fmla="*/ 0 h 189"/>
              <a:gd name="T4" fmla="*/ 95 w 138"/>
              <a:gd name="T5" fmla="*/ 40 h 189"/>
              <a:gd name="T6" fmla="*/ 49 w 138"/>
              <a:gd name="T7" fmla="*/ 33 h 189"/>
              <a:gd name="T8" fmla="*/ 0 w 138"/>
              <a:gd name="T9" fmla="*/ 112 h 189"/>
              <a:gd name="T10" fmla="*/ 10 w 138"/>
              <a:gd name="T11" fmla="*/ 171 h 189"/>
              <a:gd name="T12" fmla="*/ 44 w 138"/>
              <a:gd name="T13" fmla="*/ 189 h 189"/>
              <a:gd name="T14" fmla="*/ 138 w 138"/>
              <a:gd name="T15" fmla="*/ 30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8" h="189">
                <a:moveTo>
                  <a:pt x="138" y="30"/>
                </a:moveTo>
                <a:cubicBezTo>
                  <a:pt x="138" y="20"/>
                  <a:pt x="137" y="10"/>
                  <a:pt x="136" y="0"/>
                </a:cubicBezTo>
                <a:cubicBezTo>
                  <a:pt x="95" y="40"/>
                  <a:pt x="95" y="40"/>
                  <a:pt x="95" y="40"/>
                </a:cubicBezTo>
                <a:cubicBezTo>
                  <a:pt x="49" y="33"/>
                  <a:pt x="49" y="33"/>
                  <a:pt x="49" y="33"/>
                </a:cubicBezTo>
                <a:cubicBezTo>
                  <a:pt x="48" y="68"/>
                  <a:pt x="29" y="97"/>
                  <a:pt x="0" y="112"/>
                </a:cubicBezTo>
                <a:cubicBezTo>
                  <a:pt x="10" y="171"/>
                  <a:pt x="10" y="171"/>
                  <a:pt x="10" y="171"/>
                </a:cubicBezTo>
                <a:cubicBezTo>
                  <a:pt x="44" y="189"/>
                  <a:pt x="44" y="189"/>
                  <a:pt x="44" y="189"/>
                </a:cubicBezTo>
                <a:cubicBezTo>
                  <a:pt x="100" y="158"/>
                  <a:pt x="138" y="99"/>
                  <a:pt x="138" y="3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54D963B7-98EE-CFA8-694A-AB8BE2EB6DB8}"/>
              </a:ext>
            </a:extLst>
          </p:cNvPr>
          <p:cNvSpPr>
            <a:spLocks/>
          </p:cNvSpPr>
          <p:nvPr/>
        </p:nvSpPr>
        <p:spPr bwMode="auto">
          <a:xfrm>
            <a:off x="15069637" y="9958554"/>
            <a:ext cx="4610528" cy="2515691"/>
          </a:xfrm>
          <a:custGeom>
            <a:avLst/>
            <a:gdLst>
              <a:gd name="T0" fmla="*/ 145 w 187"/>
              <a:gd name="T1" fmla="*/ 9 h 102"/>
              <a:gd name="T2" fmla="*/ 117 w 187"/>
              <a:gd name="T3" fmla="*/ 14 h 102"/>
              <a:gd name="T4" fmla="*/ 68 w 187"/>
              <a:gd name="T5" fmla="*/ 0 h 102"/>
              <a:gd name="T6" fmla="*/ 5 w 187"/>
              <a:gd name="T7" fmla="*/ 33 h 102"/>
              <a:gd name="T8" fmla="*/ 0 w 187"/>
              <a:gd name="T9" fmla="*/ 60 h 102"/>
              <a:gd name="T10" fmla="*/ 117 w 187"/>
              <a:gd name="T11" fmla="*/ 102 h 102"/>
              <a:gd name="T12" fmla="*/ 187 w 187"/>
              <a:gd name="T13" fmla="*/ 89 h 102"/>
              <a:gd name="T14" fmla="*/ 156 w 187"/>
              <a:gd name="T15" fmla="*/ 72 h 102"/>
              <a:gd name="T16" fmla="*/ 145 w 187"/>
              <a:gd name="T17" fmla="*/ 9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7" h="102">
                <a:moveTo>
                  <a:pt x="145" y="9"/>
                </a:moveTo>
                <a:cubicBezTo>
                  <a:pt x="136" y="12"/>
                  <a:pt x="127" y="14"/>
                  <a:pt x="117" y="14"/>
                </a:cubicBezTo>
                <a:cubicBezTo>
                  <a:pt x="99" y="14"/>
                  <a:pt x="82" y="9"/>
                  <a:pt x="68" y="0"/>
                </a:cubicBezTo>
                <a:cubicBezTo>
                  <a:pt x="5" y="33"/>
                  <a:pt x="5" y="33"/>
                  <a:pt x="5" y="33"/>
                </a:cubicBezTo>
                <a:cubicBezTo>
                  <a:pt x="0" y="60"/>
                  <a:pt x="0" y="60"/>
                  <a:pt x="0" y="60"/>
                </a:cubicBezTo>
                <a:cubicBezTo>
                  <a:pt x="32" y="86"/>
                  <a:pt x="73" y="102"/>
                  <a:pt x="117" y="102"/>
                </a:cubicBezTo>
                <a:cubicBezTo>
                  <a:pt x="142" y="102"/>
                  <a:pt x="165" y="97"/>
                  <a:pt x="187" y="89"/>
                </a:cubicBezTo>
                <a:cubicBezTo>
                  <a:pt x="156" y="72"/>
                  <a:pt x="156" y="72"/>
                  <a:pt x="156" y="72"/>
                </a:cubicBezTo>
                <a:lnTo>
                  <a:pt x="145" y="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56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8D828E-64C0-0BBE-00EB-D7555D044AF4}"/>
              </a:ext>
            </a:extLst>
          </p:cNvPr>
          <p:cNvSpPr/>
          <p:nvPr/>
        </p:nvSpPr>
        <p:spPr>
          <a:xfrm rot="19643145">
            <a:off x="15035735" y="4900225"/>
            <a:ext cx="2443298" cy="61555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1</a:t>
            </a:r>
            <a:endParaRPr lang="id-ID" sz="3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DC75EE-7032-4EB4-AB2D-94F87BCB5B74}"/>
              </a:ext>
            </a:extLst>
          </p:cNvPr>
          <p:cNvSpPr/>
          <p:nvPr/>
        </p:nvSpPr>
        <p:spPr>
          <a:xfrm rot="2873744">
            <a:off x="19048384" y="5423217"/>
            <a:ext cx="2528256" cy="61555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2</a:t>
            </a:r>
            <a:endParaRPr lang="id-ID" sz="3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21F93D-97F7-7E76-95F6-7AD3E92F83B7}"/>
              </a:ext>
            </a:extLst>
          </p:cNvPr>
          <p:cNvSpPr/>
          <p:nvPr/>
        </p:nvSpPr>
        <p:spPr>
          <a:xfrm rot="18785887">
            <a:off x="19293695" y="9675442"/>
            <a:ext cx="2544287" cy="61555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3</a:t>
            </a:r>
            <a:endParaRPr lang="id-ID" sz="3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343D69-01F9-A344-47F8-866EDBCEA0C0}"/>
              </a:ext>
            </a:extLst>
          </p:cNvPr>
          <p:cNvSpPr/>
          <p:nvPr/>
        </p:nvSpPr>
        <p:spPr>
          <a:xfrm rot="752469">
            <a:off x="15904868" y="10994338"/>
            <a:ext cx="2574744" cy="61555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4</a:t>
            </a:r>
            <a:endParaRPr lang="id-ID" sz="3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3B9FA3-F639-0D99-39E2-00ED6868B677}"/>
              </a:ext>
            </a:extLst>
          </p:cNvPr>
          <p:cNvSpPr/>
          <p:nvPr/>
        </p:nvSpPr>
        <p:spPr>
          <a:xfrm rot="15348510">
            <a:off x="13462434" y="8317207"/>
            <a:ext cx="2563523" cy="615553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 5</a:t>
            </a:r>
            <a:endParaRPr lang="id-ID" sz="3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D3A6BBE-3509-0F83-E556-CC177C85F51C}"/>
              </a:ext>
            </a:extLst>
          </p:cNvPr>
          <p:cNvGrpSpPr/>
          <p:nvPr/>
        </p:nvGrpSpPr>
        <p:grpSpPr>
          <a:xfrm>
            <a:off x="1701630" y="7216956"/>
            <a:ext cx="9619599" cy="1158486"/>
            <a:chOff x="1981822" y="6919246"/>
            <a:chExt cx="9619599" cy="115848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4114BC7-733B-2CB8-13C6-65F4103B1699}"/>
                </a:ext>
              </a:extLst>
            </p:cNvPr>
            <p:cNvGrpSpPr/>
            <p:nvPr/>
          </p:nvGrpSpPr>
          <p:grpSpPr>
            <a:xfrm>
              <a:off x="2877179" y="6919246"/>
              <a:ext cx="8724242" cy="1158486"/>
              <a:chOff x="2877179" y="6896829"/>
              <a:chExt cx="8724242" cy="1158486"/>
            </a:xfrm>
          </p:grpSpPr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D888288B-041C-FB3F-A507-B820B1374371}"/>
                  </a:ext>
                </a:extLst>
              </p:cNvPr>
              <p:cNvSpPr txBox="1"/>
              <p:nvPr/>
            </p:nvSpPr>
            <p:spPr>
              <a:xfrm>
                <a:off x="2877179" y="6896829"/>
                <a:ext cx="872424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400" b="1" dirty="0">
                    <a:solidFill>
                      <a:schemeClr val="accent3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3</a:t>
                </a:r>
                <a:endPara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2" name="Details 1">
                <a:extLst>
                  <a:ext uri="{FF2B5EF4-FFF2-40B4-BE49-F238E27FC236}">
                    <a16:creationId xmlns:a16="http://schemas.microsoft.com/office/drawing/2014/main" id="{10133540-A104-2DEB-E0E3-3C3FF88CFACC}"/>
                  </a:ext>
                </a:extLst>
              </p:cNvPr>
              <p:cNvSpPr txBox="1"/>
              <p:nvPr/>
            </p:nvSpPr>
            <p:spPr>
              <a:xfrm>
                <a:off x="2877179" y="7531454"/>
                <a:ext cx="8724242" cy="523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en-US" sz="2374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45" name="成组">
              <a:extLst>
                <a:ext uri="{FF2B5EF4-FFF2-40B4-BE49-F238E27FC236}">
                  <a16:creationId xmlns:a16="http://schemas.microsoft.com/office/drawing/2014/main" id="{4D151E16-EBBD-9A6D-593A-CDB59BC5E13F}"/>
                </a:ext>
              </a:extLst>
            </p:cNvPr>
            <p:cNvGrpSpPr/>
            <p:nvPr/>
          </p:nvGrpSpPr>
          <p:grpSpPr>
            <a:xfrm>
              <a:off x="1981822" y="7441864"/>
              <a:ext cx="574919" cy="574915"/>
              <a:chOff x="0" y="0"/>
              <a:chExt cx="457200" cy="457200"/>
            </a:xfrm>
          </p:grpSpPr>
          <p:sp>
            <p:nvSpPr>
              <p:cNvPr id="46" name="任意形状 363">
                <a:extLst>
                  <a:ext uri="{FF2B5EF4-FFF2-40B4-BE49-F238E27FC236}">
                    <a16:creationId xmlns:a16="http://schemas.microsoft.com/office/drawing/2014/main" id="{656B9CA0-AB77-8B9D-33D0-4F0D06B96D64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47" name="任意形状 364">
                <a:extLst>
                  <a:ext uri="{FF2B5EF4-FFF2-40B4-BE49-F238E27FC236}">
                    <a16:creationId xmlns:a16="http://schemas.microsoft.com/office/drawing/2014/main" id="{1B016DFE-FAAA-DE59-D68A-C5F836A9FC1E}"/>
                  </a:ext>
                </a:extLst>
              </p:cNvPr>
              <p:cNvSpPr/>
              <p:nvPr/>
            </p:nvSpPr>
            <p:spPr>
              <a:xfrm>
                <a:off x="38100" y="38100"/>
                <a:ext cx="3810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9440"/>
                    </a:moveTo>
                    <a:lnTo>
                      <a:pt x="21600" y="1944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440"/>
                    </a:lnTo>
                    <a:close/>
                    <a:moveTo>
                      <a:pt x="2160" y="10800"/>
                    </a:moveTo>
                    <a:lnTo>
                      <a:pt x="4320" y="10800"/>
                    </a:lnTo>
                    <a:lnTo>
                      <a:pt x="4320" y="18360"/>
                    </a:lnTo>
                    <a:lnTo>
                      <a:pt x="2160" y="18360"/>
                    </a:lnTo>
                    <a:lnTo>
                      <a:pt x="2160" y="10800"/>
                    </a:lnTo>
                    <a:close/>
                    <a:moveTo>
                      <a:pt x="7560" y="10800"/>
                    </a:moveTo>
                    <a:lnTo>
                      <a:pt x="9720" y="10800"/>
                    </a:lnTo>
                    <a:lnTo>
                      <a:pt x="9720" y="18360"/>
                    </a:lnTo>
                    <a:lnTo>
                      <a:pt x="7560" y="18360"/>
                    </a:lnTo>
                    <a:lnTo>
                      <a:pt x="7560" y="10800"/>
                    </a:lnTo>
                    <a:close/>
                    <a:moveTo>
                      <a:pt x="11880" y="10800"/>
                    </a:moveTo>
                    <a:lnTo>
                      <a:pt x="14040" y="10800"/>
                    </a:lnTo>
                    <a:lnTo>
                      <a:pt x="14040" y="18360"/>
                    </a:lnTo>
                    <a:lnTo>
                      <a:pt x="11880" y="18360"/>
                    </a:lnTo>
                    <a:lnTo>
                      <a:pt x="11880" y="10800"/>
                    </a:lnTo>
                    <a:close/>
                    <a:moveTo>
                      <a:pt x="17280" y="10800"/>
                    </a:moveTo>
                    <a:lnTo>
                      <a:pt x="19440" y="10800"/>
                    </a:lnTo>
                    <a:lnTo>
                      <a:pt x="19440" y="18360"/>
                    </a:lnTo>
                    <a:lnTo>
                      <a:pt x="17280" y="18360"/>
                    </a:lnTo>
                    <a:lnTo>
                      <a:pt x="17280" y="10800"/>
                    </a:lnTo>
                    <a:close/>
                    <a:moveTo>
                      <a:pt x="0" y="5400"/>
                    </a:moveTo>
                    <a:lnTo>
                      <a:pt x="10800" y="0"/>
                    </a:lnTo>
                    <a:lnTo>
                      <a:pt x="21600" y="5400"/>
                    </a:lnTo>
                    <a:lnTo>
                      <a:pt x="21600" y="9720"/>
                    </a:lnTo>
                    <a:lnTo>
                      <a:pt x="0" y="9720"/>
                    </a:lnTo>
                    <a:lnTo>
                      <a:pt x="0" y="5400"/>
                    </a:lnTo>
                    <a:close/>
                    <a:moveTo>
                      <a:pt x="2160" y="6735"/>
                    </a:moveTo>
                    <a:lnTo>
                      <a:pt x="2160" y="7560"/>
                    </a:lnTo>
                    <a:lnTo>
                      <a:pt x="19440" y="7560"/>
                    </a:lnTo>
                    <a:lnTo>
                      <a:pt x="19440" y="6735"/>
                    </a:lnTo>
                    <a:lnTo>
                      <a:pt x="10800" y="2415"/>
                    </a:lnTo>
                    <a:lnTo>
                      <a:pt x="2160" y="6735"/>
                    </a:lnTo>
                    <a:close/>
                    <a:moveTo>
                      <a:pt x="10800" y="6480"/>
                    </a:moveTo>
                    <a:cubicBezTo>
                      <a:pt x="10203" y="6480"/>
                      <a:pt x="9720" y="5997"/>
                      <a:pt x="9720" y="5400"/>
                    </a:cubicBezTo>
                    <a:cubicBezTo>
                      <a:pt x="9720" y="4803"/>
                      <a:pt x="10203" y="4320"/>
                      <a:pt x="10800" y="4320"/>
                    </a:cubicBezTo>
                    <a:cubicBezTo>
                      <a:pt x="11397" y="4320"/>
                      <a:pt x="11880" y="4803"/>
                      <a:pt x="11880" y="5400"/>
                    </a:cubicBezTo>
                    <a:cubicBezTo>
                      <a:pt x="11880" y="5997"/>
                      <a:pt x="11397" y="6480"/>
                      <a:pt x="10800" y="648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B3AE9A5-4766-B06D-B67C-C579CAD0F5B1}"/>
              </a:ext>
            </a:extLst>
          </p:cNvPr>
          <p:cNvGrpSpPr/>
          <p:nvPr/>
        </p:nvGrpSpPr>
        <p:grpSpPr>
          <a:xfrm>
            <a:off x="1701630" y="3397258"/>
            <a:ext cx="9619599" cy="1158486"/>
            <a:chOff x="1981822" y="3205873"/>
            <a:chExt cx="9619599" cy="115848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05BBA1A-022A-5C48-387A-6F484A447042}"/>
                </a:ext>
              </a:extLst>
            </p:cNvPr>
            <p:cNvGrpSpPr/>
            <p:nvPr/>
          </p:nvGrpSpPr>
          <p:grpSpPr>
            <a:xfrm>
              <a:off x="2877179" y="3205873"/>
              <a:ext cx="8724242" cy="1158486"/>
              <a:chOff x="2877179" y="3205873"/>
              <a:chExt cx="8724242" cy="1158486"/>
            </a:xfrm>
          </p:grpSpPr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59B96A3-2A11-C04E-4DEF-5B076577C66C}"/>
                  </a:ext>
                </a:extLst>
              </p:cNvPr>
              <p:cNvSpPr txBox="1"/>
              <p:nvPr/>
            </p:nvSpPr>
            <p:spPr>
              <a:xfrm>
                <a:off x="2877179" y="3205873"/>
                <a:ext cx="872424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400" b="1" dirty="0">
                    <a:solidFill>
                      <a:schemeClr val="accent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1</a:t>
                </a:r>
                <a:endPara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8" name="Details 1">
                <a:extLst>
                  <a:ext uri="{FF2B5EF4-FFF2-40B4-BE49-F238E27FC236}">
                    <a16:creationId xmlns:a16="http://schemas.microsoft.com/office/drawing/2014/main" id="{46902F41-FA2F-A77C-6A75-3649FA1326BC}"/>
                  </a:ext>
                </a:extLst>
              </p:cNvPr>
              <p:cNvSpPr txBox="1"/>
              <p:nvPr/>
            </p:nvSpPr>
            <p:spPr>
              <a:xfrm>
                <a:off x="2877179" y="3840498"/>
                <a:ext cx="8724242" cy="523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en-US" sz="2374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48" name="成组">
              <a:extLst>
                <a:ext uri="{FF2B5EF4-FFF2-40B4-BE49-F238E27FC236}">
                  <a16:creationId xmlns:a16="http://schemas.microsoft.com/office/drawing/2014/main" id="{26F89F3F-E2AF-5349-55C9-502353E41762}"/>
                </a:ext>
              </a:extLst>
            </p:cNvPr>
            <p:cNvGrpSpPr/>
            <p:nvPr/>
          </p:nvGrpSpPr>
          <p:grpSpPr>
            <a:xfrm>
              <a:off x="1981822" y="3728491"/>
              <a:ext cx="574919" cy="574915"/>
              <a:chOff x="0" y="0"/>
              <a:chExt cx="457200" cy="457200"/>
            </a:xfrm>
          </p:grpSpPr>
          <p:sp>
            <p:nvSpPr>
              <p:cNvPr id="49" name="任意形状 393">
                <a:extLst>
                  <a:ext uri="{FF2B5EF4-FFF2-40B4-BE49-F238E27FC236}">
                    <a16:creationId xmlns:a16="http://schemas.microsoft.com/office/drawing/2014/main" id="{8CD73750-4DEF-401F-2A7D-4D0E54736526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50" name="任意形状 394">
                <a:extLst>
                  <a:ext uri="{FF2B5EF4-FFF2-40B4-BE49-F238E27FC236}">
                    <a16:creationId xmlns:a16="http://schemas.microsoft.com/office/drawing/2014/main" id="{69C3D666-9A99-592E-7CF0-2273B3DE3247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520" y="21600"/>
                    </a:moveTo>
                    <a:lnTo>
                      <a:pt x="1080" y="21600"/>
                    </a:lnTo>
                    <a:cubicBezTo>
                      <a:pt x="483" y="21600"/>
                      <a:pt x="0" y="21063"/>
                      <a:pt x="0" y="20400"/>
                    </a:cubicBezTo>
                    <a:lnTo>
                      <a:pt x="0" y="11384"/>
                    </a:lnTo>
                    <a:cubicBezTo>
                      <a:pt x="0" y="11037"/>
                      <a:pt x="135" y="10708"/>
                      <a:pt x="370" y="10480"/>
                    </a:cubicBezTo>
                    <a:lnTo>
                      <a:pt x="4320" y="6653"/>
                    </a:lnTo>
                    <a:lnTo>
                      <a:pt x="4320" y="1200"/>
                    </a:lnTo>
                    <a:cubicBezTo>
                      <a:pt x="4320" y="537"/>
                      <a:pt x="4803" y="0"/>
                      <a:pt x="5400" y="0"/>
                    </a:cubicBezTo>
                    <a:lnTo>
                      <a:pt x="20520" y="0"/>
                    </a:lnTo>
                    <a:cubicBezTo>
                      <a:pt x="21117" y="0"/>
                      <a:pt x="21600" y="537"/>
                      <a:pt x="21600" y="1200"/>
                    </a:cubicBezTo>
                    <a:lnTo>
                      <a:pt x="21600" y="20400"/>
                    </a:lnTo>
                    <a:cubicBezTo>
                      <a:pt x="21600" y="21063"/>
                      <a:pt x="21117" y="21600"/>
                      <a:pt x="20520" y="21600"/>
                    </a:cubicBezTo>
                    <a:close/>
                    <a:moveTo>
                      <a:pt x="7560" y="19200"/>
                    </a:moveTo>
                    <a:lnTo>
                      <a:pt x="10800" y="19200"/>
                    </a:lnTo>
                    <a:lnTo>
                      <a:pt x="10800" y="11930"/>
                    </a:lnTo>
                    <a:lnTo>
                      <a:pt x="6480" y="7745"/>
                    </a:lnTo>
                    <a:lnTo>
                      <a:pt x="2160" y="11930"/>
                    </a:lnTo>
                    <a:lnTo>
                      <a:pt x="2160" y="19200"/>
                    </a:lnTo>
                    <a:lnTo>
                      <a:pt x="5400" y="19200"/>
                    </a:lnTo>
                    <a:lnTo>
                      <a:pt x="5400" y="14400"/>
                    </a:lnTo>
                    <a:lnTo>
                      <a:pt x="7560" y="14400"/>
                    </a:lnTo>
                    <a:lnTo>
                      <a:pt x="7560" y="19200"/>
                    </a:lnTo>
                    <a:close/>
                    <a:moveTo>
                      <a:pt x="12960" y="19200"/>
                    </a:moveTo>
                    <a:lnTo>
                      <a:pt x="19440" y="19200"/>
                    </a:lnTo>
                    <a:lnTo>
                      <a:pt x="19440" y="2400"/>
                    </a:lnTo>
                    <a:lnTo>
                      <a:pt x="6480" y="2400"/>
                    </a:lnTo>
                    <a:lnTo>
                      <a:pt x="6480" y="4952"/>
                    </a:lnTo>
                    <a:cubicBezTo>
                      <a:pt x="6733" y="4952"/>
                      <a:pt x="6986" y="5051"/>
                      <a:pt x="7190" y="5249"/>
                    </a:cubicBezTo>
                    <a:lnTo>
                      <a:pt x="12590" y="10480"/>
                    </a:lnTo>
                    <a:cubicBezTo>
                      <a:pt x="12825" y="10708"/>
                      <a:pt x="12960" y="11037"/>
                      <a:pt x="12960" y="11384"/>
                    </a:cubicBezTo>
                    <a:lnTo>
                      <a:pt x="12960" y="19200"/>
                    </a:lnTo>
                    <a:close/>
                    <a:moveTo>
                      <a:pt x="15120" y="9600"/>
                    </a:moveTo>
                    <a:lnTo>
                      <a:pt x="17280" y="9600"/>
                    </a:lnTo>
                    <a:lnTo>
                      <a:pt x="17280" y="12000"/>
                    </a:lnTo>
                    <a:lnTo>
                      <a:pt x="15120" y="12000"/>
                    </a:lnTo>
                    <a:lnTo>
                      <a:pt x="15120" y="9600"/>
                    </a:lnTo>
                    <a:close/>
                    <a:moveTo>
                      <a:pt x="15120" y="14400"/>
                    </a:moveTo>
                    <a:lnTo>
                      <a:pt x="17280" y="14400"/>
                    </a:lnTo>
                    <a:lnTo>
                      <a:pt x="17280" y="16800"/>
                    </a:lnTo>
                    <a:lnTo>
                      <a:pt x="15120" y="16800"/>
                    </a:lnTo>
                    <a:lnTo>
                      <a:pt x="15120" y="14400"/>
                    </a:lnTo>
                    <a:close/>
                    <a:moveTo>
                      <a:pt x="15120" y="4800"/>
                    </a:moveTo>
                    <a:lnTo>
                      <a:pt x="17280" y="4800"/>
                    </a:lnTo>
                    <a:lnTo>
                      <a:pt x="17280" y="7200"/>
                    </a:lnTo>
                    <a:lnTo>
                      <a:pt x="15120" y="7200"/>
                    </a:lnTo>
                    <a:lnTo>
                      <a:pt x="15120" y="4800"/>
                    </a:lnTo>
                    <a:close/>
                    <a:moveTo>
                      <a:pt x="10800" y="4800"/>
                    </a:moveTo>
                    <a:lnTo>
                      <a:pt x="12960" y="4800"/>
                    </a:lnTo>
                    <a:lnTo>
                      <a:pt x="12960" y="7200"/>
                    </a:lnTo>
                    <a:lnTo>
                      <a:pt x="10800" y="7200"/>
                    </a:lnTo>
                    <a:lnTo>
                      <a:pt x="10800" y="480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981B47-AFD9-EA58-40C8-B09EDB359CC9}"/>
              </a:ext>
            </a:extLst>
          </p:cNvPr>
          <p:cNvGrpSpPr/>
          <p:nvPr/>
        </p:nvGrpSpPr>
        <p:grpSpPr>
          <a:xfrm>
            <a:off x="1701630" y="5307107"/>
            <a:ext cx="9619599" cy="1158486"/>
            <a:chOff x="1981822" y="5062559"/>
            <a:chExt cx="9619599" cy="115848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CA4989D-5344-4507-B36B-39C2BFD583BC}"/>
                </a:ext>
              </a:extLst>
            </p:cNvPr>
            <p:cNvGrpSpPr/>
            <p:nvPr/>
          </p:nvGrpSpPr>
          <p:grpSpPr>
            <a:xfrm>
              <a:off x="2877179" y="5062559"/>
              <a:ext cx="8724242" cy="1158486"/>
              <a:chOff x="2877179" y="5073768"/>
              <a:chExt cx="8724242" cy="1158486"/>
            </a:xfrm>
          </p:grpSpPr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07652369-D79A-117A-6D46-A53D9543D312}"/>
                  </a:ext>
                </a:extLst>
              </p:cNvPr>
              <p:cNvSpPr txBox="1"/>
              <p:nvPr/>
            </p:nvSpPr>
            <p:spPr>
              <a:xfrm>
                <a:off x="2877179" y="5073768"/>
                <a:ext cx="872424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400" b="1" dirty="0">
                    <a:solidFill>
                      <a:schemeClr val="accent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2</a:t>
                </a:r>
                <a:endPara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0" name="Details 1">
                <a:extLst>
                  <a:ext uri="{FF2B5EF4-FFF2-40B4-BE49-F238E27FC236}">
                    <a16:creationId xmlns:a16="http://schemas.microsoft.com/office/drawing/2014/main" id="{09D33181-AC05-0F1F-238F-434E3DEF3959}"/>
                  </a:ext>
                </a:extLst>
              </p:cNvPr>
              <p:cNvSpPr txBox="1"/>
              <p:nvPr/>
            </p:nvSpPr>
            <p:spPr>
              <a:xfrm>
                <a:off x="2877179" y="5708393"/>
                <a:ext cx="8724242" cy="523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en-US" sz="2374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51" name="成组">
              <a:extLst>
                <a:ext uri="{FF2B5EF4-FFF2-40B4-BE49-F238E27FC236}">
                  <a16:creationId xmlns:a16="http://schemas.microsoft.com/office/drawing/2014/main" id="{D29E946D-D013-A168-60F8-31E76BB1881D}"/>
                </a:ext>
              </a:extLst>
            </p:cNvPr>
            <p:cNvGrpSpPr/>
            <p:nvPr/>
          </p:nvGrpSpPr>
          <p:grpSpPr>
            <a:xfrm>
              <a:off x="1981822" y="5585178"/>
              <a:ext cx="574919" cy="574915"/>
              <a:chOff x="0" y="0"/>
              <a:chExt cx="457200" cy="457200"/>
            </a:xfrm>
          </p:grpSpPr>
          <p:sp>
            <p:nvSpPr>
              <p:cNvPr id="52" name="任意形状 399">
                <a:extLst>
                  <a:ext uri="{FF2B5EF4-FFF2-40B4-BE49-F238E27FC236}">
                    <a16:creationId xmlns:a16="http://schemas.microsoft.com/office/drawing/2014/main" id="{C4E0C441-DCAC-5FC9-554B-3F0FE2BDEE2E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53" name="任意形状 400">
                <a:extLst>
                  <a:ext uri="{FF2B5EF4-FFF2-40B4-BE49-F238E27FC236}">
                    <a16:creationId xmlns:a16="http://schemas.microsoft.com/office/drawing/2014/main" id="{3A05909A-34A7-1702-4734-D51E032AB462}"/>
                  </a:ext>
                </a:extLst>
              </p:cNvPr>
              <p:cNvSpPr/>
              <p:nvPr/>
            </p:nvSpPr>
            <p:spPr>
              <a:xfrm>
                <a:off x="19050" y="57150"/>
                <a:ext cx="4191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5" y="3600"/>
                    </a:moveTo>
                    <a:lnTo>
                      <a:pt x="21600" y="3600"/>
                    </a:lnTo>
                    <a:lnTo>
                      <a:pt x="21600" y="6000"/>
                    </a:lnTo>
                    <a:lnTo>
                      <a:pt x="20618" y="6000"/>
                    </a:lnTo>
                    <a:lnTo>
                      <a:pt x="20618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200"/>
                    </a:lnTo>
                    <a:lnTo>
                      <a:pt x="982" y="19200"/>
                    </a:lnTo>
                    <a:lnTo>
                      <a:pt x="982" y="6000"/>
                    </a:lnTo>
                    <a:lnTo>
                      <a:pt x="0" y="6000"/>
                    </a:lnTo>
                    <a:lnTo>
                      <a:pt x="0" y="3600"/>
                    </a:lnTo>
                    <a:lnTo>
                      <a:pt x="2945" y="3600"/>
                    </a:lnTo>
                    <a:lnTo>
                      <a:pt x="2945" y="1200"/>
                    </a:lnTo>
                    <a:cubicBezTo>
                      <a:pt x="2945" y="537"/>
                      <a:pt x="3385" y="0"/>
                      <a:pt x="3927" y="0"/>
                    </a:cubicBezTo>
                    <a:lnTo>
                      <a:pt x="17673" y="0"/>
                    </a:lnTo>
                    <a:cubicBezTo>
                      <a:pt x="18215" y="0"/>
                      <a:pt x="18655" y="537"/>
                      <a:pt x="18655" y="1200"/>
                    </a:cubicBezTo>
                    <a:lnTo>
                      <a:pt x="18655" y="3600"/>
                    </a:lnTo>
                    <a:close/>
                    <a:moveTo>
                      <a:pt x="18655" y="6000"/>
                    </a:moveTo>
                    <a:lnTo>
                      <a:pt x="2945" y="6000"/>
                    </a:lnTo>
                    <a:lnTo>
                      <a:pt x="2945" y="19200"/>
                    </a:lnTo>
                    <a:lnTo>
                      <a:pt x="5891" y="19200"/>
                    </a:lnTo>
                    <a:lnTo>
                      <a:pt x="5891" y="10800"/>
                    </a:lnTo>
                    <a:lnTo>
                      <a:pt x="7855" y="10800"/>
                    </a:lnTo>
                    <a:lnTo>
                      <a:pt x="7855" y="19200"/>
                    </a:lnTo>
                    <a:lnTo>
                      <a:pt x="9818" y="19200"/>
                    </a:lnTo>
                    <a:lnTo>
                      <a:pt x="9818" y="10800"/>
                    </a:lnTo>
                    <a:lnTo>
                      <a:pt x="11782" y="10800"/>
                    </a:lnTo>
                    <a:lnTo>
                      <a:pt x="11782" y="19200"/>
                    </a:lnTo>
                    <a:lnTo>
                      <a:pt x="13745" y="19200"/>
                    </a:lnTo>
                    <a:lnTo>
                      <a:pt x="13745" y="10800"/>
                    </a:lnTo>
                    <a:lnTo>
                      <a:pt x="15709" y="10800"/>
                    </a:lnTo>
                    <a:lnTo>
                      <a:pt x="15709" y="19200"/>
                    </a:lnTo>
                    <a:lnTo>
                      <a:pt x="18655" y="19200"/>
                    </a:lnTo>
                    <a:lnTo>
                      <a:pt x="18655" y="6000"/>
                    </a:lnTo>
                    <a:close/>
                    <a:moveTo>
                      <a:pt x="4909" y="2400"/>
                    </a:moveTo>
                    <a:lnTo>
                      <a:pt x="4909" y="3600"/>
                    </a:lnTo>
                    <a:lnTo>
                      <a:pt x="16691" y="3600"/>
                    </a:lnTo>
                    <a:lnTo>
                      <a:pt x="16691" y="2400"/>
                    </a:lnTo>
                    <a:lnTo>
                      <a:pt x="4909" y="240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FFB1C3-F934-13DF-0852-3AEE71680EA1}"/>
              </a:ext>
            </a:extLst>
          </p:cNvPr>
          <p:cNvGrpSpPr/>
          <p:nvPr/>
        </p:nvGrpSpPr>
        <p:grpSpPr>
          <a:xfrm>
            <a:off x="1701630" y="9126805"/>
            <a:ext cx="9619599" cy="1158486"/>
            <a:chOff x="1981822" y="8775933"/>
            <a:chExt cx="9619599" cy="115848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3229AEC-2F73-B0F4-BC4E-585D4E4F1758}"/>
                </a:ext>
              </a:extLst>
            </p:cNvPr>
            <p:cNvGrpSpPr/>
            <p:nvPr/>
          </p:nvGrpSpPr>
          <p:grpSpPr>
            <a:xfrm>
              <a:off x="2877179" y="8775933"/>
              <a:ext cx="8724242" cy="1158486"/>
              <a:chOff x="2877179" y="8764725"/>
              <a:chExt cx="8724242" cy="1158486"/>
            </a:xfrm>
          </p:grpSpPr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926B8C3-C638-1DFA-82C1-8DDEF9113F77}"/>
                  </a:ext>
                </a:extLst>
              </p:cNvPr>
              <p:cNvSpPr txBox="1"/>
              <p:nvPr/>
            </p:nvSpPr>
            <p:spPr>
              <a:xfrm>
                <a:off x="2877179" y="8764725"/>
                <a:ext cx="872424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400" b="1" dirty="0">
                    <a:solidFill>
                      <a:schemeClr val="accent4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4</a:t>
                </a:r>
                <a:endPara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4" name="Details 1">
                <a:extLst>
                  <a:ext uri="{FF2B5EF4-FFF2-40B4-BE49-F238E27FC236}">
                    <a16:creationId xmlns:a16="http://schemas.microsoft.com/office/drawing/2014/main" id="{E1EC28FB-3119-B81F-31EE-5B2A47A2E621}"/>
                  </a:ext>
                </a:extLst>
              </p:cNvPr>
              <p:cNvSpPr txBox="1"/>
              <p:nvPr/>
            </p:nvSpPr>
            <p:spPr>
              <a:xfrm>
                <a:off x="2877179" y="9399350"/>
                <a:ext cx="8724242" cy="523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en-US" sz="2374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</a:t>
                </a:r>
              </a:p>
            </p:txBody>
          </p:sp>
        </p:grpSp>
        <p:grpSp>
          <p:nvGrpSpPr>
            <p:cNvPr id="54" name="成组">
              <a:extLst>
                <a:ext uri="{FF2B5EF4-FFF2-40B4-BE49-F238E27FC236}">
                  <a16:creationId xmlns:a16="http://schemas.microsoft.com/office/drawing/2014/main" id="{846C5920-2A52-84F8-90BF-6EA741021278}"/>
                </a:ext>
              </a:extLst>
            </p:cNvPr>
            <p:cNvGrpSpPr/>
            <p:nvPr/>
          </p:nvGrpSpPr>
          <p:grpSpPr>
            <a:xfrm>
              <a:off x="1981822" y="9298551"/>
              <a:ext cx="574919" cy="574915"/>
              <a:chOff x="0" y="0"/>
              <a:chExt cx="457200" cy="457200"/>
            </a:xfrm>
          </p:grpSpPr>
          <p:sp>
            <p:nvSpPr>
              <p:cNvPr id="55" name="任意形状 477">
                <a:extLst>
                  <a:ext uri="{FF2B5EF4-FFF2-40B4-BE49-F238E27FC236}">
                    <a16:creationId xmlns:a16="http://schemas.microsoft.com/office/drawing/2014/main" id="{DECD6839-C199-8FD3-AEF5-9CC40DBAC239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56" name="任意形状 478">
                <a:extLst>
                  <a:ext uri="{FF2B5EF4-FFF2-40B4-BE49-F238E27FC236}">
                    <a16:creationId xmlns:a16="http://schemas.microsoft.com/office/drawing/2014/main" id="{80F9818F-180F-3807-7805-63CD9908291C}"/>
                  </a:ext>
                </a:extLst>
              </p:cNvPr>
              <p:cNvSpPr/>
              <p:nvPr/>
            </p:nvSpPr>
            <p:spPr>
              <a:xfrm>
                <a:off x="38100" y="57150"/>
                <a:ext cx="381000" cy="3429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19200"/>
                    </a:lnTo>
                    <a:lnTo>
                      <a:pt x="1080" y="19200"/>
                    </a:lnTo>
                    <a:lnTo>
                      <a:pt x="1080" y="1200"/>
                    </a:lnTo>
                    <a:cubicBezTo>
                      <a:pt x="1080" y="537"/>
                      <a:pt x="1563" y="0"/>
                      <a:pt x="2160" y="0"/>
                    </a:cubicBezTo>
                    <a:lnTo>
                      <a:pt x="17280" y="0"/>
                    </a:lnTo>
                    <a:cubicBezTo>
                      <a:pt x="17877" y="0"/>
                      <a:pt x="18360" y="537"/>
                      <a:pt x="18360" y="1200"/>
                    </a:cubicBezTo>
                    <a:lnTo>
                      <a:pt x="18360" y="7200"/>
                    </a:lnTo>
                    <a:lnTo>
                      <a:pt x="20520" y="7200"/>
                    </a:lnTo>
                    <a:lnTo>
                      <a:pt x="20520" y="19200"/>
                    </a:lnTo>
                    <a:lnTo>
                      <a:pt x="21600" y="19200"/>
                    </a:lnTo>
                    <a:lnTo>
                      <a:pt x="21600" y="21600"/>
                    </a:lnTo>
                    <a:close/>
                    <a:moveTo>
                      <a:pt x="16200" y="19200"/>
                    </a:moveTo>
                    <a:lnTo>
                      <a:pt x="18360" y="19200"/>
                    </a:lnTo>
                    <a:lnTo>
                      <a:pt x="18360" y="9600"/>
                    </a:lnTo>
                    <a:lnTo>
                      <a:pt x="11880" y="9600"/>
                    </a:lnTo>
                    <a:lnTo>
                      <a:pt x="11880" y="19200"/>
                    </a:lnTo>
                    <a:lnTo>
                      <a:pt x="14040" y="19200"/>
                    </a:lnTo>
                    <a:lnTo>
                      <a:pt x="14040" y="12000"/>
                    </a:lnTo>
                    <a:lnTo>
                      <a:pt x="16200" y="12000"/>
                    </a:lnTo>
                    <a:lnTo>
                      <a:pt x="16200" y="19200"/>
                    </a:lnTo>
                    <a:close/>
                    <a:moveTo>
                      <a:pt x="16200" y="7200"/>
                    </a:moveTo>
                    <a:lnTo>
                      <a:pt x="16200" y="2400"/>
                    </a:lnTo>
                    <a:lnTo>
                      <a:pt x="3240" y="2400"/>
                    </a:lnTo>
                    <a:lnTo>
                      <a:pt x="3240" y="19200"/>
                    </a:lnTo>
                    <a:lnTo>
                      <a:pt x="9720" y="19200"/>
                    </a:lnTo>
                    <a:lnTo>
                      <a:pt x="9720" y="7200"/>
                    </a:lnTo>
                    <a:lnTo>
                      <a:pt x="16200" y="7200"/>
                    </a:lnTo>
                    <a:close/>
                    <a:moveTo>
                      <a:pt x="5400" y="9600"/>
                    </a:moveTo>
                    <a:lnTo>
                      <a:pt x="7560" y="9600"/>
                    </a:lnTo>
                    <a:lnTo>
                      <a:pt x="7560" y="12000"/>
                    </a:lnTo>
                    <a:lnTo>
                      <a:pt x="5400" y="12000"/>
                    </a:lnTo>
                    <a:lnTo>
                      <a:pt x="5400" y="9600"/>
                    </a:lnTo>
                    <a:close/>
                    <a:moveTo>
                      <a:pt x="5400" y="14400"/>
                    </a:moveTo>
                    <a:lnTo>
                      <a:pt x="7560" y="14400"/>
                    </a:lnTo>
                    <a:lnTo>
                      <a:pt x="7560" y="16800"/>
                    </a:lnTo>
                    <a:lnTo>
                      <a:pt x="5400" y="16800"/>
                    </a:lnTo>
                    <a:lnTo>
                      <a:pt x="5400" y="14400"/>
                    </a:lnTo>
                    <a:close/>
                    <a:moveTo>
                      <a:pt x="5400" y="4800"/>
                    </a:moveTo>
                    <a:lnTo>
                      <a:pt x="7560" y="4800"/>
                    </a:lnTo>
                    <a:lnTo>
                      <a:pt x="7560" y="7200"/>
                    </a:lnTo>
                    <a:lnTo>
                      <a:pt x="5400" y="7200"/>
                    </a:lnTo>
                    <a:lnTo>
                      <a:pt x="5400" y="4800"/>
                    </a:ln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FB3481-AF4F-1126-3790-81E038DB6E7A}"/>
              </a:ext>
            </a:extLst>
          </p:cNvPr>
          <p:cNvGrpSpPr/>
          <p:nvPr/>
        </p:nvGrpSpPr>
        <p:grpSpPr>
          <a:xfrm>
            <a:off x="1701630" y="11036654"/>
            <a:ext cx="9619599" cy="1158486"/>
            <a:chOff x="1981822" y="10632619"/>
            <a:chExt cx="9619599" cy="115848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C1B14D19-B872-0791-D688-BD05B4C3F1A8}"/>
                </a:ext>
              </a:extLst>
            </p:cNvPr>
            <p:cNvGrpSpPr/>
            <p:nvPr/>
          </p:nvGrpSpPr>
          <p:grpSpPr>
            <a:xfrm>
              <a:off x="2877179" y="10632619"/>
              <a:ext cx="8724242" cy="1158486"/>
              <a:chOff x="2877179" y="10632619"/>
              <a:chExt cx="8724242" cy="1158486"/>
            </a:xfrm>
          </p:grpSpPr>
          <p:sp>
            <p:nvSpPr>
              <p:cNvPr id="15" name="Title 1">
                <a:extLst>
                  <a:ext uri="{FF2B5EF4-FFF2-40B4-BE49-F238E27FC236}">
                    <a16:creationId xmlns:a16="http://schemas.microsoft.com/office/drawing/2014/main" id="{74176DB5-0D07-B04C-AB5A-91E0228FDEFB}"/>
                  </a:ext>
                </a:extLst>
              </p:cNvPr>
              <p:cNvSpPr txBox="1"/>
              <p:nvPr/>
            </p:nvSpPr>
            <p:spPr>
              <a:xfrm>
                <a:off x="2877179" y="10632619"/>
                <a:ext cx="872424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400" b="1" dirty="0">
                    <a:solidFill>
                      <a:schemeClr val="accent5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PROCESS 5</a:t>
                </a:r>
                <a:endParaRPr lang="id-ID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</p:txBody>
          </p:sp>
          <p:sp>
            <p:nvSpPr>
              <p:cNvPr id="16" name="Details 1">
                <a:extLst>
                  <a:ext uri="{FF2B5EF4-FFF2-40B4-BE49-F238E27FC236}">
                    <a16:creationId xmlns:a16="http://schemas.microsoft.com/office/drawing/2014/main" id="{2C2268E7-8B71-B560-766D-9126EE823D5E}"/>
                  </a:ext>
                </a:extLst>
              </p:cNvPr>
              <p:cNvSpPr txBox="1"/>
              <p:nvPr/>
            </p:nvSpPr>
            <p:spPr>
              <a:xfrm>
                <a:off x="2877179" y="11267244"/>
                <a:ext cx="8724242" cy="523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3600"/>
                  </a:lnSpc>
                </a:pPr>
                <a:r>
                  <a:rPr lang="en-US" sz="2374" dirty="0">
                    <a:solidFill>
                      <a:schemeClr val="tx2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Lorem Ipsum is simply dummy. </a:t>
                </a:r>
              </a:p>
            </p:txBody>
          </p:sp>
        </p:grpSp>
        <p:grpSp>
          <p:nvGrpSpPr>
            <p:cNvPr id="57" name="成组">
              <a:extLst>
                <a:ext uri="{FF2B5EF4-FFF2-40B4-BE49-F238E27FC236}">
                  <a16:creationId xmlns:a16="http://schemas.microsoft.com/office/drawing/2014/main" id="{344BB2E9-8BE6-D293-F983-12B84E530A6C}"/>
                </a:ext>
              </a:extLst>
            </p:cNvPr>
            <p:cNvGrpSpPr/>
            <p:nvPr/>
          </p:nvGrpSpPr>
          <p:grpSpPr>
            <a:xfrm>
              <a:off x="1981822" y="11155237"/>
              <a:ext cx="574919" cy="574915"/>
              <a:chOff x="0" y="0"/>
              <a:chExt cx="457200" cy="457200"/>
            </a:xfrm>
          </p:grpSpPr>
          <p:sp>
            <p:nvSpPr>
              <p:cNvPr id="58" name="任意形状 375">
                <a:extLst>
                  <a:ext uri="{FF2B5EF4-FFF2-40B4-BE49-F238E27FC236}">
                    <a16:creationId xmlns:a16="http://schemas.microsoft.com/office/drawing/2014/main" id="{8AADB3B7-B751-73A7-59A2-2092DB67D689}"/>
                  </a:ext>
                </a:extLst>
              </p:cNvPr>
              <p:cNvSpPr/>
              <p:nvPr/>
            </p:nvSpPr>
            <p:spPr>
              <a:xfrm>
                <a:off x="0" y="0"/>
                <a:ext cx="457200" cy="45720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  <p:sp>
            <p:nvSpPr>
              <p:cNvPr id="59" name="任意形状 376">
                <a:extLst>
                  <a:ext uri="{FF2B5EF4-FFF2-40B4-BE49-F238E27FC236}">
                    <a16:creationId xmlns:a16="http://schemas.microsoft.com/office/drawing/2014/main" id="{DE0F0530-4C3B-E1C3-8B0F-214B236A339F}"/>
                  </a:ext>
                </a:extLst>
              </p:cNvPr>
              <p:cNvSpPr/>
              <p:nvPr/>
            </p:nvSpPr>
            <p:spPr>
              <a:xfrm>
                <a:off x="57150" y="19050"/>
                <a:ext cx="342900" cy="381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400" y="9840"/>
                    </a:moveTo>
                    <a:lnTo>
                      <a:pt x="8400" y="0"/>
                    </a:lnTo>
                    <a:lnTo>
                      <a:pt x="21600" y="648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480"/>
                    </a:lnTo>
                    <a:lnTo>
                      <a:pt x="8400" y="9840"/>
                    </a:lnTo>
                    <a:close/>
                    <a:moveTo>
                      <a:pt x="10800" y="3639"/>
                    </a:moveTo>
                    <a:lnTo>
                      <a:pt x="10800" y="13164"/>
                    </a:lnTo>
                    <a:lnTo>
                      <a:pt x="2400" y="9804"/>
                    </a:lnTo>
                    <a:lnTo>
                      <a:pt x="2400" y="19440"/>
                    </a:lnTo>
                    <a:lnTo>
                      <a:pt x="19200" y="19440"/>
                    </a:lnTo>
                    <a:lnTo>
                      <a:pt x="19200" y="7762"/>
                    </a:lnTo>
                    <a:lnTo>
                      <a:pt x="10800" y="3640"/>
                    </a:lnTo>
                    <a:close/>
                  </a:path>
                </a:pathLst>
              </a:cu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0450" tIns="90450" rIns="90450" bIns="90450" numCol="1" anchor="ctr">
                <a:noAutofit/>
              </a:bodyPr>
              <a:lstStyle/>
              <a:p>
                <a:endParaRPr sz="7067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55628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FFC698C-AE65-0274-C8DD-547F90F520E6}"/>
              </a:ext>
            </a:extLst>
          </p:cNvPr>
          <p:cNvGrpSpPr/>
          <p:nvPr/>
        </p:nvGrpSpPr>
        <p:grpSpPr>
          <a:xfrm>
            <a:off x="13737145" y="3200337"/>
            <a:ext cx="5791339" cy="1116103"/>
            <a:chOff x="13335227" y="2689977"/>
            <a:chExt cx="5791339" cy="1116103"/>
          </a:xfrm>
        </p:grpSpPr>
        <p:sp>
          <p:nvSpPr>
            <p:cNvPr id="280" name="TextBox 279">
              <a:extLst>
                <a:ext uri="{FF2B5EF4-FFF2-40B4-BE49-F238E27FC236}">
                  <a16:creationId xmlns:a16="http://schemas.microsoft.com/office/drawing/2014/main" id="{02487A71-0AA6-92D5-FC80-FA8F7BEEFACB}"/>
                </a:ext>
              </a:extLst>
            </p:cNvPr>
            <p:cNvSpPr txBox="1"/>
            <p:nvPr/>
          </p:nvSpPr>
          <p:spPr>
            <a:xfrm>
              <a:off x="13335227" y="2689977"/>
              <a:ext cx="579133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2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4BB33C7B-84D4-A1DB-BD68-CDCFC6E4AC17}"/>
                </a:ext>
              </a:extLst>
            </p:cNvPr>
            <p:cNvSpPr txBox="1"/>
            <p:nvPr/>
          </p:nvSpPr>
          <p:spPr>
            <a:xfrm>
              <a:off x="13335228" y="3212071"/>
              <a:ext cx="5791338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9060EE-7D47-3D53-FD02-8DBDE9603CE4}"/>
              </a:ext>
            </a:extLst>
          </p:cNvPr>
          <p:cNvGrpSpPr/>
          <p:nvPr/>
        </p:nvGrpSpPr>
        <p:grpSpPr>
          <a:xfrm>
            <a:off x="16021823" y="5343171"/>
            <a:ext cx="5961723" cy="1116103"/>
            <a:chOff x="15619905" y="4832811"/>
            <a:chExt cx="5961723" cy="1116103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41C2E021-EBC7-6C51-E4F2-2650B8BEFE2B}"/>
                </a:ext>
              </a:extLst>
            </p:cNvPr>
            <p:cNvSpPr txBox="1"/>
            <p:nvPr/>
          </p:nvSpPr>
          <p:spPr>
            <a:xfrm>
              <a:off x="15619905" y="4832811"/>
              <a:ext cx="582805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3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5CF34B2E-2A39-FBE8-A205-22A29BE51B3A}"/>
                </a:ext>
              </a:extLst>
            </p:cNvPr>
            <p:cNvSpPr txBox="1"/>
            <p:nvPr/>
          </p:nvSpPr>
          <p:spPr>
            <a:xfrm>
              <a:off x="15637005" y="5354905"/>
              <a:ext cx="5944623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49C19D-53B9-A153-FEDC-1D93A040AFD2}"/>
              </a:ext>
            </a:extLst>
          </p:cNvPr>
          <p:cNvGrpSpPr/>
          <p:nvPr/>
        </p:nvGrpSpPr>
        <p:grpSpPr>
          <a:xfrm>
            <a:off x="16552014" y="7486005"/>
            <a:ext cx="5947417" cy="1116103"/>
            <a:chOff x="16150096" y="6975645"/>
            <a:chExt cx="5947417" cy="1116103"/>
          </a:xfrm>
        </p:grpSpPr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BC111035-7326-8060-A92B-4B8785E255ED}"/>
                </a:ext>
              </a:extLst>
            </p:cNvPr>
            <p:cNvSpPr txBox="1"/>
            <p:nvPr/>
          </p:nvSpPr>
          <p:spPr>
            <a:xfrm>
              <a:off x="16150096" y="6975645"/>
              <a:ext cx="5897823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4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D41D5F19-A83A-27C6-D883-8A25222028CB}"/>
                </a:ext>
              </a:extLst>
            </p:cNvPr>
            <p:cNvSpPr txBox="1"/>
            <p:nvPr/>
          </p:nvSpPr>
          <p:spPr>
            <a:xfrm>
              <a:off x="16199690" y="7497739"/>
              <a:ext cx="5897823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99B7A9D-F19F-51AF-8227-0081B4635483}"/>
              </a:ext>
            </a:extLst>
          </p:cNvPr>
          <p:cNvGrpSpPr/>
          <p:nvPr/>
        </p:nvGrpSpPr>
        <p:grpSpPr>
          <a:xfrm>
            <a:off x="16001300" y="9628838"/>
            <a:ext cx="5872118" cy="1116103"/>
            <a:chOff x="15599382" y="9118478"/>
            <a:chExt cx="5872118" cy="1116103"/>
          </a:xfrm>
        </p:grpSpPr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3EAE0ABD-F097-B706-8941-8A4390BA75F1}"/>
                </a:ext>
              </a:extLst>
            </p:cNvPr>
            <p:cNvSpPr txBox="1"/>
            <p:nvPr/>
          </p:nvSpPr>
          <p:spPr>
            <a:xfrm>
              <a:off x="15599382" y="9118478"/>
              <a:ext cx="587211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5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5</a:t>
              </a:r>
              <a:endParaRPr lang="id-ID" sz="3400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4FF42F13-7B29-D92F-6763-BBC512F04827}"/>
                </a:ext>
              </a:extLst>
            </p:cNvPr>
            <p:cNvSpPr txBox="1"/>
            <p:nvPr/>
          </p:nvSpPr>
          <p:spPr>
            <a:xfrm>
              <a:off x="15637005" y="9640572"/>
              <a:ext cx="5810955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44B8CA2-9E3D-BAF6-A73E-5A0426BF8FD4}"/>
              </a:ext>
            </a:extLst>
          </p:cNvPr>
          <p:cNvGrpSpPr/>
          <p:nvPr/>
        </p:nvGrpSpPr>
        <p:grpSpPr>
          <a:xfrm>
            <a:off x="13655543" y="11771671"/>
            <a:ext cx="6374172" cy="1116104"/>
            <a:chOff x="13253625" y="11261311"/>
            <a:chExt cx="6374172" cy="1116104"/>
          </a:xfrm>
        </p:grpSpPr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02F915CB-10E6-8002-7AAE-E18E3D488E65}"/>
                </a:ext>
              </a:extLst>
            </p:cNvPr>
            <p:cNvSpPr txBox="1"/>
            <p:nvPr/>
          </p:nvSpPr>
          <p:spPr>
            <a:xfrm>
              <a:off x="13253625" y="11261311"/>
              <a:ext cx="637417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400" b="1" dirty="0">
                  <a:solidFill>
                    <a:schemeClr val="accent6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6</a:t>
              </a:r>
              <a:endParaRPr lang="id-ID" sz="3400" b="1" dirty="0">
                <a:solidFill>
                  <a:schemeClr val="accent6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062F3C42-D676-91E8-7A43-A02D9F36F9D1}"/>
                </a:ext>
              </a:extLst>
            </p:cNvPr>
            <p:cNvSpPr txBox="1"/>
            <p:nvPr/>
          </p:nvSpPr>
          <p:spPr>
            <a:xfrm>
              <a:off x="13253625" y="11783406"/>
              <a:ext cx="6374172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2D26CB-E2BA-C338-5CBF-82E9A7151810}"/>
              </a:ext>
            </a:extLst>
          </p:cNvPr>
          <p:cNvGrpSpPr/>
          <p:nvPr/>
        </p:nvGrpSpPr>
        <p:grpSpPr>
          <a:xfrm>
            <a:off x="4446531" y="3211643"/>
            <a:ext cx="5685788" cy="1094839"/>
            <a:chOff x="4993910" y="2712589"/>
            <a:chExt cx="5685788" cy="1094839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2C4D0FF1-545B-B15E-547E-2F9D6AD37E35}"/>
                </a:ext>
              </a:extLst>
            </p:cNvPr>
            <p:cNvSpPr txBox="1"/>
            <p:nvPr/>
          </p:nvSpPr>
          <p:spPr>
            <a:xfrm>
              <a:off x="5018566" y="2712589"/>
              <a:ext cx="566113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1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8FF982EC-1A96-114E-D97E-54362FEA25AF}"/>
                </a:ext>
              </a:extLst>
            </p:cNvPr>
            <p:cNvSpPr txBox="1"/>
            <p:nvPr/>
          </p:nvSpPr>
          <p:spPr>
            <a:xfrm>
              <a:off x="4993910" y="3213419"/>
              <a:ext cx="5685787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C9F807-B17C-F805-F7B8-72BA1DE68FD4}"/>
              </a:ext>
            </a:extLst>
          </p:cNvPr>
          <p:cNvGrpSpPr/>
          <p:nvPr/>
        </p:nvGrpSpPr>
        <p:grpSpPr>
          <a:xfrm>
            <a:off x="2320527" y="5347641"/>
            <a:ext cx="5689864" cy="1094839"/>
            <a:chOff x="2867906" y="4640485"/>
            <a:chExt cx="5689864" cy="1094839"/>
          </a:xfrm>
        </p:grpSpPr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16389C31-C34B-D7E6-7197-0656B53C0A42}"/>
                </a:ext>
              </a:extLst>
            </p:cNvPr>
            <p:cNvSpPr txBox="1"/>
            <p:nvPr/>
          </p:nvSpPr>
          <p:spPr>
            <a:xfrm>
              <a:off x="2867906" y="4640485"/>
              <a:ext cx="568986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4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10</a:t>
              </a:r>
              <a:endParaRPr lang="id-ID" sz="3400" b="1" dirty="0">
                <a:solidFill>
                  <a:schemeClr val="accent4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011F5178-6D58-117D-F166-0C4C20C6E5C9}"/>
                </a:ext>
              </a:extLst>
            </p:cNvPr>
            <p:cNvSpPr txBox="1"/>
            <p:nvPr/>
          </p:nvSpPr>
          <p:spPr>
            <a:xfrm>
              <a:off x="2871981" y="5141315"/>
              <a:ext cx="5685787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7CC4C3-713A-9880-A83F-2BD4FD29AC45}"/>
              </a:ext>
            </a:extLst>
          </p:cNvPr>
          <p:cNvGrpSpPr/>
          <p:nvPr/>
        </p:nvGrpSpPr>
        <p:grpSpPr>
          <a:xfrm>
            <a:off x="1621044" y="7483639"/>
            <a:ext cx="5689864" cy="1094839"/>
            <a:chOff x="2168423" y="6972670"/>
            <a:chExt cx="5689864" cy="1094839"/>
          </a:xfrm>
        </p:grpSpPr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33A38C19-9318-1BF5-4EB4-20F5BD42FED6}"/>
                </a:ext>
              </a:extLst>
            </p:cNvPr>
            <p:cNvSpPr txBox="1"/>
            <p:nvPr/>
          </p:nvSpPr>
          <p:spPr>
            <a:xfrm>
              <a:off x="2168423" y="6972670"/>
              <a:ext cx="5689864" cy="630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3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9</a:t>
              </a:r>
              <a:endParaRPr lang="id-ID" sz="3400" b="1" dirty="0">
                <a:solidFill>
                  <a:schemeClr val="accent3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03B4BDCF-7F14-FF02-4373-54F17D0FAE2E}"/>
                </a:ext>
              </a:extLst>
            </p:cNvPr>
            <p:cNvSpPr txBox="1"/>
            <p:nvPr/>
          </p:nvSpPr>
          <p:spPr>
            <a:xfrm>
              <a:off x="2172499" y="7473500"/>
              <a:ext cx="5685787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3849F5-D92C-FF8B-E67A-40B246A3077C}"/>
              </a:ext>
            </a:extLst>
          </p:cNvPr>
          <p:cNvGrpSpPr/>
          <p:nvPr/>
        </p:nvGrpSpPr>
        <p:grpSpPr>
          <a:xfrm>
            <a:off x="2320528" y="9619637"/>
            <a:ext cx="5689862" cy="1094839"/>
            <a:chOff x="2867907" y="9438320"/>
            <a:chExt cx="5689862" cy="1094839"/>
          </a:xfrm>
        </p:grpSpPr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362BDE4B-A183-00D5-4E37-2750373F725D}"/>
                </a:ext>
              </a:extLst>
            </p:cNvPr>
            <p:cNvSpPr txBox="1"/>
            <p:nvPr/>
          </p:nvSpPr>
          <p:spPr>
            <a:xfrm>
              <a:off x="2867907" y="9438320"/>
              <a:ext cx="5689862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8</a:t>
              </a:r>
              <a:endParaRPr lang="id-ID" sz="3400" b="1" dirty="0">
                <a:solidFill>
                  <a:schemeClr val="accent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BEAA9644-8379-B9D2-28FF-839A0912E467}"/>
                </a:ext>
              </a:extLst>
            </p:cNvPr>
            <p:cNvSpPr txBox="1"/>
            <p:nvPr/>
          </p:nvSpPr>
          <p:spPr>
            <a:xfrm>
              <a:off x="2871981" y="9939150"/>
              <a:ext cx="5685787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9980613-D12D-BE88-EDE8-E7DECEF0C7D1}"/>
              </a:ext>
            </a:extLst>
          </p:cNvPr>
          <p:cNvGrpSpPr/>
          <p:nvPr/>
        </p:nvGrpSpPr>
        <p:grpSpPr>
          <a:xfrm>
            <a:off x="4471187" y="11755634"/>
            <a:ext cx="5685788" cy="1120835"/>
            <a:chOff x="5018566" y="11256580"/>
            <a:chExt cx="5685788" cy="1120835"/>
          </a:xfrm>
        </p:grpSpPr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E208BD64-8CA0-3DB5-E752-CFF5037AC37F}"/>
                </a:ext>
              </a:extLst>
            </p:cNvPr>
            <p:cNvSpPr txBox="1"/>
            <p:nvPr/>
          </p:nvSpPr>
          <p:spPr>
            <a:xfrm>
              <a:off x="5018566" y="11256580"/>
              <a:ext cx="5685788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400" b="1" dirty="0">
                  <a:solidFill>
                    <a:schemeClr val="accent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PROCESS 7</a:t>
              </a:r>
              <a:endParaRPr lang="id-ID" sz="3400" b="1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D663389B-3CA3-3A24-3914-08BA067E9ADB}"/>
                </a:ext>
              </a:extLst>
            </p:cNvPr>
            <p:cNvSpPr txBox="1"/>
            <p:nvPr/>
          </p:nvSpPr>
          <p:spPr>
            <a:xfrm>
              <a:off x="5018566" y="11783406"/>
              <a:ext cx="5685787" cy="594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  <a:endParaRPr lang="en-US" sz="2400" b="1" dirty="0">
                <a:solidFill>
                  <a:schemeClr val="tx2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68" name="Title 1">
            <a:extLst>
              <a:ext uri="{FF2B5EF4-FFF2-40B4-BE49-F238E27FC236}">
                <a16:creationId xmlns:a16="http://schemas.microsoft.com/office/drawing/2014/main" id="{98472686-F62A-648D-FC17-8ED853E5AC41}"/>
              </a:ext>
            </a:extLst>
          </p:cNvPr>
          <p:cNvSpPr txBox="1">
            <a:spLocks/>
          </p:cNvSpPr>
          <p:nvPr/>
        </p:nvSpPr>
        <p:spPr>
          <a:xfrm>
            <a:off x="8317998" y="7468418"/>
            <a:ext cx="7175721" cy="1234204"/>
          </a:xfrm>
          <a:prstGeom prst="rect">
            <a:avLst/>
          </a:prstGeom>
        </p:spPr>
        <p:txBody>
          <a:bodyPr vert="horz" lIns="180904" tIns="90452" rIns="180904" bIns="90452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809049">
              <a:lnSpc>
                <a:spcPct val="120000"/>
              </a:lnSpc>
              <a:defRPr/>
            </a:pPr>
            <a:r>
              <a:rPr lang="en-US" sz="3400" b="1" dirty="0">
                <a:solidFill>
                  <a:srgbClr val="3F3F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TEN CYCLE</a:t>
            </a:r>
            <a:br>
              <a:rPr lang="en-US" sz="3400" b="1" dirty="0">
                <a:solidFill>
                  <a:srgbClr val="3F3F3F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3400" b="1" dirty="0">
                <a:solidFill>
                  <a:srgbClr val="3F3F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PROCESS</a:t>
            </a:r>
          </a:p>
        </p:txBody>
      </p:sp>
      <p:sp>
        <p:nvSpPr>
          <p:cNvPr id="269" name="Freeform 15">
            <a:extLst>
              <a:ext uri="{FF2B5EF4-FFF2-40B4-BE49-F238E27FC236}">
                <a16:creationId xmlns:a16="http://schemas.microsoft.com/office/drawing/2014/main" id="{B0EEDE11-FA4E-BDD4-9E7B-06290BB1F98A}"/>
              </a:ext>
            </a:extLst>
          </p:cNvPr>
          <p:cNvSpPr>
            <a:spLocks/>
          </p:cNvSpPr>
          <p:nvPr/>
        </p:nvSpPr>
        <p:spPr bwMode="auto">
          <a:xfrm rot="403631">
            <a:off x="11659417" y="4204182"/>
            <a:ext cx="2299161" cy="1910919"/>
          </a:xfrm>
          <a:custGeom>
            <a:avLst/>
            <a:gdLst>
              <a:gd name="T0" fmla="*/ 36 w 658"/>
              <a:gd name="T1" fmla="*/ 530 h 548"/>
              <a:gd name="T2" fmla="*/ 180 w 658"/>
              <a:gd name="T3" fmla="*/ 511 h 548"/>
              <a:gd name="T4" fmla="*/ 380 w 658"/>
              <a:gd name="T5" fmla="*/ 548 h 548"/>
              <a:gd name="T6" fmla="*/ 658 w 658"/>
              <a:gd name="T7" fmla="*/ 406 h 548"/>
              <a:gd name="T8" fmla="*/ 651 w 658"/>
              <a:gd name="T9" fmla="*/ 110 h 548"/>
              <a:gd name="T10" fmla="*/ 180 w 658"/>
              <a:gd name="T11" fmla="*/ 0 h 548"/>
              <a:gd name="T12" fmla="*/ 0 w 658"/>
              <a:gd name="T13" fmla="*/ 15 h 548"/>
              <a:gd name="T14" fmla="*/ 178 w 658"/>
              <a:gd name="T15" fmla="*/ 250 h 548"/>
              <a:gd name="T16" fmla="*/ 36 w 658"/>
              <a:gd name="T17" fmla="*/ 530 h 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58" h="548">
                <a:moveTo>
                  <a:pt x="36" y="530"/>
                </a:moveTo>
                <a:cubicBezTo>
                  <a:pt x="82" y="518"/>
                  <a:pt x="130" y="511"/>
                  <a:pt x="180" y="511"/>
                </a:cubicBezTo>
                <a:cubicBezTo>
                  <a:pt x="250" y="511"/>
                  <a:pt x="318" y="524"/>
                  <a:pt x="380" y="548"/>
                </a:cubicBezTo>
                <a:cubicBezTo>
                  <a:pt x="658" y="406"/>
                  <a:pt x="658" y="406"/>
                  <a:pt x="658" y="406"/>
                </a:cubicBezTo>
                <a:cubicBezTo>
                  <a:pt x="651" y="110"/>
                  <a:pt x="651" y="110"/>
                  <a:pt x="651" y="110"/>
                </a:cubicBezTo>
                <a:cubicBezTo>
                  <a:pt x="509" y="39"/>
                  <a:pt x="349" y="0"/>
                  <a:pt x="180" y="0"/>
                </a:cubicBezTo>
                <a:cubicBezTo>
                  <a:pt x="118" y="0"/>
                  <a:pt x="58" y="5"/>
                  <a:pt x="0" y="15"/>
                </a:cubicBezTo>
                <a:cubicBezTo>
                  <a:pt x="178" y="250"/>
                  <a:pt x="178" y="250"/>
                  <a:pt x="178" y="250"/>
                </a:cubicBezTo>
                <a:lnTo>
                  <a:pt x="36" y="5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0" name="Freeform 16">
            <a:extLst>
              <a:ext uri="{FF2B5EF4-FFF2-40B4-BE49-F238E27FC236}">
                <a16:creationId xmlns:a16="http://schemas.microsoft.com/office/drawing/2014/main" id="{DB919A37-20A9-0787-6A02-20D3196C9A22}"/>
              </a:ext>
            </a:extLst>
          </p:cNvPr>
          <p:cNvSpPr>
            <a:spLocks/>
          </p:cNvSpPr>
          <p:nvPr/>
        </p:nvSpPr>
        <p:spPr bwMode="auto">
          <a:xfrm rot="403631">
            <a:off x="13000491" y="4817414"/>
            <a:ext cx="2602044" cy="2456108"/>
          </a:xfrm>
          <a:custGeom>
            <a:avLst/>
            <a:gdLst>
              <a:gd name="T0" fmla="*/ 0 w 745"/>
              <a:gd name="T1" fmla="*/ 438 h 704"/>
              <a:gd name="T2" fmla="*/ 267 w 745"/>
              <a:gd name="T3" fmla="*/ 656 h 704"/>
              <a:gd name="T4" fmla="*/ 575 w 745"/>
              <a:gd name="T5" fmla="*/ 704 h 704"/>
              <a:gd name="T6" fmla="*/ 745 w 745"/>
              <a:gd name="T7" fmla="*/ 460 h 704"/>
              <a:gd name="T8" fmla="*/ 272 w 745"/>
              <a:gd name="T9" fmla="*/ 0 h 704"/>
              <a:gd name="T10" fmla="*/ 279 w 745"/>
              <a:gd name="T11" fmla="*/ 296 h 704"/>
              <a:gd name="T12" fmla="*/ 0 w 745"/>
              <a:gd name="T13" fmla="*/ 438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5" h="704">
                <a:moveTo>
                  <a:pt x="0" y="438"/>
                </a:moveTo>
                <a:cubicBezTo>
                  <a:pt x="111" y="481"/>
                  <a:pt x="204" y="558"/>
                  <a:pt x="267" y="656"/>
                </a:cubicBezTo>
                <a:cubicBezTo>
                  <a:pt x="575" y="704"/>
                  <a:pt x="575" y="704"/>
                  <a:pt x="575" y="704"/>
                </a:cubicBezTo>
                <a:cubicBezTo>
                  <a:pt x="745" y="460"/>
                  <a:pt x="745" y="460"/>
                  <a:pt x="745" y="460"/>
                </a:cubicBezTo>
                <a:cubicBezTo>
                  <a:pt x="640" y="261"/>
                  <a:pt x="474" y="99"/>
                  <a:pt x="272" y="0"/>
                </a:cubicBezTo>
                <a:cubicBezTo>
                  <a:pt x="279" y="296"/>
                  <a:pt x="279" y="296"/>
                  <a:pt x="279" y="296"/>
                </a:cubicBezTo>
                <a:lnTo>
                  <a:pt x="0" y="43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1" name="Freeform 17">
            <a:extLst>
              <a:ext uri="{FF2B5EF4-FFF2-40B4-BE49-F238E27FC236}">
                <a16:creationId xmlns:a16="http://schemas.microsoft.com/office/drawing/2014/main" id="{10A54753-7FC6-35E6-0320-E2E0A29C161F}"/>
              </a:ext>
            </a:extLst>
          </p:cNvPr>
          <p:cNvSpPr>
            <a:spLocks/>
          </p:cNvSpPr>
          <p:nvPr/>
        </p:nvSpPr>
        <p:spPr bwMode="auto">
          <a:xfrm rot="403631">
            <a:off x="13769441" y="6619955"/>
            <a:ext cx="2095401" cy="2613057"/>
          </a:xfrm>
          <a:custGeom>
            <a:avLst/>
            <a:gdLst>
              <a:gd name="T0" fmla="*/ 0 w 600"/>
              <a:gd name="T1" fmla="*/ 196 h 749"/>
              <a:gd name="T2" fmla="*/ 88 w 600"/>
              <a:gd name="T3" fmla="*/ 497 h 749"/>
              <a:gd name="T4" fmla="*/ 87 w 600"/>
              <a:gd name="T5" fmla="*/ 529 h 749"/>
              <a:gd name="T6" fmla="*/ 308 w 600"/>
              <a:gd name="T7" fmla="*/ 749 h 749"/>
              <a:gd name="T8" fmla="*/ 589 w 600"/>
              <a:gd name="T9" fmla="*/ 651 h 749"/>
              <a:gd name="T10" fmla="*/ 600 w 600"/>
              <a:gd name="T11" fmla="*/ 497 h 749"/>
              <a:gd name="T12" fmla="*/ 477 w 600"/>
              <a:gd name="T13" fmla="*/ 0 h 749"/>
              <a:gd name="T14" fmla="*/ 308 w 600"/>
              <a:gd name="T15" fmla="*/ 244 h 749"/>
              <a:gd name="T16" fmla="*/ 0 w 600"/>
              <a:gd name="T17" fmla="*/ 196 h 7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00" h="749">
                <a:moveTo>
                  <a:pt x="0" y="196"/>
                </a:moveTo>
                <a:cubicBezTo>
                  <a:pt x="56" y="283"/>
                  <a:pt x="88" y="386"/>
                  <a:pt x="88" y="497"/>
                </a:cubicBezTo>
                <a:cubicBezTo>
                  <a:pt x="88" y="507"/>
                  <a:pt x="88" y="518"/>
                  <a:pt x="87" y="529"/>
                </a:cubicBezTo>
                <a:cubicBezTo>
                  <a:pt x="308" y="749"/>
                  <a:pt x="308" y="749"/>
                  <a:pt x="308" y="749"/>
                </a:cubicBezTo>
                <a:cubicBezTo>
                  <a:pt x="589" y="651"/>
                  <a:pt x="589" y="651"/>
                  <a:pt x="589" y="651"/>
                </a:cubicBezTo>
                <a:cubicBezTo>
                  <a:pt x="596" y="600"/>
                  <a:pt x="600" y="549"/>
                  <a:pt x="600" y="497"/>
                </a:cubicBezTo>
                <a:cubicBezTo>
                  <a:pt x="600" y="317"/>
                  <a:pt x="555" y="149"/>
                  <a:pt x="477" y="0"/>
                </a:cubicBezTo>
                <a:cubicBezTo>
                  <a:pt x="308" y="244"/>
                  <a:pt x="308" y="244"/>
                  <a:pt x="308" y="244"/>
                </a:cubicBezTo>
                <a:lnTo>
                  <a:pt x="0" y="19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2" name="Freeform 18">
            <a:extLst>
              <a:ext uri="{FF2B5EF4-FFF2-40B4-BE49-F238E27FC236}">
                <a16:creationId xmlns:a16="http://schemas.microsoft.com/office/drawing/2014/main" id="{29B0EAAF-E6AE-F7A9-DC5D-721F38A0D602}"/>
              </a:ext>
            </a:extLst>
          </p:cNvPr>
          <p:cNvSpPr>
            <a:spLocks/>
          </p:cNvSpPr>
          <p:nvPr/>
        </p:nvSpPr>
        <p:spPr bwMode="auto">
          <a:xfrm rot="403631">
            <a:off x="8216932" y="5029403"/>
            <a:ext cx="2175253" cy="2491903"/>
          </a:xfrm>
          <a:custGeom>
            <a:avLst/>
            <a:gdLst>
              <a:gd name="T0" fmla="*/ 501 w 623"/>
              <a:gd name="T1" fmla="*/ 715 h 715"/>
              <a:gd name="T2" fmla="*/ 623 w 623"/>
              <a:gd name="T3" fmla="*/ 396 h 715"/>
              <a:gd name="T4" fmla="*/ 573 w 623"/>
              <a:gd name="T5" fmla="*/ 85 h 715"/>
              <a:gd name="T6" fmla="*/ 292 w 623"/>
              <a:gd name="T7" fmla="*/ 0 h 715"/>
              <a:gd name="T8" fmla="*/ 0 w 623"/>
              <a:gd name="T9" fmla="*/ 589 h 715"/>
              <a:gd name="T10" fmla="*/ 277 w 623"/>
              <a:gd name="T11" fmla="*/ 493 h 715"/>
              <a:gd name="T12" fmla="*/ 501 w 623"/>
              <a:gd name="T13" fmla="*/ 715 h 7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3" h="715">
                <a:moveTo>
                  <a:pt x="501" y="715"/>
                </a:moveTo>
                <a:cubicBezTo>
                  <a:pt x="507" y="595"/>
                  <a:pt x="552" y="484"/>
                  <a:pt x="623" y="396"/>
                </a:cubicBezTo>
                <a:cubicBezTo>
                  <a:pt x="573" y="85"/>
                  <a:pt x="573" y="85"/>
                  <a:pt x="573" y="85"/>
                </a:cubicBezTo>
                <a:cubicBezTo>
                  <a:pt x="292" y="0"/>
                  <a:pt x="292" y="0"/>
                  <a:pt x="292" y="0"/>
                </a:cubicBezTo>
                <a:cubicBezTo>
                  <a:pt x="138" y="157"/>
                  <a:pt x="33" y="361"/>
                  <a:pt x="0" y="589"/>
                </a:cubicBezTo>
                <a:cubicBezTo>
                  <a:pt x="277" y="493"/>
                  <a:pt x="277" y="493"/>
                  <a:pt x="277" y="493"/>
                </a:cubicBezTo>
                <a:lnTo>
                  <a:pt x="501" y="71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3" name="Freeform 19">
            <a:extLst>
              <a:ext uri="{FF2B5EF4-FFF2-40B4-BE49-F238E27FC236}">
                <a16:creationId xmlns:a16="http://schemas.microsoft.com/office/drawing/2014/main" id="{07DD57C3-82D1-D690-9116-F61E1903E102}"/>
              </a:ext>
            </a:extLst>
          </p:cNvPr>
          <p:cNvSpPr>
            <a:spLocks/>
          </p:cNvSpPr>
          <p:nvPr/>
        </p:nvSpPr>
        <p:spPr bwMode="auto">
          <a:xfrm rot="403631">
            <a:off x="9457429" y="4045053"/>
            <a:ext cx="2657112" cy="2447848"/>
          </a:xfrm>
          <a:custGeom>
            <a:avLst/>
            <a:gdLst>
              <a:gd name="T0" fmla="*/ 331 w 761"/>
              <a:gd name="T1" fmla="*/ 702 h 702"/>
              <a:gd name="T2" fmla="*/ 619 w 761"/>
              <a:gd name="T3" fmla="*/ 515 h 702"/>
              <a:gd name="T4" fmla="*/ 761 w 761"/>
              <a:gd name="T5" fmla="*/ 235 h 702"/>
              <a:gd name="T6" fmla="*/ 583 w 761"/>
              <a:gd name="T7" fmla="*/ 0 h 702"/>
              <a:gd name="T8" fmla="*/ 0 w 761"/>
              <a:gd name="T9" fmla="*/ 306 h 702"/>
              <a:gd name="T10" fmla="*/ 282 w 761"/>
              <a:gd name="T11" fmla="*/ 391 h 702"/>
              <a:gd name="T12" fmla="*/ 331 w 761"/>
              <a:gd name="T13" fmla="*/ 702 h 7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1" h="702">
                <a:moveTo>
                  <a:pt x="331" y="702"/>
                </a:moveTo>
                <a:cubicBezTo>
                  <a:pt x="404" y="612"/>
                  <a:pt x="504" y="546"/>
                  <a:pt x="619" y="515"/>
                </a:cubicBezTo>
                <a:cubicBezTo>
                  <a:pt x="761" y="235"/>
                  <a:pt x="761" y="235"/>
                  <a:pt x="761" y="235"/>
                </a:cubicBezTo>
                <a:cubicBezTo>
                  <a:pt x="583" y="0"/>
                  <a:pt x="583" y="0"/>
                  <a:pt x="583" y="0"/>
                </a:cubicBezTo>
                <a:cubicBezTo>
                  <a:pt x="356" y="39"/>
                  <a:pt x="154" y="149"/>
                  <a:pt x="0" y="306"/>
                </a:cubicBezTo>
                <a:cubicBezTo>
                  <a:pt x="282" y="391"/>
                  <a:pt x="282" y="391"/>
                  <a:pt x="282" y="391"/>
                </a:cubicBezTo>
                <a:lnTo>
                  <a:pt x="331" y="7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4" name="Freeform 20">
            <a:extLst>
              <a:ext uri="{FF2B5EF4-FFF2-40B4-BE49-F238E27FC236}">
                <a16:creationId xmlns:a16="http://schemas.microsoft.com/office/drawing/2014/main" id="{99CA73A4-D69D-8CAD-6755-324A48C89D4F}"/>
              </a:ext>
            </a:extLst>
          </p:cNvPr>
          <p:cNvSpPr>
            <a:spLocks/>
          </p:cNvSpPr>
          <p:nvPr/>
        </p:nvSpPr>
        <p:spPr bwMode="auto">
          <a:xfrm rot="403631">
            <a:off x="13404841" y="8578284"/>
            <a:ext cx="2189020" cy="2486399"/>
          </a:xfrm>
          <a:custGeom>
            <a:avLst/>
            <a:gdLst>
              <a:gd name="T0" fmla="*/ 346 w 627"/>
              <a:gd name="T1" fmla="*/ 219 h 713"/>
              <a:gd name="T2" fmla="*/ 125 w 627"/>
              <a:gd name="T3" fmla="*/ 0 h 713"/>
              <a:gd name="T4" fmla="*/ 0 w 627"/>
              <a:gd name="T5" fmla="*/ 319 h 713"/>
              <a:gd name="T6" fmla="*/ 49 w 627"/>
              <a:gd name="T7" fmla="*/ 627 h 713"/>
              <a:gd name="T8" fmla="*/ 334 w 627"/>
              <a:gd name="T9" fmla="*/ 713 h 713"/>
              <a:gd name="T10" fmla="*/ 627 w 627"/>
              <a:gd name="T11" fmla="*/ 121 h 713"/>
              <a:gd name="T12" fmla="*/ 346 w 627"/>
              <a:gd name="T13" fmla="*/ 219 h 7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7" h="713">
                <a:moveTo>
                  <a:pt x="346" y="219"/>
                </a:moveTo>
                <a:cubicBezTo>
                  <a:pt x="125" y="0"/>
                  <a:pt x="125" y="0"/>
                  <a:pt x="125" y="0"/>
                </a:cubicBezTo>
                <a:cubicBezTo>
                  <a:pt x="118" y="121"/>
                  <a:pt x="73" y="231"/>
                  <a:pt x="0" y="319"/>
                </a:cubicBezTo>
                <a:cubicBezTo>
                  <a:pt x="49" y="627"/>
                  <a:pt x="49" y="627"/>
                  <a:pt x="49" y="627"/>
                </a:cubicBezTo>
                <a:cubicBezTo>
                  <a:pt x="334" y="713"/>
                  <a:pt x="334" y="713"/>
                  <a:pt x="334" y="713"/>
                </a:cubicBezTo>
                <a:cubicBezTo>
                  <a:pt x="488" y="555"/>
                  <a:pt x="594" y="350"/>
                  <a:pt x="627" y="121"/>
                </a:cubicBezTo>
                <a:lnTo>
                  <a:pt x="346" y="21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5" name="Freeform 21">
            <a:extLst>
              <a:ext uri="{FF2B5EF4-FFF2-40B4-BE49-F238E27FC236}">
                <a16:creationId xmlns:a16="http://schemas.microsoft.com/office/drawing/2014/main" id="{C971317E-7CDB-7618-2DD3-C56D2DFFEE3E}"/>
              </a:ext>
            </a:extLst>
          </p:cNvPr>
          <p:cNvSpPr>
            <a:spLocks/>
          </p:cNvSpPr>
          <p:nvPr/>
        </p:nvSpPr>
        <p:spPr bwMode="auto">
          <a:xfrm rot="403631">
            <a:off x="7947676" y="6856475"/>
            <a:ext cx="2095401" cy="2599290"/>
          </a:xfrm>
          <a:custGeom>
            <a:avLst/>
            <a:gdLst>
              <a:gd name="T0" fmla="*/ 600 w 600"/>
              <a:gd name="T1" fmla="*/ 553 h 745"/>
              <a:gd name="T2" fmla="*/ 511 w 600"/>
              <a:gd name="T3" fmla="*/ 252 h 745"/>
              <a:gd name="T4" fmla="*/ 512 w 600"/>
              <a:gd name="T5" fmla="*/ 223 h 745"/>
              <a:gd name="T6" fmla="*/ 288 w 600"/>
              <a:gd name="T7" fmla="*/ 0 h 745"/>
              <a:gd name="T8" fmla="*/ 11 w 600"/>
              <a:gd name="T9" fmla="*/ 96 h 745"/>
              <a:gd name="T10" fmla="*/ 0 w 600"/>
              <a:gd name="T11" fmla="*/ 252 h 745"/>
              <a:gd name="T12" fmla="*/ 121 w 600"/>
              <a:gd name="T13" fmla="*/ 745 h 745"/>
              <a:gd name="T14" fmla="*/ 288 w 600"/>
              <a:gd name="T15" fmla="*/ 504 h 745"/>
              <a:gd name="T16" fmla="*/ 600 w 600"/>
              <a:gd name="T17" fmla="*/ 553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00" h="745">
                <a:moveTo>
                  <a:pt x="600" y="553"/>
                </a:moveTo>
                <a:cubicBezTo>
                  <a:pt x="544" y="466"/>
                  <a:pt x="511" y="363"/>
                  <a:pt x="511" y="252"/>
                </a:cubicBezTo>
                <a:cubicBezTo>
                  <a:pt x="511" y="242"/>
                  <a:pt x="511" y="232"/>
                  <a:pt x="512" y="223"/>
                </a:cubicBezTo>
                <a:cubicBezTo>
                  <a:pt x="288" y="0"/>
                  <a:pt x="288" y="0"/>
                  <a:pt x="288" y="0"/>
                </a:cubicBezTo>
                <a:cubicBezTo>
                  <a:pt x="11" y="96"/>
                  <a:pt x="11" y="96"/>
                  <a:pt x="11" y="96"/>
                </a:cubicBezTo>
                <a:cubicBezTo>
                  <a:pt x="4" y="147"/>
                  <a:pt x="0" y="199"/>
                  <a:pt x="0" y="252"/>
                </a:cubicBezTo>
                <a:cubicBezTo>
                  <a:pt x="0" y="430"/>
                  <a:pt x="43" y="598"/>
                  <a:pt x="121" y="745"/>
                </a:cubicBezTo>
                <a:cubicBezTo>
                  <a:pt x="288" y="504"/>
                  <a:pt x="288" y="504"/>
                  <a:pt x="288" y="504"/>
                </a:cubicBezTo>
                <a:lnTo>
                  <a:pt x="600" y="55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6" name="Freeform 22">
            <a:extLst>
              <a:ext uri="{FF2B5EF4-FFF2-40B4-BE49-F238E27FC236}">
                <a16:creationId xmlns:a16="http://schemas.microsoft.com/office/drawing/2014/main" id="{82ED69EE-CB6A-BC56-8C24-1C68CF758A29}"/>
              </a:ext>
            </a:extLst>
          </p:cNvPr>
          <p:cNvSpPr>
            <a:spLocks/>
          </p:cNvSpPr>
          <p:nvPr/>
        </p:nvSpPr>
        <p:spPr bwMode="auto">
          <a:xfrm rot="403631">
            <a:off x="11682837" y="9606224"/>
            <a:ext cx="2662618" cy="2436835"/>
          </a:xfrm>
          <a:custGeom>
            <a:avLst/>
            <a:gdLst>
              <a:gd name="T0" fmla="*/ 430 w 763"/>
              <a:gd name="T1" fmla="*/ 0 h 699"/>
              <a:gd name="T2" fmla="*/ 141 w 763"/>
              <a:gd name="T3" fmla="*/ 185 h 699"/>
              <a:gd name="T4" fmla="*/ 0 w 763"/>
              <a:gd name="T5" fmla="*/ 464 h 699"/>
              <a:gd name="T6" fmla="*/ 179 w 763"/>
              <a:gd name="T7" fmla="*/ 699 h 699"/>
              <a:gd name="T8" fmla="*/ 763 w 763"/>
              <a:gd name="T9" fmla="*/ 393 h 699"/>
              <a:gd name="T10" fmla="*/ 479 w 763"/>
              <a:gd name="T11" fmla="*/ 308 h 699"/>
              <a:gd name="T12" fmla="*/ 430 w 763"/>
              <a:gd name="T13" fmla="*/ 0 h 6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63" h="699">
                <a:moveTo>
                  <a:pt x="430" y="0"/>
                </a:moveTo>
                <a:cubicBezTo>
                  <a:pt x="357" y="89"/>
                  <a:pt x="256" y="155"/>
                  <a:pt x="141" y="185"/>
                </a:cubicBezTo>
                <a:cubicBezTo>
                  <a:pt x="0" y="464"/>
                  <a:pt x="0" y="464"/>
                  <a:pt x="0" y="464"/>
                </a:cubicBezTo>
                <a:cubicBezTo>
                  <a:pt x="179" y="699"/>
                  <a:pt x="179" y="699"/>
                  <a:pt x="179" y="699"/>
                </a:cubicBezTo>
                <a:cubicBezTo>
                  <a:pt x="406" y="661"/>
                  <a:pt x="609" y="551"/>
                  <a:pt x="763" y="393"/>
                </a:cubicBezTo>
                <a:cubicBezTo>
                  <a:pt x="479" y="308"/>
                  <a:pt x="479" y="308"/>
                  <a:pt x="479" y="308"/>
                </a:cubicBezTo>
                <a:lnTo>
                  <a:pt x="4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7" name="Freeform 23">
            <a:extLst>
              <a:ext uri="{FF2B5EF4-FFF2-40B4-BE49-F238E27FC236}">
                <a16:creationId xmlns:a16="http://schemas.microsoft.com/office/drawing/2014/main" id="{80303CC1-50EE-E8F9-6B9E-72C0FB47D127}"/>
              </a:ext>
            </a:extLst>
          </p:cNvPr>
          <p:cNvSpPr>
            <a:spLocks/>
          </p:cNvSpPr>
          <p:nvPr/>
        </p:nvSpPr>
        <p:spPr bwMode="auto">
          <a:xfrm rot="403631">
            <a:off x="9839778" y="9967398"/>
            <a:ext cx="2301913" cy="1916426"/>
          </a:xfrm>
          <a:custGeom>
            <a:avLst/>
            <a:gdLst>
              <a:gd name="T0" fmla="*/ 621 w 659"/>
              <a:gd name="T1" fmla="*/ 20 h 550"/>
              <a:gd name="T2" fmla="*/ 481 w 659"/>
              <a:gd name="T3" fmla="*/ 38 h 550"/>
              <a:gd name="T4" fmla="*/ 280 w 659"/>
              <a:gd name="T5" fmla="*/ 0 h 550"/>
              <a:gd name="T6" fmla="*/ 0 w 659"/>
              <a:gd name="T7" fmla="*/ 143 h 550"/>
              <a:gd name="T8" fmla="*/ 6 w 659"/>
              <a:gd name="T9" fmla="*/ 438 h 550"/>
              <a:gd name="T10" fmla="*/ 481 w 659"/>
              <a:gd name="T11" fmla="*/ 550 h 550"/>
              <a:gd name="T12" fmla="*/ 659 w 659"/>
              <a:gd name="T13" fmla="*/ 535 h 550"/>
              <a:gd name="T14" fmla="*/ 480 w 659"/>
              <a:gd name="T15" fmla="*/ 299 h 550"/>
              <a:gd name="T16" fmla="*/ 621 w 659"/>
              <a:gd name="T17" fmla="*/ 20 h 5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59" h="550">
                <a:moveTo>
                  <a:pt x="621" y="20"/>
                </a:moveTo>
                <a:cubicBezTo>
                  <a:pt x="576" y="32"/>
                  <a:pt x="530" y="38"/>
                  <a:pt x="481" y="38"/>
                </a:cubicBezTo>
                <a:cubicBezTo>
                  <a:pt x="410" y="38"/>
                  <a:pt x="342" y="25"/>
                  <a:pt x="28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6" y="438"/>
                  <a:pt x="6" y="438"/>
                  <a:pt x="6" y="438"/>
                </a:cubicBezTo>
                <a:cubicBezTo>
                  <a:pt x="149" y="510"/>
                  <a:pt x="311" y="550"/>
                  <a:pt x="481" y="550"/>
                </a:cubicBezTo>
                <a:cubicBezTo>
                  <a:pt x="542" y="550"/>
                  <a:pt x="601" y="545"/>
                  <a:pt x="659" y="535"/>
                </a:cubicBezTo>
                <a:cubicBezTo>
                  <a:pt x="480" y="299"/>
                  <a:pt x="480" y="299"/>
                  <a:pt x="480" y="299"/>
                </a:cubicBezTo>
                <a:lnTo>
                  <a:pt x="621" y="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sp>
        <p:nvSpPr>
          <p:cNvPr id="278" name="Freeform 24">
            <a:extLst>
              <a:ext uri="{FF2B5EF4-FFF2-40B4-BE49-F238E27FC236}">
                <a16:creationId xmlns:a16="http://schemas.microsoft.com/office/drawing/2014/main" id="{301DCD53-24F0-3409-08D2-6EED57031254}"/>
              </a:ext>
            </a:extLst>
          </p:cNvPr>
          <p:cNvSpPr>
            <a:spLocks/>
          </p:cNvSpPr>
          <p:nvPr/>
        </p:nvSpPr>
        <p:spPr bwMode="auto">
          <a:xfrm rot="403631">
            <a:off x="8201472" y="8812062"/>
            <a:ext cx="2599290" cy="2453356"/>
          </a:xfrm>
          <a:custGeom>
            <a:avLst/>
            <a:gdLst>
              <a:gd name="T0" fmla="*/ 744 w 744"/>
              <a:gd name="T1" fmla="*/ 265 h 703"/>
              <a:gd name="T2" fmla="*/ 479 w 744"/>
              <a:gd name="T3" fmla="*/ 49 h 703"/>
              <a:gd name="T4" fmla="*/ 168 w 744"/>
              <a:gd name="T5" fmla="*/ 0 h 703"/>
              <a:gd name="T6" fmla="*/ 0 w 744"/>
              <a:gd name="T7" fmla="*/ 242 h 703"/>
              <a:gd name="T8" fmla="*/ 470 w 744"/>
              <a:gd name="T9" fmla="*/ 703 h 703"/>
              <a:gd name="T10" fmla="*/ 464 w 744"/>
              <a:gd name="T11" fmla="*/ 408 h 703"/>
              <a:gd name="T12" fmla="*/ 744 w 744"/>
              <a:gd name="T13" fmla="*/ 265 h 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44" h="703">
                <a:moveTo>
                  <a:pt x="744" y="265"/>
                </a:moveTo>
                <a:cubicBezTo>
                  <a:pt x="635" y="223"/>
                  <a:pt x="542" y="146"/>
                  <a:pt x="479" y="49"/>
                </a:cubicBezTo>
                <a:cubicBezTo>
                  <a:pt x="168" y="0"/>
                  <a:pt x="168" y="0"/>
                  <a:pt x="168" y="0"/>
                </a:cubicBezTo>
                <a:cubicBezTo>
                  <a:pt x="0" y="242"/>
                  <a:pt x="0" y="242"/>
                  <a:pt x="0" y="242"/>
                </a:cubicBezTo>
                <a:cubicBezTo>
                  <a:pt x="104" y="441"/>
                  <a:pt x="269" y="603"/>
                  <a:pt x="470" y="703"/>
                </a:cubicBezTo>
                <a:cubicBezTo>
                  <a:pt x="464" y="408"/>
                  <a:pt x="464" y="408"/>
                  <a:pt x="464" y="408"/>
                </a:cubicBezTo>
                <a:lnTo>
                  <a:pt x="744" y="26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180904" tIns="90452" rIns="180904" bIns="90452" numCol="1" anchor="t" anchorCtr="0" compatLnSpc="1">
            <a:prstTxWarp prst="textNoShape">
              <a:avLst/>
            </a:prstTxWarp>
          </a:bodyPr>
          <a:lstStyle/>
          <a:p>
            <a:pPr defTabSz="1809049">
              <a:defRPr/>
            </a:pPr>
            <a:endParaRPr lang="en-US" sz="3561" kern="0">
              <a:solidFill>
                <a:srgbClr val="3F3F3F"/>
              </a:solidFill>
              <a:latin typeface="Source Sans Pro"/>
            </a:endParaRPr>
          </a:p>
        </p:txBody>
      </p:sp>
      <p:grpSp>
        <p:nvGrpSpPr>
          <p:cNvPr id="43" name="成组">
            <a:extLst>
              <a:ext uri="{FF2B5EF4-FFF2-40B4-BE49-F238E27FC236}">
                <a16:creationId xmlns:a16="http://schemas.microsoft.com/office/drawing/2014/main" id="{F0351A38-9F25-C1AC-176D-FEC1E701EC10}"/>
              </a:ext>
            </a:extLst>
          </p:cNvPr>
          <p:cNvGrpSpPr/>
          <p:nvPr/>
        </p:nvGrpSpPr>
        <p:grpSpPr>
          <a:xfrm>
            <a:off x="14515631" y="7624975"/>
            <a:ext cx="603016" cy="603012"/>
            <a:chOff x="0" y="0"/>
            <a:chExt cx="457200" cy="457200"/>
          </a:xfrm>
        </p:grpSpPr>
        <p:sp>
          <p:nvSpPr>
            <p:cNvPr id="44" name="任意形状 791">
              <a:extLst>
                <a:ext uri="{FF2B5EF4-FFF2-40B4-BE49-F238E27FC236}">
                  <a16:creationId xmlns:a16="http://schemas.microsoft.com/office/drawing/2014/main" id="{6C0F6A2C-008E-28F0-9FDF-E7D4F1FDCEB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5" name="任意形状 792">
              <a:extLst>
                <a:ext uri="{FF2B5EF4-FFF2-40B4-BE49-F238E27FC236}">
                  <a16:creationId xmlns:a16="http://schemas.microsoft.com/office/drawing/2014/main" id="{E4CBC6BD-9BB8-7C64-6CC9-5090E50AD567}"/>
                </a:ext>
              </a:extLst>
            </p:cNvPr>
            <p:cNvSpPr/>
            <p:nvPr/>
          </p:nvSpPr>
          <p:spPr>
            <a:xfrm>
              <a:off x="57150" y="3810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71"/>
                  </a:moveTo>
                  <a:cubicBezTo>
                    <a:pt x="0" y="480"/>
                    <a:pt x="534" y="0"/>
                    <a:pt x="1192" y="0"/>
                  </a:cubicBezTo>
                  <a:lnTo>
                    <a:pt x="20408" y="0"/>
                  </a:lnTo>
                  <a:cubicBezTo>
                    <a:pt x="21064" y="4"/>
                    <a:pt x="21595" y="481"/>
                    <a:pt x="21600" y="1071"/>
                  </a:cubicBezTo>
                  <a:lnTo>
                    <a:pt x="21600" y="20529"/>
                  </a:lnTo>
                  <a:cubicBezTo>
                    <a:pt x="21599" y="21120"/>
                    <a:pt x="21066" y="21600"/>
                    <a:pt x="20408" y="21600"/>
                  </a:cubicBezTo>
                  <a:lnTo>
                    <a:pt x="1192" y="21600"/>
                  </a:lnTo>
                  <a:cubicBezTo>
                    <a:pt x="536" y="21596"/>
                    <a:pt x="5" y="21119"/>
                    <a:pt x="0" y="20529"/>
                  </a:cubicBezTo>
                  <a:lnTo>
                    <a:pt x="0" y="1071"/>
                  </a:lnTo>
                  <a:close/>
                  <a:moveTo>
                    <a:pt x="19200" y="9720"/>
                  </a:moveTo>
                  <a:lnTo>
                    <a:pt x="19200" y="2160"/>
                  </a:lnTo>
                  <a:lnTo>
                    <a:pt x="2400" y="2160"/>
                  </a:lnTo>
                  <a:lnTo>
                    <a:pt x="2400" y="9720"/>
                  </a:lnTo>
                  <a:lnTo>
                    <a:pt x="19200" y="9720"/>
                  </a:lnTo>
                  <a:close/>
                  <a:moveTo>
                    <a:pt x="19200" y="11880"/>
                  </a:moveTo>
                  <a:lnTo>
                    <a:pt x="2400" y="11880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11880"/>
                  </a:lnTo>
                  <a:close/>
                  <a:moveTo>
                    <a:pt x="7200" y="4320"/>
                  </a:moveTo>
                  <a:lnTo>
                    <a:pt x="14400" y="4320"/>
                  </a:lnTo>
                  <a:lnTo>
                    <a:pt x="14400" y="6480"/>
                  </a:lnTo>
                  <a:lnTo>
                    <a:pt x="7200" y="6480"/>
                  </a:lnTo>
                  <a:lnTo>
                    <a:pt x="7200" y="4320"/>
                  </a:lnTo>
                  <a:close/>
                  <a:moveTo>
                    <a:pt x="7200" y="14040"/>
                  </a:moveTo>
                  <a:lnTo>
                    <a:pt x="14400" y="14040"/>
                  </a:lnTo>
                  <a:lnTo>
                    <a:pt x="14400" y="16200"/>
                  </a:lnTo>
                  <a:lnTo>
                    <a:pt x="7200" y="16200"/>
                  </a:lnTo>
                  <a:lnTo>
                    <a:pt x="7200" y="1404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6" name="成组">
            <a:extLst>
              <a:ext uri="{FF2B5EF4-FFF2-40B4-BE49-F238E27FC236}">
                <a16:creationId xmlns:a16="http://schemas.microsoft.com/office/drawing/2014/main" id="{88B92D2D-07D5-CDBE-ED0B-C7867EB2DF63}"/>
              </a:ext>
            </a:extLst>
          </p:cNvPr>
          <p:cNvGrpSpPr/>
          <p:nvPr/>
        </p:nvGrpSpPr>
        <p:grpSpPr>
          <a:xfrm>
            <a:off x="14000005" y="5743960"/>
            <a:ext cx="603016" cy="603012"/>
            <a:chOff x="0" y="0"/>
            <a:chExt cx="457200" cy="457200"/>
          </a:xfrm>
        </p:grpSpPr>
        <p:sp>
          <p:nvSpPr>
            <p:cNvPr id="47" name="任意形状 797">
              <a:extLst>
                <a:ext uri="{FF2B5EF4-FFF2-40B4-BE49-F238E27FC236}">
                  <a16:creationId xmlns:a16="http://schemas.microsoft.com/office/drawing/2014/main" id="{7EA9727C-72EE-80B9-B097-02DF5B17632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8" name="任意形状 798">
              <a:extLst>
                <a:ext uri="{FF2B5EF4-FFF2-40B4-BE49-F238E27FC236}">
                  <a16:creationId xmlns:a16="http://schemas.microsoft.com/office/drawing/2014/main" id="{0E58C4A6-70EB-E92F-2142-3D0EB895B29D}"/>
                </a:ext>
              </a:extLst>
            </p:cNvPr>
            <p:cNvSpPr/>
            <p:nvPr/>
          </p:nvSpPr>
          <p:spPr>
            <a:xfrm>
              <a:off x="38100" y="57150"/>
              <a:ext cx="381003" cy="3429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1080" y="8400"/>
                  </a:moveTo>
                  <a:lnTo>
                    <a:pt x="0" y="8400"/>
                  </a:lnTo>
                  <a:lnTo>
                    <a:pt x="0" y="1204"/>
                  </a:lnTo>
                  <a:cubicBezTo>
                    <a:pt x="0" y="539"/>
                    <a:pt x="491" y="0"/>
                    <a:pt x="1071" y="0"/>
                  </a:cubicBezTo>
                  <a:lnTo>
                    <a:pt x="20529" y="0"/>
                  </a:lnTo>
                  <a:cubicBezTo>
                    <a:pt x="21119" y="-1"/>
                    <a:pt x="21599" y="530"/>
                    <a:pt x="21600" y="1186"/>
                  </a:cubicBezTo>
                  <a:cubicBezTo>
                    <a:pt x="21600" y="1192"/>
                    <a:pt x="21600" y="1198"/>
                    <a:pt x="21600" y="1204"/>
                  </a:cubicBezTo>
                  <a:lnTo>
                    <a:pt x="21600" y="8400"/>
                  </a:lnTo>
                  <a:lnTo>
                    <a:pt x="20520" y="8400"/>
                  </a:lnTo>
                  <a:lnTo>
                    <a:pt x="20520" y="20400"/>
                  </a:lnTo>
                  <a:cubicBezTo>
                    <a:pt x="20522" y="21060"/>
                    <a:pt x="20042" y="21597"/>
                    <a:pt x="19447" y="21599"/>
                  </a:cubicBezTo>
                  <a:lnTo>
                    <a:pt x="2152" y="21599"/>
                  </a:lnTo>
                  <a:cubicBezTo>
                    <a:pt x="1558" y="21597"/>
                    <a:pt x="1078" y="21060"/>
                    <a:pt x="1080" y="20400"/>
                  </a:cubicBezTo>
                  <a:lnTo>
                    <a:pt x="1080" y="8400"/>
                  </a:lnTo>
                  <a:close/>
                  <a:moveTo>
                    <a:pt x="18360" y="8400"/>
                  </a:moveTo>
                  <a:lnTo>
                    <a:pt x="3240" y="8400"/>
                  </a:lnTo>
                  <a:lnTo>
                    <a:pt x="3240" y="19199"/>
                  </a:lnTo>
                  <a:lnTo>
                    <a:pt x="18360" y="19199"/>
                  </a:lnTo>
                  <a:lnTo>
                    <a:pt x="18360" y="8400"/>
                  </a:lnTo>
                  <a:close/>
                  <a:moveTo>
                    <a:pt x="2160" y="2400"/>
                  </a:moveTo>
                  <a:lnTo>
                    <a:pt x="2160" y="6000"/>
                  </a:lnTo>
                  <a:lnTo>
                    <a:pt x="19440" y="6000"/>
                  </a:lnTo>
                  <a:lnTo>
                    <a:pt x="19440" y="2400"/>
                  </a:lnTo>
                  <a:lnTo>
                    <a:pt x="2160" y="2400"/>
                  </a:lnTo>
                  <a:close/>
                  <a:moveTo>
                    <a:pt x="7560" y="10800"/>
                  </a:moveTo>
                  <a:lnTo>
                    <a:pt x="14040" y="10800"/>
                  </a:lnTo>
                  <a:lnTo>
                    <a:pt x="14040" y="13200"/>
                  </a:lnTo>
                  <a:lnTo>
                    <a:pt x="7560" y="13200"/>
                  </a:lnTo>
                  <a:lnTo>
                    <a:pt x="7560" y="108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49" name="成组">
            <a:extLst>
              <a:ext uri="{FF2B5EF4-FFF2-40B4-BE49-F238E27FC236}">
                <a16:creationId xmlns:a16="http://schemas.microsoft.com/office/drawing/2014/main" id="{8F035EB4-A91E-78F3-62C0-D2402BBCF3DE}"/>
              </a:ext>
            </a:extLst>
          </p:cNvPr>
          <p:cNvGrpSpPr/>
          <p:nvPr/>
        </p:nvGrpSpPr>
        <p:grpSpPr>
          <a:xfrm>
            <a:off x="10689226" y="10624105"/>
            <a:ext cx="603012" cy="603012"/>
            <a:chOff x="0" y="0"/>
            <a:chExt cx="457200" cy="457200"/>
          </a:xfrm>
        </p:grpSpPr>
        <p:sp>
          <p:nvSpPr>
            <p:cNvPr id="50" name="任意形状 815">
              <a:extLst>
                <a:ext uri="{FF2B5EF4-FFF2-40B4-BE49-F238E27FC236}">
                  <a16:creationId xmlns:a16="http://schemas.microsoft.com/office/drawing/2014/main" id="{69768957-65A8-8A53-A64E-067058A3382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  <p:sp>
          <p:nvSpPr>
            <p:cNvPr id="51" name="任意形状 816">
              <a:extLst>
                <a:ext uri="{FF2B5EF4-FFF2-40B4-BE49-F238E27FC236}">
                  <a16:creationId xmlns:a16="http://schemas.microsoft.com/office/drawing/2014/main" id="{DD2A8618-6D8C-549E-94A5-47D2E2379604}"/>
                </a:ext>
              </a:extLst>
            </p:cNvPr>
            <p:cNvSpPr/>
            <p:nvPr/>
          </p:nvSpPr>
          <p:spPr>
            <a:xfrm>
              <a:off x="76194" y="19064"/>
              <a:ext cx="304812" cy="411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187" h="20575" extrusionOk="0">
                  <a:moveTo>
                    <a:pt x="15590" y="13558"/>
                  </a:moveTo>
                  <a:lnTo>
                    <a:pt x="15590" y="20099"/>
                  </a:lnTo>
                  <a:cubicBezTo>
                    <a:pt x="15590" y="20361"/>
                    <a:pt x="15321" y="20575"/>
                    <a:pt x="14990" y="20575"/>
                  </a:cubicBezTo>
                  <a:cubicBezTo>
                    <a:pt x="14882" y="20575"/>
                    <a:pt x="14775" y="20551"/>
                    <a:pt x="14682" y="20507"/>
                  </a:cubicBezTo>
                  <a:lnTo>
                    <a:pt x="9594" y="18084"/>
                  </a:lnTo>
                  <a:lnTo>
                    <a:pt x="4506" y="20507"/>
                  </a:lnTo>
                  <a:cubicBezTo>
                    <a:pt x="4222" y="20642"/>
                    <a:pt x="3854" y="20569"/>
                    <a:pt x="3683" y="20343"/>
                  </a:cubicBezTo>
                  <a:cubicBezTo>
                    <a:pt x="3627" y="20269"/>
                    <a:pt x="3598" y="20184"/>
                    <a:pt x="3598" y="20098"/>
                  </a:cubicBezTo>
                  <a:lnTo>
                    <a:pt x="3598" y="13559"/>
                  </a:lnTo>
                  <a:cubicBezTo>
                    <a:pt x="-538" y="10930"/>
                    <a:pt x="-1206" y="6138"/>
                    <a:pt x="2105" y="2855"/>
                  </a:cubicBezTo>
                  <a:cubicBezTo>
                    <a:pt x="5417" y="-427"/>
                    <a:pt x="11454" y="-958"/>
                    <a:pt x="15590" y="1670"/>
                  </a:cubicBezTo>
                  <a:cubicBezTo>
                    <a:pt x="19726" y="4299"/>
                    <a:pt x="20394" y="9091"/>
                    <a:pt x="17083" y="12374"/>
                  </a:cubicBezTo>
                  <a:cubicBezTo>
                    <a:pt x="16641" y="12811"/>
                    <a:pt x="16141" y="13208"/>
                    <a:pt x="15590" y="13559"/>
                  </a:cubicBezTo>
                  <a:close/>
                  <a:moveTo>
                    <a:pt x="5997" y="14674"/>
                  </a:moveTo>
                  <a:lnTo>
                    <a:pt x="5997" y="17577"/>
                  </a:lnTo>
                  <a:lnTo>
                    <a:pt x="9594" y="15864"/>
                  </a:lnTo>
                  <a:lnTo>
                    <a:pt x="13191" y="17577"/>
                  </a:lnTo>
                  <a:lnTo>
                    <a:pt x="13191" y="14674"/>
                  </a:lnTo>
                  <a:cubicBezTo>
                    <a:pt x="12048" y="15041"/>
                    <a:pt x="10827" y="15229"/>
                    <a:pt x="9594" y="15228"/>
                  </a:cubicBezTo>
                  <a:cubicBezTo>
                    <a:pt x="8361" y="15229"/>
                    <a:pt x="7140" y="15041"/>
                    <a:pt x="5997" y="14674"/>
                  </a:cubicBezTo>
                  <a:close/>
                  <a:moveTo>
                    <a:pt x="9594" y="13324"/>
                  </a:moveTo>
                  <a:cubicBezTo>
                    <a:pt x="13568" y="13324"/>
                    <a:pt x="16789" y="10768"/>
                    <a:pt x="16789" y="7613"/>
                  </a:cubicBezTo>
                  <a:cubicBezTo>
                    <a:pt x="16789" y="4459"/>
                    <a:pt x="13568" y="1903"/>
                    <a:pt x="9594" y="1903"/>
                  </a:cubicBezTo>
                  <a:cubicBezTo>
                    <a:pt x="5620" y="1903"/>
                    <a:pt x="2399" y="4459"/>
                    <a:pt x="2399" y="7613"/>
                  </a:cubicBezTo>
                  <a:cubicBezTo>
                    <a:pt x="2399" y="10768"/>
                    <a:pt x="5620" y="13324"/>
                    <a:pt x="9594" y="13324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2" name="成组">
            <a:extLst>
              <a:ext uri="{FF2B5EF4-FFF2-40B4-BE49-F238E27FC236}">
                <a16:creationId xmlns:a16="http://schemas.microsoft.com/office/drawing/2014/main" id="{B14BC2FB-5F9A-19B9-43B5-DDF56FEEA54A}"/>
              </a:ext>
            </a:extLst>
          </p:cNvPr>
          <p:cNvGrpSpPr/>
          <p:nvPr/>
        </p:nvGrpSpPr>
        <p:grpSpPr>
          <a:xfrm>
            <a:off x="9199609" y="9737234"/>
            <a:ext cx="603016" cy="603012"/>
            <a:chOff x="0" y="0"/>
            <a:chExt cx="457200" cy="457200"/>
          </a:xfrm>
        </p:grpSpPr>
        <p:sp>
          <p:nvSpPr>
            <p:cNvPr id="53" name="任意形状 821">
              <a:extLst>
                <a:ext uri="{FF2B5EF4-FFF2-40B4-BE49-F238E27FC236}">
                  <a16:creationId xmlns:a16="http://schemas.microsoft.com/office/drawing/2014/main" id="{C41621D5-7FA5-0C90-5A79-E3AD62596FED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4" name="任意形状 822">
              <a:extLst>
                <a:ext uri="{FF2B5EF4-FFF2-40B4-BE49-F238E27FC236}">
                  <a16:creationId xmlns:a16="http://schemas.microsoft.com/office/drawing/2014/main" id="{9899968D-48E7-FBDC-5894-D5C6339C2DBA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000"/>
                  </a:moveTo>
                  <a:lnTo>
                    <a:pt x="6480" y="12000"/>
                  </a:lnTo>
                  <a:lnTo>
                    <a:pt x="6480" y="21600"/>
                  </a:lnTo>
                  <a:lnTo>
                    <a:pt x="0" y="21600"/>
                  </a:lnTo>
                  <a:lnTo>
                    <a:pt x="0" y="12000"/>
                  </a:lnTo>
                  <a:close/>
                  <a:moveTo>
                    <a:pt x="15120" y="6000"/>
                  </a:moveTo>
                  <a:lnTo>
                    <a:pt x="21600" y="6000"/>
                  </a:lnTo>
                  <a:lnTo>
                    <a:pt x="21600" y="21600"/>
                  </a:lnTo>
                  <a:lnTo>
                    <a:pt x="15120" y="21600"/>
                  </a:lnTo>
                  <a:lnTo>
                    <a:pt x="15120" y="6000"/>
                  </a:lnTo>
                  <a:close/>
                  <a:moveTo>
                    <a:pt x="7560" y="0"/>
                  </a:moveTo>
                  <a:lnTo>
                    <a:pt x="14040" y="0"/>
                  </a:lnTo>
                  <a:lnTo>
                    <a:pt x="14040" y="21600"/>
                  </a:lnTo>
                  <a:lnTo>
                    <a:pt x="7560" y="21600"/>
                  </a:lnTo>
                  <a:lnTo>
                    <a:pt x="7560" y="0"/>
                  </a:lnTo>
                  <a:close/>
                  <a:moveTo>
                    <a:pt x="2160" y="14400"/>
                  </a:moveTo>
                  <a:lnTo>
                    <a:pt x="2160" y="19200"/>
                  </a:lnTo>
                  <a:lnTo>
                    <a:pt x="4320" y="19200"/>
                  </a:lnTo>
                  <a:lnTo>
                    <a:pt x="4320" y="14400"/>
                  </a:lnTo>
                  <a:lnTo>
                    <a:pt x="2160" y="14400"/>
                  </a:lnTo>
                  <a:close/>
                  <a:moveTo>
                    <a:pt x="9720" y="2400"/>
                  </a:moveTo>
                  <a:lnTo>
                    <a:pt x="9720" y="19200"/>
                  </a:lnTo>
                  <a:lnTo>
                    <a:pt x="11880" y="19200"/>
                  </a:lnTo>
                  <a:lnTo>
                    <a:pt x="11880" y="2400"/>
                  </a:lnTo>
                  <a:lnTo>
                    <a:pt x="9720" y="2400"/>
                  </a:lnTo>
                  <a:close/>
                  <a:moveTo>
                    <a:pt x="17280" y="8400"/>
                  </a:moveTo>
                  <a:lnTo>
                    <a:pt x="17280" y="19200"/>
                  </a:lnTo>
                  <a:lnTo>
                    <a:pt x="19440" y="19200"/>
                  </a:lnTo>
                  <a:lnTo>
                    <a:pt x="19440" y="8400"/>
                  </a:lnTo>
                  <a:lnTo>
                    <a:pt x="17280" y="8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5" name="成组">
            <a:extLst>
              <a:ext uri="{FF2B5EF4-FFF2-40B4-BE49-F238E27FC236}">
                <a16:creationId xmlns:a16="http://schemas.microsoft.com/office/drawing/2014/main" id="{45D98414-0650-F9D2-1DD4-FA59B697D3C7}"/>
              </a:ext>
            </a:extLst>
          </p:cNvPr>
          <p:cNvGrpSpPr/>
          <p:nvPr/>
        </p:nvGrpSpPr>
        <p:grpSpPr>
          <a:xfrm>
            <a:off x="8693866" y="7854614"/>
            <a:ext cx="603016" cy="603012"/>
            <a:chOff x="0" y="0"/>
            <a:chExt cx="457200" cy="457200"/>
          </a:xfrm>
        </p:grpSpPr>
        <p:sp>
          <p:nvSpPr>
            <p:cNvPr id="56" name="任意形状 827">
              <a:extLst>
                <a:ext uri="{FF2B5EF4-FFF2-40B4-BE49-F238E27FC236}">
                  <a16:creationId xmlns:a16="http://schemas.microsoft.com/office/drawing/2014/main" id="{138AC094-8D2B-98B8-340A-0980F774137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57" name="任意形状 828">
              <a:extLst>
                <a:ext uri="{FF2B5EF4-FFF2-40B4-BE49-F238E27FC236}">
                  <a16:creationId xmlns:a16="http://schemas.microsoft.com/office/drawing/2014/main" id="{C5E405F9-D53C-B0C8-6448-5BEC02BF6B33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2160" y="2400"/>
                  </a:moveTo>
                  <a:lnTo>
                    <a:pt x="2160" y="19200"/>
                  </a:lnTo>
                  <a:lnTo>
                    <a:pt x="19440" y="19200"/>
                  </a:lnTo>
                  <a:lnTo>
                    <a:pt x="19440" y="2400"/>
                  </a:lnTo>
                  <a:lnTo>
                    <a:pt x="2160" y="2400"/>
                  </a:lnTo>
                  <a:close/>
                  <a:moveTo>
                    <a:pt x="5400" y="12000"/>
                  </a:moveTo>
                  <a:lnTo>
                    <a:pt x="7560" y="120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2000"/>
                  </a:lnTo>
                  <a:close/>
                  <a:moveTo>
                    <a:pt x="9720" y="4800"/>
                  </a:moveTo>
                  <a:lnTo>
                    <a:pt x="11880" y="4800"/>
                  </a:lnTo>
                  <a:lnTo>
                    <a:pt x="11880" y="16800"/>
                  </a:lnTo>
                  <a:lnTo>
                    <a:pt x="9720" y="16800"/>
                  </a:lnTo>
                  <a:lnTo>
                    <a:pt x="9720" y="4800"/>
                  </a:lnTo>
                  <a:close/>
                  <a:moveTo>
                    <a:pt x="14040" y="8400"/>
                  </a:moveTo>
                  <a:lnTo>
                    <a:pt x="16200" y="8400"/>
                  </a:lnTo>
                  <a:lnTo>
                    <a:pt x="16200" y="16800"/>
                  </a:lnTo>
                  <a:lnTo>
                    <a:pt x="14040" y="16800"/>
                  </a:lnTo>
                  <a:lnTo>
                    <a:pt x="14040" y="8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58" name="成组">
            <a:extLst>
              <a:ext uri="{FF2B5EF4-FFF2-40B4-BE49-F238E27FC236}">
                <a16:creationId xmlns:a16="http://schemas.microsoft.com/office/drawing/2014/main" id="{EFD2A3BD-2579-A14A-298B-B279BC9CD84C}"/>
              </a:ext>
            </a:extLst>
          </p:cNvPr>
          <p:cNvGrpSpPr/>
          <p:nvPr/>
        </p:nvGrpSpPr>
        <p:grpSpPr>
          <a:xfrm>
            <a:off x="14197843" y="9519978"/>
            <a:ext cx="603016" cy="603012"/>
            <a:chOff x="0" y="0"/>
            <a:chExt cx="457200" cy="457200"/>
          </a:xfrm>
        </p:grpSpPr>
        <p:sp>
          <p:nvSpPr>
            <p:cNvPr id="59" name="任意形状 857">
              <a:extLst>
                <a:ext uri="{FF2B5EF4-FFF2-40B4-BE49-F238E27FC236}">
                  <a16:creationId xmlns:a16="http://schemas.microsoft.com/office/drawing/2014/main" id="{5F270BB5-9984-42D0-ECA3-695DFF4DC70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60" name="任意形状 858">
              <a:extLst>
                <a:ext uri="{FF2B5EF4-FFF2-40B4-BE49-F238E27FC236}">
                  <a16:creationId xmlns:a16="http://schemas.microsoft.com/office/drawing/2014/main" id="{FE0371D5-0D99-3941-98B1-95982C51342D}"/>
                </a:ext>
              </a:extLst>
            </p:cNvPr>
            <p:cNvSpPr/>
            <p:nvPr/>
          </p:nvSpPr>
          <p:spPr>
            <a:xfrm>
              <a:off x="38100" y="1905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0" y="4320"/>
                  </a:moveTo>
                  <a:lnTo>
                    <a:pt x="5400" y="1080"/>
                  </a:lnTo>
                  <a:cubicBezTo>
                    <a:pt x="5400" y="483"/>
                    <a:pt x="5883" y="0"/>
                    <a:pt x="6480" y="0"/>
                  </a:cubicBezTo>
                  <a:lnTo>
                    <a:pt x="15120" y="0"/>
                  </a:lnTo>
                  <a:cubicBezTo>
                    <a:pt x="15717" y="0"/>
                    <a:pt x="16200" y="483"/>
                    <a:pt x="16200" y="1080"/>
                  </a:cubicBezTo>
                  <a:lnTo>
                    <a:pt x="16200" y="4320"/>
                  </a:lnTo>
                  <a:lnTo>
                    <a:pt x="20520" y="4320"/>
                  </a:lnTo>
                  <a:cubicBezTo>
                    <a:pt x="21117" y="4320"/>
                    <a:pt x="21600" y="4803"/>
                    <a:pt x="21600" y="5400"/>
                  </a:cubicBezTo>
                  <a:lnTo>
                    <a:pt x="21600" y="20520"/>
                  </a:lnTo>
                  <a:cubicBezTo>
                    <a:pt x="21600" y="21117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117"/>
                    <a:pt x="0" y="20520"/>
                  </a:cubicBezTo>
                  <a:lnTo>
                    <a:pt x="0" y="5400"/>
                  </a:lnTo>
                  <a:cubicBezTo>
                    <a:pt x="0" y="4803"/>
                    <a:pt x="483" y="4320"/>
                    <a:pt x="1080" y="4320"/>
                  </a:cubicBezTo>
                  <a:lnTo>
                    <a:pt x="5400" y="4320"/>
                  </a:lnTo>
                  <a:close/>
                  <a:moveTo>
                    <a:pt x="19440" y="12960"/>
                  </a:moveTo>
                  <a:lnTo>
                    <a:pt x="2160" y="12960"/>
                  </a:lnTo>
                  <a:lnTo>
                    <a:pt x="2160" y="19440"/>
                  </a:lnTo>
                  <a:lnTo>
                    <a:pt x="19440" y="19440"/>
                  </a:lnTo>
                  <a:lnTo>
                    <a:pt x="19440" y="12960"/>
                  </a:lnTo>
                  <a:close/>
                  <a:moveTo>
                    <a:pt x="19440" y="6480"/>
                  </a:moveTo>
                  <a:lnTo>
                    <a:pt x="2160" y="6480"/>
                  </a:lnTo>
                  <a:lnTo>
                    <a:pt x="2160" y="10800"/>
                  </a:lnTo>
                  <a:lnTo>
                    <a:pt x="5400" y="10800"/>
                  </a:lnTo>
                  <a:lnTo>
                    <a:pt x="5400" y="8640"/>
                  </a:lnTo>
                  <a:lnTo>
                    <a:pt x="7560" y="8640"/>
                  </a:lnTo>
                  <a:lnTo>
                    <a:pt x="7560" y="10800"/>
                  </a:lnTo>
                  <a:lnTo>
                    <a:pt x="14040" y="10800"/>
                  </a:lnTo>
                  <a:lnTo>
                    <a:pt x="14040" y="8640"/>
                  </a:lnTo>
                  <a:lnTo>
                    <a:pt x="16200" y="8640"/>
                  </a:lnTo>
                  <a:lnTo>
                    <a:pt x="16200" y="10800"/>
                  </a:lnTo>
                  <a:lnTo>
                    <a:pt x="19440" y="10800"/>
                  </a:lnTo>
                  <a:lnTo>
                    <a:pt x="19440" y="6480"/>
                  </a:lnTo>
                  <a:close/>
                  <a:moveTo>
                    <a:pt x="7560" y="2160"/>
                  </a:moveTo>
                  <a:lnTo>
                    <a:pt x="7560" y="4320"/>
                  </a:lnTo>
                  <a:lnTo>
                    <a:pt x="14040" y="4320"/>
                  </a:lnTo>
                  <a:lnTo>
                    <a:pt x="14040" y="2160"/>
                  </a:lnTo>
                  <a:lnTo>
                    <a:pt x="7560" y="216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63" name="成组">
            <a:extLst>
              <a:ext uri="{FF2B5EF4-FFF2-40B4-BE49-F238E27FC236}">
                <a16:creationId xmlns:a16="http://schemas.microsoft.com/office/drawing/2014/main" id="{EE0A61E4-B8EC-06B3-4703-8DBE99052EB0}"/>
              </a:ext>
            </a:extLst>
          </p:cNvPr>
          <p:cNvGrpSpPr/>
          <p:nvPr/>
        </p:nvGrpSpPr>
        <p:grpSpPr>
          <a:xfrm>
            <a:off x="12712638" y="10523134"/>
            <a:ext cx="603016" cy="603012"/>
            <a:chOff x="0" y="0"/>
            <a:chExt cx="457200" cy="457200"/>
          </a:xfrm>
        </p:grpSpPr>
        <p:sp>
          <p:nvSpPr>
            <p:cNvPr id="256" name="任意形状 947">
              <a:extLst>
                <a:ext uri="{FF2B5EF4-FFF2-40B4-BE49-F238E27FC236}">
                  <a16:creationId xmlns:a16="http://schemas.microsoft.com/office/drawing/2014/main" id="{51B78A2F-7B83-B84A-F0A4-575056D4F99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  <p:sp>
          <p:nvSpPr>
            <p:cNvPr id="257" name="任意形状 948">
              <a:extLst>
                <a:ext uri="{FF2B5EF4-FFF2-40B4-BE49-F238E27FC236}">
                  <a16:creationId xmlns:a16="http://schemas.microsoft.com/office/drawing/2014/main" id="{D8C091E8-B011-1FA7-101D-77E83258B722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lose/>
                  <a:moveTo>
                    <a:pt x="8327" y="19080"/>
                  </a:moveTo>
                  <a:cubicBezTo>
                    <a:pt x="7261" y="16820"/>
                    <a:pt x="6644" y="14375"/>
                    <a:pt x="6509" y="11880"/>
                  </a:cubicBezTo>
                  <a:lnTo>
                    <a:pt x="2227" y="11880"/>
                  </a:lnTo>
                  <a:cubicBezTo>
                    <a:pt x="2656" y="15276"/>
                    <a:pt x="5048" y="18099"/>
                    <a:pt x="8327" y="19080"/>
                  </a:cubicBezTo>
                  <a:close/>
                  <a:moveTo>
                    <a:pt x="8672" y="11880"/>
                  </a:moveTo>
                  <a:cubicBezTo>
                    <a:pt x="8835" y="14514"/>
                    <a:pt x="9588" y="16988"/>
                    <a:pt x="10800" y="19172"/>
                  </a:cubicBezTo>
                  <a:cubicBezTo>
                    <a:pt x="12045" y="16931"/>
                    <a:pt x="12771" y="14439"/>
                    <a:pt x="12928" y="11880"/>
                  </a:cubicBezTo>
                  <a:lnTo>
                    <a:pt x="8672" y="11880"/>
                  </a:lnTo>
                  <a:close/>
                  <a:moveTo>
                    <a:pt x="19373" y="11880"/>
                  </a:moveTo>
                  <a:lnTo>
                    <a:pt x="15091" y="11880"/>
                  </a:lnTo>
                  <a:cubicBezTo>
                    <a:pt x="14956" y="14375"/>
                    <a:pt x="14339" y="16820"/>
                    <a:pt x="13273" y="19080"/>
                  </a:cubicBezTo>
                  <a:cubicBezTo>
                    <a:pt x="16552" y="18099"/>
                    <a:pt x="18944" y="15276"/>
                    <a:pt x="19373" y="11880"/>
                  </a:cubicBezTo>
                  <a:close/>
                  <a:moveTo>
                    <a:pt x="2227" y="9720"/>
                  </a:moveTo>
                  <a:lnTo>
                    <a:pt x="6509" y="9720"/>
                  </a:lnTo>
                  <a:cubicBezTo>
                    <a:pt x="6644" y="7225"/>
                    <a:pt x="7261" y="4780"/>
                    <a:pt x="8327" y="2520"/>
                  </a:cubicBezTo>
                  <a:cubicBezTo>
                    <a:pt x="5048" y="3501"/>
                    <a:pt x="2656" y="6324"/>
                    <a:pt x="2227" y="9720"/>
                  </a:cubicBezTo>
                  <a:close/>
                  <a:moveTo>
                    <a:pt x="8673" y="9720"/>
                  </a:moveTo>
                  <a:lnTo>
                    <a:pt x="12927" y="9720"/>
                  </a:lnTo>
                  <a:cubicBezTo>
                    <a:pt x="12771" y="7161"/>
                    <a:pt x="12044" y="4669"/>
                    <a:pt x="10800" y="2428"/>
                  </a:cubicBezTo>
                  <a:cubicBezTo>
                    <a:pt x="9555" y="4669"/>
                    <a:pt x="8829" y="7161"/>
                    <a:pt x="8672" y="9720"/>
                  </a:cubicBezTo>
                  <a:close/>
                  <a:moveTo>
                    <a:pt x="13273" y="2520"/>
                  </a:moveTo>
                  <a:cubicBezTo>
                    <a:pt x="14339" y="4780"/>
                    <a:pt x="14956" y="7225"/>
                    <a:pt x="15091" y="9720"/>
                  </a:cubicBezTo>
                  <a:lnTo>
                    <a:pt x="19373" y="9720"/>
                  </a:lnTo>
                  <a:cubicBezTo>
                    <a:pt x="18944" y="6324"/>
                    <a:pt x="16552" y="3501"/>
                    <a:pt x="13273" y="252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58" name="成组">
            <a:extLst>
              <a:ext uri="{FF2B5EF4-FFF2-40B4-BE49-F238E27FC236}">
                <a16:creationId xmlns:a16="http://schemas.microsoft.com/office/drawing/2014/main" id="{03013278-ED89-1AF2-A610-41E975D1D6CF}"/>
              </a:ext>
            </a:extLst>
          </p:cNvPr>
          <p:cNvGrpSpPr/>
          <p:nvPr/>
        </p:nvGrpSpPr>
        <p:grpSpPr>
          <a:xfrm>
            <a:off x="9003050" y="5973848"/>
            <a:ext cx="603012" cy="603012"/>
            <a:chOff x="0" y="0"/>
            <a:chExt cx="457200" cy="457200"/>
          </a:xfrm>
        </p:grpSpPr>
        <p:sp>
          <p:nvSpPr>
            <p:cNvPr id="259" name="任意形状 977">
              <a:extLst>
                <a:ext uri="{FF2B5EF4-FFF2-40B4-BE49-F238E27FC236}">
                  <a16:creationId xmlns:a16="http://schemas.microsoft.com/office/drawing/2014/main" id="{684360BB-0D25-F438-4F2D-152B4E19047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60" name="任意形状 978">
              <a:extLst>
                <a:ext uri="{FF2B5EF4-FFF2-40B4-BE49-F238E27FC236}">
                  <a16:creationId xmlns:a16="http://schemas.microsoft.com/office/drawing/2014/main" id="{5972CF1F-4DC5-02F8-01E2-117987755B5B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" y="0"/>
                  </a:move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200"/>
                  </a:lnTo>
                  <a:cubicBezTo>
                    <a:pt x="0" y="537"/>
                    <a:pt x="483" y="0"/>
                    <a:pt x="1080" y="0"/>
                  </a:cubicBezTo>
                  <a:close/>
                  <a:moveTo>
                    <a:pt x="19440" y="5086"/>
                  </a:moveTo>
                  <a:lnTo>
                    <a:pt x="10878" y="13606"/>
                  </a:lnTo>
                  <a:lnTo>
                    <a:pt x="2160" y="5059"/>
                  </a:lnTo>
                  <a:lnTo>
                    <a:pt x="2160" y="19200"/>
                  </a:lnTo>
                  <a:lnTo>
                    <a:pt x="19440" y="19200"/>
                  </a:lnTo>
                  <a:lnTo>
                    <a:pt x="19440" y="5086"/>
                  </a:lnTo>
                  <a:close/>
                  <a:moveTo>
                    <a:pt x="2712" y="2400"/>
                  </a:moveTo>
                  <a:lnTo>
                    <a:pt x="10866" y="10394"/>
                  </a:lnTo>
                  <a:lnTo>
                    <a:pt x="18902" y="2400"/>
                  </a:lnTo>
                  <a:lnTo>
                    <a:pt x="2712" y="24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61" name="成组">
            <a:extLst>
              <a:ext uri="{FF2B5EF4-FFF2-40B4-BE49-F238E27FC236}">
                <a16:creationId xmlns:a16="http://schemas.microsoft.com/office/drawing/2014/main" id="{B28439FB-69BC-C33D-AE40-320221FD485D}"/>
              </a:ext>
            </a:extLst>
          </p:cNvPr>
          <p:cNvGrpSpPr/>
          <p:nvPr/>
        </p:nvGrpSpPr>
        <p:grpSpPr>
          <a:xfrm>
            <a:off x="10484475" y="4967471"/>
            <a:ext cx="603016" cy="603012"/>
            <a:chOff x="0" y="0"/>
            <a:chExt cx="457200" cy="457200"/>
          </a:xfrm>
        </p:grpSpPr>
        <p:sp>
          <p:nvSpPr>
            <p:cNvPr id="262" name="任意形状 983">
              <a:extLst>
                <a:ext uri="{FF2B5EF4-FFF2-40B4-BE49-F238E27FC236}">
                  <a16:creationId xmlns:a16="http://schemas.microsoft.com/office/drawing/2014/main" id="{AFE7B6B6-B1AB-65B4-7586-861B2021475F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63" name="任意形状 984">
              <a:extLst>
                <a:ext uri="{FF2B5EF4-FFF2-40B4-BE49-F238E27FC236}">
                  <a16:creationId xmlns:a16="http://schemas.microsoft.com/office/drawing/2014/main" id="{481E9AB2-80E0-D893-FAE4-ACC19BCCFCC1}"/>
                </a:ext>
              </a:extLst>
            </p:cNvPr>
            <p:cNvSpPr/>
            <p:nvPr/>
          </p:nvSpPr>
          <p:spPr>
            <a:xfrm>
              <a:off x="38100" y="22240"/>
              <a:ext cx="381000" cy="3778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48" extrusionOk="0">
                  <a:moveTo>
                    <a:pt x="262" y="6178"/>
                  </a:moveTo>
                  <a:lnTo>
                    <a:pt x="10249" y="154"/>
                  </a:lnTo>
                  <a:cubicBezTo>
                    <a:pt x="10591" y="-52"/>
                    <a:pt x="11018" y="-52"/>
                    <a:pt x="11360" y="154"/>
                  </a:cubicBezTo>
                  <a:lnTo>
                    <a:pt x="21338" y="6179"/>
                  </a:lnTo>
                  <a:cubicBezTo>
                    <a:pt x="21500" y="6277"/>
                    <a:pt x="21600" y="6454"/>
                    <a:pt x="21600" y="6645"/>
                  </a:cubicBezTo>
                  <a:lnTo>
                    <a:pt x="21600" y="20461"/>
                  </a:lnTo>
                  <a:cubicBezTo>
                    <a:pt x="21600" y="21061"/>
                    <a:pt x="21117" y="21548"/>
                    <a:pt x="20520" y="21548"/>
                  </a:cubicBezTo>
                  <a:lnTo>
                    <a:pt x="1080" y="21548"/>
                  </a:lnTo>
                  <a:cubicBezTo>
                    <a:pt x="483" y="21548"/>
                    <a:pt x="0" y="21061"/>
                    <a:pt x="0" y="20461"/>
                  </a:cubicBezTo>
                  <a:lnTo>
                    <a:pt x="0" y="6644"/>
                  </a:lnTo>
                  <a:cubicBezTo>
                    <a:pt x="0" y="6453"/>
                    <a:pt x="100" y="6276"/>
                    <a:pt x="262" y="6178"/>
                  </a:cubicBezTo>
                  <a:close/>
                  <a:moveTo>
                    <a:pt x="2160" y="7568"/>
                  </a:moveTo>
                  <a:lnTo>
                    <a:pt x="2160" y="19375"/>
                  </a:lnTo>
                  <a:lnTo>
                    <a:pt x="19440" y="19375"/>
                  </a:lnTo>
                  <a:lnTo>
                    <a:pt x="19440" y="7567"/>
                  </a:lnTo>
                  <a:lnTo>
                    <a:pt x="10804" y="2351"/>
                  </a:lnTo>
                  <a:lnTo>
                    <a:pt x="2160" y="7567"/>
                  </a:lnTo>
                  <a:close/>
                  <a:moveTo>
                    <a:pt x="10865" y="13614"/>
                  </a:moveTo>
                  <a:lnTo>
                    <a:pt x="16584" y="8765"/>
                  </a:lnTo>
                  <a:lnTo>
                    <a:pt x="17976" y="10427"/>
                  </a:lnTo>
                  <a:lnTo>
                    <a:pt x="10880" y="16443"/>
                  </a:lnTo>
                  <a:lnTo>
                    <a:pt x="3633" y="10435"/>
                  </a:lnTo>
                  <a:lnTo>
                    <a:pt x="5007" y="8757"/>
                  </a:lnTo>
                  <a:lnTo>
                    <a:pt x="10865" y="13614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264" name="成组">
            <a:extLst>
              <a:ext uri="{FF2B5EF4-FFF2-40B4-BE49-F238E27FC236}">
                <a16:creationId xmlns:a16="http://schemas.microsoft.com/office/drawing/2014/main" id="{88D57FA2-F756-76B3-FF78-25755DF88609}"/>
              </a:ext>
            </a:extLst>
          </p:cNvPr>
          <p:cNvGrpSpPr/>
          <p:nvPr/>
        </p:nvGrpSpPr>
        <p:grpSpPr>
          <a:xfrm>
            <a:off x="12507489" y="4858136"/>
            <a:ext cx="603016" cy="603012"/>
            <a:chOff x="0" y="0"/>
            <a:chExt cx="457200" cy="457200"/>
          </a:xfrm>
        </p:grpSpPr>
        <p:sp>
          <p:nvSpPr>
            <p:cNvPr id="265" name="任意形状 1025">
              <a:extLst>
                <a:ext uri="{FF2B5EF4-FFF2-40B4-BE49-F238E27FC236}">
                  <a16:creationId xmlns:a16="http://schemas.microsoft.com/office/drawing/2014/main" id="{739DF3B5-4B63-9E39-4E44-2D2F02B3261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266" name="任意形状 1026">
              <a:extLst>
                <a:ext uri="{FF2B5EF4-FFF2-40B4-BE49-F238E27FC236}">
                  <a16:creationId xmlns:a16="http://schemas.microsoft.com/office/drawing/2014/main" id="{5AC557FD-5595-3F90-8E38-91EFAD98AA45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92"/>
                  </a:moveTo>
                  <a:cubicBezTo>
                    <a:pt x="4" y="536"/>
                    <a:pt x="481" y="5"/>
                    <a:pt x="1071" y="0"/>
                  </a:cubicBezTo>
                  <a:lnTo>
                    <a:pt x="20529" y="0"/>
                  </a:lnTo>
                  <a:cubicBezTo>
                    <a:pt x="21120" y="0"/>
                    <a:pt x="21600" y="534"/>
                    <a:pt x="21600" y="1192"/>
                  </a:cubicBezTo>
                  <a:lnTo>
                    <a:pt x="21600" y="20408"/>
                  </a:lnTo>
                  <a:cubicBezTo>
                    <a:pt x="21596" y="21064"/>
                    <a:pt x="21119" y="21595"/>
                    <a:pt x="20529" y="21600"/>
                  </a:cubicBezTo>
                  <a:lnTo>
                    <a:pt x="1071" y="21600"/>
                  </a:lnTo>
                  <a:cubicBezTo>
                    <a:pt x="480" y="21599"/>
                    <a:pt x="0" y="21066"/>
                    <a:pt x="0" y="20408"/>
                  </a:cubicBezTo>
                  <a:lnTo>
                    <a:pt x="0" y="1192"/>
                  </a:lnTo>
                  <a:close/>
                  <a:moveTo>
                    <a:pt x="2160" y="2400"/>
                  </a:moveTo>
                  <a:lnTo>
                    <a:pt x="2160" y="19200"/>
                  </a:lnTo>
                  <a:lnTo>
                    <a:pt x="19440" y="19200"/>
                  </a:lnTo>
                  <a:lnTo>
                    <a:pt x="19440" y="2400"/>
                  </a:lnTo>
                  <a:lnTo>
                    <a:pt x="2160" y="2400"/>
                  </a:lnTo>
                  <a:close/>
                  <a:moveTo>
                    <a:pt x="4320" y="4800"/>
                  </a:moveTo>
                  <a:lnTo>
                    <a:pt x="10800" y="4800"/>
                  </a:lnTo>
                  <a:lnTo>
                    <a:pt x="10800" y="12000"/>
                  </a:lnTo>
                  <a:lnTo>
                    <a:pt x="4320" y="12000"/>
                  </a:lnTo>
                  <a:lnTo>
                    <a:pt x="4320" y="4800"/>
                  </a:lnTo>
                  <a:close/>
                  <a:moveTo>
                    <a:pt x="6480" y="7200"/>
                  </a:moveTo>
                  <a:lnTo>
                    <a:pt x="6480" y="9600"/>
                  </a:lnTo>
                  <a:lnTo>
                    <a:pt x="8640" y="9600"/>
                  </a:lnTo>
                  <a:lnTo>
                    <a:pt x="8640" y="7200"/>
                  </a:lnTo>
                  <a:lnTo>
                    <a:pt x="6480" y="7200"/>
                  </a:lnTo>
                  <a:close/>
                  <a:moveTo>
                    <a:pt x="43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4320" y="16800"/>
                  </a:lnTo>
                  <a:lnTo>
                    <a:pt x="4320" y="14400"/>
                  </a:lnTo>
                  <a:close/>
                  <a:moveTo>
                    <a:pt x="1296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2960" y="7200"/>
                  </a:lnTo>
                  <a:lnTo>
                    <a:pt x="12960" y="4800"/>
                  </a:lnTo>
                  <a:close/>
                  <a:moveTo>
                    <a:pt x="1296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2960" y="12000"/>
                  </a:lnTo>
                  <a:lnTo>
                    <a:pt x="12960" y="9600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</p:spTree>
    <p:extLst>
      <p:ext uri="{BB962C8B-B14F-4D97-AF65-F5344CB8AC3E}">
        <p14:creationId xmlns:p14="http://schemas.microsoft.com/office/powerpoint/2010/main" val="35594484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76" name="Text Placeholder 32">
            <a:extLst>
              <a:ext uri="{FF2B5EF4-FFF2-40B4-BE49-F238E27FC236}">
                <a16:creationId xmlns:a16="http://schemas.microsoft.com/office/drawing/2014/main" id="{AB4C4E5E-D210-B9BD-7B4D-38649E23E4FD}"/>
              </a:ext>
            </a:extLst>
          </p:cNvPr>
          <p:cNvSpPr txBox="1">
            <a:spLocks/>
          </p:cNvSpPr>
          <p:nvPr/>
        </p:nvSpPr>
        <p:spPr>
          <a:xfrm>
            <a:off x="10318822" y="7648094"/>
            <a:ext cx="3427094" cy="10109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400" b="1" dirty="0"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YOUR SUBTITLE</a:t>
            </a:r>
          </a:p>
        </p:txBody>
      </p:sp>
      <p:sp>
        <p:nvSpPr>
          <p:cNvPr id="43" name="Freeform 30">
            <a:extLst>
              <a:ext uri="{FF2B5EF4-FFF2-40B4-BE49-F238E27FC236}">
                <a16:creationId xmlns:a16="http://schemas.microsoft.com/office/drawing/2014/main" id="{AE2B11DF-A67D-C599-E594-28A3EFF61F3D}"/>
              </a:ext>
            </a:extLst>
          </p:cNvPr>
          <p:cNvSpPr/>
          <p:nvPr/>
        </p:nvSpPr>
        <p:spPr>
          <a:xfrm>
            <a:off x="8618087" y="3984708"/>
            <a:ext cx="3287151" cy="2822756"/>
          </a:xfrm>
          <a:custGeom>
            <a:avLst/>
            <a:gdLst>
              <a:gd name="connsiteX0" fmla="*/ 0 w 2150745"/>
              <a:gd name="connsiteY0" fmla="*/ 1241107 h 1846897"/>
              <a:gd name="connsiteX1" fmla="*/ 2150746 w 2150745"/>
              <a:gd name="connsiteY1" fmla="*/ 0 h 1846897"/>
              <a:gd name="connsiteX2" fmla="*/ 2150746 w 2150745"/>
              <a:gd name="connsiteY2" fmla="*/ 1209675 h 1846897"/>
              <a:gd name="connsiteX3" fmla="*/ 1047750 w 2150745"/>
              <a:gd name="connsiteY3" fmla="*/ 1846898 h 1846897"/>
              <a:gd name="connsiteX4" fmla="*/ 0 w 2150745"/>
              <a:gd name="connsiteY4" fmla="*/ 1241107 h 1846897"/>
              <a:gd name="connsiteX5" fmla="*/ 0 w 2150745"/>
              <a:gd name="connsiteY5" fmla="*/ 1241107 h 1846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0745" h="1846897">
                <a:moveTo>
                  <a:pt x="0" y="1241107"/>
                </a:moveTo>
                <a:cubicBezTo>
                  <a:pt x="454343" y="520065"/>
                  <a:pt x="1243965" y="33338"/>
                  <a:pt x="2150746" y="0"/>
                </a:cubicBezTo>
                <a:lnTo>
                  <a:pt x="2150746" y="1209675"/>
                </a:lnTo>
                <a:cubicBezTo>
                  <a:pt x="1691640" y="1241107"/>
                  <a:pt x="1290638" y="1485900"/>
                  <a:pt x="1047750" y="1846898"/>
                </a:cubicBezTo>
                <a:lnTo>
                  <a:pt x="0" y="1241107"/>
                </a:lnTo>
                <a:lnTo>
                  <a:pt x="0" y="1241107"/>
                </a:lnTo>
                <a:close/>
              </a:path>
            </a:pathLst>
          </a:custGeom>
          <a:solidFill>
            <a:schemeClr val="accent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S" sz="2176"/>
          </a:p>
        </p:txBody>
      </p:sp>
      <p:sp>
        <p:nvSpPr>
          <p:cNvPr id="44" name="Freeform 31">
            <a:extLst>
              <a:ext uri="{FF2B5EF4-FFF2-40B4-BE49-F238E27FC236}">
                <a16:creationId xmlns:a16="http://schemas.microsoft.com/office/drawing/2014/main" id="{870B4901-000E-D31E-7B8A-5C0EF01EBFBA}"/>
              </a:ext>
            </a:extLst>
          </p:cNvPr>
          <p:cNvSpPr/>
          <p:nvPr/>
        </p:nvSpPr>
        <p:spPr>
          <a:xfrm>
            <a:off x="7996470" y="6145087"/>
            <a:ext cx="2073029" cy="3796672"/>
          </a:xfrm>
          <a:custGeom>
            <a:avLst/>
            <a:gdLst>
              <a:gd name="connsiteX0" fmla="*/ 307657 w 1356359"/>
              <a:gd name="connsiteY0" fmla="*/ 2484120 h 2484119"/>
              <a:gd name="connsiteX1" fmla="*/ 0 w 1356359"/>
              <a:gd name="connsiteY1" fmla="*/ 1242060 h 2484119"/>
              <a:gd name="connsiteX2" fmla="*/ 307657 w 1356359"/>
              <a:gd name="connsiteY2" fmla="*/ 0 h 2484119"/>
              <a:gd name="connsiteX3" fmla="*/ 1355407 w 1356359"/>
              <a:gd name="connsiteY3" fmla="*/ 604838 h 2484119"/>
              <a:gd name="connsiteX4" fmla="*/ 1208722 w 1356359"/>
              <a:gd name="connsiteY4" fmla="*/ 1242060 h 2484119"/>
              <a:gd name="connsiteX5" fmla="*/ 1356360 w 1356359"/>
              <a:gd name="connsiteY5" fmla="*/ 1879282 h 2484119"/>
              <a:gd name="connsiteX6" fmla="*/ 307657 w 1356359"/>
              <a:gd name="connsiteY6" fmla="*/ 2484120 h 2484119"/>
              <a:gd name="connsiteX7" fmla="*/ 307657 w 1356359"/>
              <a:gd name="connsiteY7" fmla="*/ 2484120 h 2484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6359" h="2484119">
                <a:moveTo>
                  <a:pt x="307657" y="2484120"/>
                </a:moveTo>
                <a:cubicBezTo>
                  <a:pt x="111442" y="2113598"/>
                  <a:pt x="0" y="1690688"/>
                  <a:pt x="0" y="1242060"/>
                </a:cubicBezTo>
                <a:cubicBezTo>
                  <a:pt x="0" y="793432"/>
                  <a:pt x="111442" y="370522"/>
                  <a:pt x="307657" y="0"/>
                </a:cubicBezTo>
                <a:lnTo>
                  <a:pt x="1355407" y="604838"/>
                </a:lnTo>
                <a:cubicBezTo>
                  <a:pt x="1261110" y="797243"/>
                  <a:pt x="1208722" y="1013460"/>
                  <a:pt x="1208722" y="1242060"/>
                </a:cubicBezTo>
                <a:cubicBezTo>
                  <a:pt x="1208722" y="1470660"/>
                  <a:pt x="1262063" y="1686877"/>
                  <a:pt x="1356360" y="1879282"/>
                </a:cubicBezTo>
                <a:lnTo>
                  <a:pt x="307657" y="2484120"/>
                </a:lnTo>
                <a:lnTo>
                  <a:pt x="307657" y="2484120"/>
                </a:lnTo>
                <a:close/>
              </a:path>
            </a:pathLst>
          </a:custGeom>
          <a:solidFill>
            <a:schemeClr val="accent6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S" sz="2176" dirty="0"/>
          </a:p>
        </p:txBody>
      </p:sp>
      <p:sp>
        <p:nvSpPr>
          <p:cNvPr id="45" name="Freeform 32">
            <a:extLst>
              <a:ext uri="{FF2B5EF4-FFF2-40B4-BE49-F238E27FC236}">
                <a16:creationId xmlns:a16="http://schemas.microsoft.com/office/drawing/2014/main" id="{632D5EEC-80CE-34AD-312E-DC632C610460}"/>
              </a:ext>
            </a:extLst>
          </p:cNvPr>
          <p:cNvSpPr/>
          <p:nvPr/>
        </p:nvSpPr>
        <p:spPr>
          <a:xfrm>
            <a:off x="8618087" y="9280836"/>
            <a:ext cx="3287151" cy="2821300"/>
          </a:xfrm>
          <a:custGeom>
            <a:avLst/>
            <a:gdLst>
              <a:gd name="connsiteX0" fmla="*/ 2150746 w 2150745"/>
              <a:gd name="connsiteY0" fmla="*/ 1845945 h 1845944"/>
              <a:gd name="connsiteX1" fmla="*/ 0 w 2150745"/>
              <a:gd name="connsiteY1" fmla="*/ 604838 h 1845944"/>
              <a:gd name="connsiteX2" fmla="*/ 1047750 w 2150745"/>
              <a:gd name="connsiteY2" fmla="*/ 0 h 1845944"/>
              <a:gd name="connsiteX3" fmla="*/ 2150746 w 2150745"/>
              <a:gd name="connsiteY3" fmla="*/ 636270 h 1845944"/>
              <a:gd name="connsiteX4" fmla="*/ 2150746 w 2150745"/>
              <a:gd name="connsiteY4" fmla="*/ 1845945 h 1845944"/>
              <a:gd name="connsiteX5" fmla="*/ 2150746 w 2150745"/>
              <a:gd name="connsiteY5" fmla="*/ 1845945 h 184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0745" h="1845944">
                <a:moveTo>
                  <a:pt x="2150746" y="1845945"/>
                </a:moveTo>
                <a:cubicBezTo>
                  <a:pt x="1243965" y="1812607"/>
                  <a:pt x="454343" y="1324927"/>
                  <a:pt x="0" y="604838"/>
                </a:cubicBezTo>
                <a:lnTo>
                  <a:pt x="1047750" y="0"/>
                </a:lnTo>
                <a:cubicBezTo>
                  <a:pt x="1290638" y="360045"/>
                  <a:pt x="1691640" y="605790"/>
                  <a:pt x="2150746" y="636270"/>
                </a:cubicBezTo>
                <a:lnTo>
                  <a:pt x="2150746" y="1845945"/>
                </a:lnTo>
                <a:lnTo>
                  <a:pt x="2150746" y="1845945"/>
                </a:lnTo>
                <a:close/>
              </a:path>
            </a:pathLst>
          </a:custGeom>
          <a:solidFill>
            <a:schemeClr val="accent5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S" sz="2176"/>
          </a:p>
        </p:txBody>
      </p:sp>
      <p:sp>
        <p:nvSpPr>
          <p:cNvPr id="46" name="Freeform 33">
            <a:extLst>
              <a:ext uri="{FF2B5EF4-FFF2-40B4-BE49-F238E27FC236}">
                <a16:creationId xmlns:a16="http://schemas.microsoft.com/office/drawing/2014/main" id="{D175EECB-FFB4-AE10-1D7D-C992CC1A4D03}"/>
              </a:ext>
            </a:extLst>
          </p:cNvPr>
          <p:cNvSpPr/>
          <p:nvPr/>
        </p:nvSpPr>
        <p:spPr>
          <a:xfrm>
            <a:off x="12210953" y="9280836"/>
            <a:ext cx="3287149" cy="2821300"/>
          </a:xfrm>
          <a:custGeom>
            <a:avLst/>
            <a:gdLst>
              <a:gd name="connsiteX0" fmla="*/ 2150744 w 2150744"/>
              <a:gd name="connsiteY0" fmla="*/ 604838 h 1845944"/>
              <a:gd name="connsiteX1" fmla="*/ 0 w 2150744"/>
              <a:gd name="connsiteY1" fmla="*/ 1845945 h 1845944"/>
              <a:gd name="connsiteX2" fmla="*/ 0 w 2150744"/>
              <a:gd name="connsiteY2" fmla="*/ 636270 h 1845944"/>
              <a:gd name="connsiteX3" fmla="*/ 1102994 w 2150744"/>
              <a:gd name="connsiteY3" fmla="*/ 0 h 1845944"/>
              <a:gd name="connsiteX4" fmla="*/ 2150744 w 2150744"/>
              <a:gd name="connsiteY4" fmla="*/ 604838 h 1845944"/>
              <a:gd name="connsiteX5" fmla="*/ 2150744 w 2150744"/>
              <a:gd name="connsiteY5" fmla="*/ 604838 h 184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0744" h="1845944">
                <a:moveTo>
                  <a:pt x="2150744" y="604838"/>
                </a:moveTo>
                <a:cubicBezTo>
                  <a:pt x="1696402" y="1325880"/>
                  <a:pt x="906780" y="1812607"/>
                  <a:pt x="0" y="1845945"/>
                </a:cubicBezTo>
                <a:lnTo>
                  <a:pt x="0" y="636270"/>
                </a:lnTo>
                <a:cubicBezTo>
                  <a:pt x="459105" y="604838"/>
                  <a:pt x="860107" y="360045"/>
                  <a:pt x="1102994" y="0"/>
                </a:cubicBezTo>
                <a:lnTo>
                  <a:pt x="2150744" y="604838"/>
                </a:lnTo>
                <a:lnTo>
                  <a:pt x="2150744" y="604838"/>
                </a:lnTo>
                <a:close/>
              </a:path>
            </a:pathLst>
          </a:custGeom>
          <a:solidFill>
            <a:schemeClr val="accent4"/>
          </a:solidFill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S" sz="2176" dirty="0"/>
          </a:p>
        </p:txBody>
      </p:sp>
      <p:sp>
        <p:nvSpPr>
          <p:cNvPr id="47" name="Freeform 34">
            <a:extLst>
              <a:ext uri="{FF2B5EF4-FFF2-40B4-BE49-F238E27FC236}">
                <a16:creationId xmlns:a16="http://schemas.microsoft.com/office/drawing/2014/main" id="{53B8156E-B171-B20C-D083-8CF3499288C6}"/>
              </a:ext>
            </a:extLst>
          </p:cNvPr>
          <p:cNvSpPr/>
          <p:nvPr/>
        </p:nvSpPr>
        <p:spPr>
          <a:xfrm>
            <a:off x="14049601" y="6145087"/>
            <a:ext cx="2071573" cy="3796672"/>
          </a:xfrm>
          <a:custGeom>
            <a:avLst/>
            <a:gdLst>
              <a:gd name="connsiteX0" fmla="*/ 1047750 w 1355407"/>
              <a:gd name="connsiteY0" fmla="*/ 0 h 2484119"/>
              <a:gd name="connsiteX1" fmla="*/ 1355408 w 1355407"/>
              <a:gd name="connsiteY1" fmla="*/ 1242060 h 2484119"/>
              <a:gd name="connsiteX2" fmla="*/ 1047750 w 1355407"/>
              <a:gd name="connsiteY2" fmla="*/ 2484120 h 2484119"/>
              <a:gd name="connsiteX3" fmla="*/ 0 w 1355407"/>
              <a:gd name="connsiteY3" fmla="*/ 1879282 h 2484119"/>
              <a:gd name="connsiteX4" fmla="*/ 147638 w 1355407"/>
              <a:gd name="connsiteY4" fmla="*/ 1242060 h 2484119"/>
              <a:gd name="connsiteX5" fmla="*/ 953 w 1355407"/>
              <a:gd name="connsiteY5" fmla="*/ 604838 h 2484119"/>
              <a:gd name="connsiteX6" fmla="*/ 1047750 w 1355407"/>
              <a:gd name="connsiteY6" fmla="*/ 0 h 2484119"/>
              <a:gd name="connsiteX7" fmla="*/ 1047750 w 1355407"/>
              <a:gd name="connsiteY7" fmla="*/ 0 h 2484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55407" h="2484119">
                <a:moveTo>
                  <a:pt x="1047750" y="0"/>
                </a:moveTo>
                <a:cubicBezTo>
                  <a:pt x="1243966" y="370522"/>
                  <a:pt x="1355408" y="793432"/>
                  <a:pt x="1355408" y="1242060"/>
                </a:cubicBezTo>
                <a:cubicBezTo>
                  <a:pt x="1355408" y="1690688"/>
                  <a:pt x="1243966" y="2113598"/>
                  <a:pt x="1047750" y="2484120"/>
                </a:cubicBezTo>
                <a:lnTo>
                  <a:pt x="0" y="1879282"/>
                </a:lnTo>
                <a:cubicBezTo>
                  <a:pt x="94298" y="1686877"/>
                  <a:pt x="147638" y="1470660"/>
                  <a:pt x="147638" y="1242060"/>
                </a:cubicBezTo>
                <a:cubicBezTo>
                  <a:pt x="147638" y="1013460"/>
                  <a:pt x="94298" y="797243"/>
                  <a:pt x="953" y="604838"/>
                </a:cubicBezTo>
                <a:lnTo>
                  <a:pt x="1047750" y="0"/>
                </a:lnTo>
                <a:lnTo>
                  <a:pt x="1047750" y="0"/>
                </a:lnTo>
                <a:close/>
              </a:path>
            </a:pathLst>
          </a:custGeom>
          <a:solidFill>
            <a:schemeClr val="accent3"/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S" sz="2176" dirty="0"/>
          </a:p>
        </p:txBody>
      </p:sp>
      <p:sp>
        <p:nvSpPr>
          <p:cNvPr id="48" name="Freeform 35">
            <a:extLst>
              <a:ext uri="{FF2B5EF4-FFF2-40B4-BE49-F238E27FC236}">
                <a16:creationId xmlns:a16="http://schemas.microsoft.com/office/drawing/2014/main" id="{0EA94979-9080-340F-4FE1-1F7331324C6D}"/>
              </a:ext>
            </a:extLst>
          </p:cNvPr>
          <p:cNvSpPr/>
          <p:nvPr/>
        </p:nvSpPr>
        <p:spPr>
          <a:xfrm>
            <a:off x="12210953" y="3984708"/>
            <a:ext cx="3287149" cy="2821300"/>
          </a:xfrm>
          <a:custGeom>
            <a:avLst/>
            <a:gdLst>
              <a:gd name="connsiteX0" fmla="*/ 0 w 2150744"/>
              <a:gd name="connsiteY0" fmla="*/ 0 h 1845944"/>
              <a:gd name="connsiteX1" fmla="*/ 2150744 w 2150744"/>
              <a:gd name="connsiteY1" fmla="*/ 1241107 h 1845944"/>
              <a:gd name="connsiteX2" fmla="*/ 1102994 w 2150744"/>
              <a:gd name="connsiteY2" fmla="*/ 1845945 h 1845944"/>
              <a:gd name="connsiteX3" fmla="*/ 0 w 2150744"/>
              <a:gd name="connsiteY3" fmla="*/ 1208723 h 1845944"/>
              <a:gd name="connsiteX4" fmla="*/ 0 w 2150744"/>
              <a:gd name="connsiteY4" fmla="*/ 0 h 1845944"/>
              <a:gd name="connsiteX5" fmla="*/ 0 w 2150744"/>
              <a:gd name="connsiteY5" fmla="*/ 0 h 1845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0744" h="1845944">
                <a:moveTo>
                  <a:pt x="0" y="0"/>
                </a:moveTo>
                <a:cubicBezTo>
                  <a:pt x="906780" y="33338"/>
                  <a:pt x="1696402" y="521017"/>
                  <a:pt x="2150744" y="1241107"/>
                </a:cubicBezTo>
                <a:lnTo>
                  <a:pt x="1102994" y="1845945"/>
                </a:lnTo>
                <a:cubicBezTo>
                  <a:pt x="860107" y="1485900"/>
                  <a:pt x="459105" y="1240155"/>
                  <a:pt x="0" y="1208723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RS" sz="2176"/>
          </a:p>
        </p:txBody>
      </p:sp>
      <p:sp>
        <p:nvSpPr>
          <p:cNvPr id="49" name="Freeform 94">
            <a:extLst>
              <a:ext uri="{FF2B5EF4-FFF2-40B4-BE49-F238E27FC236}">
                <a16:creationId xmlns:a16="http://schemas.microsoft.com/office/drawing/2014/main" id="{31C431E7-EB90-AB1D-F89B-CA20C7C5D78D}"/>
              </a:ext>
            </a:extLst>
          </p:cNvPr>
          <p:cNvSpPr/>
          <p:nvPr/>
        </p:nvSpPr>
        <p:spPr>
          <a:xfrm>
            <a:off x="9129713" y="3690912"/>
            <a:ext cx="2248752" cy="2249590"/>
          </a:xfrm>
          <a:custGeom>
            <a:avLst/>
            <a:gdLst>
              <a:gd name="connsiteX0" fmla="*/ 1597872 w 1712168"/>
              <a:gd name="connsiteY0" fmla="*/ 428202 h 1712806"/>
              <a:gd name="connsiteX1" fmla="*/ 1077807 w 1712168"/>
              <a:gd name="connsiteY1" fmla="*/ 29422 h 1712806"/>
              <a:gd name="connsiteX2" fmla="*/ 428202 w 1712168"/>
              <a:gd name="connsiteY2" fmla="*/ 115147 h 1712806"/>
              <a:gd name="connsiteX3" fmla="*/ 29422 w 1712168"/>
              <a:gd name="connsiteY3" fmla="*/ 635212 h 1712806"/>
              <a:gd name="connsiteX4" fmla="*/ 115147 w 1712168"/>
              <a:gd name="connsiteY4" fmla="*/ 1284817 h 1712806"/>
              <a:gd name="connsiteX5" fmla="*/ 858097 w 1712168"/>
              <a:gd name="connsiteY5" fmla="*/ 1712807 h 1712806"/>
              <a:gd name="connsiteX6" fmla="*/ 1284817 w 1712168"/>
              <a:gd name="connsiteY6" fmla="*/ 1598507 h 1712806"/>
              <a:gd name="connsiteX7" fmla="*/ 1597872 w 1712168"/>
              <a:gd name="connsiteY7" fmla="*/ 428202 h 171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2168" h="1712806">
                <a:moveTo>
                  <a:pt x="1597872" y="428202"/>
                </a:moveTo>
                <a:cubicBezTo>
                  <a:pt x="1483572" y="230082"/>
                  <a:pt x="1298787" y="88477"/>
                  <a:pt x="1077807" y="29422"/>
                </a:cubicBezTo>
                <a:cubicBezTo>
                  <a:pt x="856827" y="-29633"/>
                  <a:pt x="626322" y="847"/>
                  <a:pt x="428202" y="115147"/>
                </a:cubicBezTo>
                <a:cubicBezTo>
                  <a:pt x="230082" y="229447"/>
                  <a:pt x="88477" y="414232"/>
                  <a:pt x="29422" y="635212"/>
                </a:cubicBezTo>
                <a:cubicBezTo>
                  <a:pt x="-29633" y="856192"/>
                  <a:pt x="847" y="1086697"/>
                  <a:pt x="115147" y="1284817"/>
                </a:cubicBezTo>
                <a:cubicBezTo>
                  <a:pt x="273262" y="1559137"/>
                  <a:pt x="562187" y="1712807"/>
                  <a:pt x="858097" y="1712807"/>
                </a:cubicBezTo>
                <a:cubicBezTo>
                  <a:pt x="1003512" y="1712807"/>
                  <a:pt x="1150197" y="1675977"/>
                  <a:pt x="1284817" y="1598507"/>
                </a:cubicBezTo>
                <a:cubicBezTo>
                  <a:pt x="1693122" y="1361652"/>
                  <a:pt x="1833457" y="837142"/>
                  <a:pt x="1597872" y="428202"/>
                </a:cubicBez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0" name="Freeform 95">
            <a:extLst>
              <a:ext uri="{FF2B5EF4-FFF2-40B4-BE49-F238E27FC236}">
                <a16:creationId xmlns:a16="http://schemas.microsoft.com/office/drawing/2014/main" id="{AA427F54-85B8-66AD-6468-C72171CB2F0D}"/>
              </a:ext>
            </a:extLst>
          </p:cNvPr>
          <p:cNvSpPr/>
          <p:nvPr/>
        </p:nvSpPr>
        <p:spPr>
          <a:xfrm rot="17073275">
            <a:off x="9295258" y="3857294"/>
            <a:ext cx="1916527" cy="1916525"/>
          </a:xfrm>
          <a:custGeom>
            <a:avLst/>
            <a:gdLst>
              <a:gd name="connsiteX0" fmla="*/ 1459217 w 1459216"/>
              <a:gd name="connsiteY0" fmla="*/ 729608 h 1459216"/>
              <a:gd name="connsiteX1" fmla="*/ 729608 w 1459216"/>
              <a:gd name="connsiteY1" fmla="*/ 1459217 h 1459216"/>
              <a:gd name="connsiteX2" fmla="*/ 0 w 1459216"/>
              <a:gd name="connsiteY2" fmla="*/ 729609 h 1459216"/>
              <a:gd name="connsiteX3" fmla="*/ 729608 w 1459216"/>
              <a:gd name="connsiteY3" fmla="*/ 0 h 1459216"/>
              <a:gd name="connsiteX4" fmla="*/ 1459217 w 1459216"/>
              <a:gd name="connsiteY4" fmla="*/ 729608 h 145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216" h="1459216">
                <a:moveTo>
                  <a:pt x="1459217" y="729608"/>
                </a:moveTo>
                <a:cubicBezTo>
                  <a:pt x="1459217" y="1132560"/>
                  <a:pt x="1132560" y="1459217"/>
                  <a:pt x="729608" y="1459217"/>
                </a:cubicBezTo>
                <a:cubicBezTo>
                  <a:pt x="326657" y="1459217"/>
                  <a:pt x="0" y="1132560"/>
                  <a:pt x="0" y="729609"/>
                </a:cubicBezTo>
                <a:cubicBezTo>
                  <a:pt x="0" y="326657"/>
                  <a:pt x="326657" y="0"/>
                  <a:pt x="729608" y="0"/>
                </a:cubicBezTo>
                <a:cubicBezTo>
                  <a:pt x="1132560" y="0"/>
                  <a:pt x="1459217" y="326657"/>
                  <a:pt x="1459217" y="72960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1" name="Freeform 96">
            <a:extLst>
              <a:ext uri="{FF2B5EF4-FFF2-40B4-BE49-F238E27FC236}">
                <a16:creationId xmlns:a16="http://schemas.microsoft.com/office/drawing/2014/main" id="{338A3F86-3176-C039-ED49-1CCD598DA07F}"/>
              </a:ext>
            </a:extLst>
          </p:cNvPr>
          <p:cNvSpPr/>
          <p:nvPr/>
        </p:nvSpPr>
        <p:spPr>
          <a:xfrm rot="20037154">
            <a:off x="9400651" y="3962167"/>
            <a:ext cx="1706316" cy="1706316"/>
          </a:xfrm>
          <a:custGeom>
            <a:avLst/>
            <a:gdLst>
              <a:gd name="connsiteX0" fmla="*/ 1299165 w 1299165"/>
              <a:gd name="connsiteY0" fmla="*/ 649583 h 1299165"/>
              <a:gd name="connsiteX1" fmla="*/ 649583 w 1299165"/>
              <a:gd name="connsiteY1" fmla="*/ 1299165 h 1299165"/>
              <a:gd name="connsiteX2" fmla="*/ 0 w 1299165"/>
              <a:gd name="connsiteY2" fmla="*/ 649583 h 1299165"/>
              <a:gd name="connsiteX3" fmla="*/ 649583 w 1299165"/>
              <a:gd name="connsiteY3" fmla="*/ 0 h 1299165"/>
              <a:gd name="connsiteX4" fmla="*/ 1299165 w 1299165"/>
              <a:gd name="connsiteY4" fmla="*/ 649583 h 129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165" h="1299165">
                <a:moveTo>
                  <a:pt x="1299165" y="649583"/>
                </a:moveTo>
                <a:cubicBezTo>
                  <a:pt x="1299165" y="1008337"/>
                  <a:pt x="1008337" y="1299165"/>
                  <a:pt x="649583" y="1299165"/>
                </a:cubicBezTo>
                <a:cubicBezTo>
                  <a:pt x="290828" y="1299165"/>
                  <a:pt x="0" y="1008337"/>
                  <a:pt x="0" y="649583"/>
                </a:cubicBezTo>
                <a:cubicBezTo>
                  <a:pt x="0" y="290828"/>
                  <a:pt x="290828" y="0"/>
                  <a:pt x="649583" y="0"/>
                </a:cubicBezTo>
                <a:cubicBezTo>
                  <a:pt x="1008337" y="0"/>
                  <a:pt x="1299165" y="290828"/>
                  <a:pt x="1299165" y="649583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2" name="Freeform 97">
            <a:extLst>
              <a:ext uri="{FF2B5EF4-FFF2-40B4-BE49-F238E27FC236}">
                <a16:creationId xmlns:a16="http://schemas.microsoft.com/office/drawing/2014/main" id="{E407B9C7-267D-B48B-9731-EFFECF4EE14E}"/>
              </a:ext>
            </a:extLst>
          </p:cNvPr>
          <p:cNvSpPr/>
          <p:nvPr/>
        </p:nvSpPr>
        <p:spPr>
          <a:xfrm>
            <a:off x="12686690" y="3690079"/>
            <a:ext cx="2249311" cy="2249590"/>
          </a:xfrm>
          <a:custGeom>
            <a:avLst/>
            <a:gdLst>
              <a:gd name="connsiteX0" fmla="*/ 1683006 w 1712593"/>
              <a:gd name="connsiteY0" fmla="*/ 635212 h 1712806"/>
              <a:gd name="connsiteX1" fmla="*/ 1284227 w 1712593"/>
              <a:gd name="connsiteY1" fmla="*/ 115147 h 1712806"/>
              <a:gd name="connsiteX2" fmla="*/ 634621 w 1712593"/>
              <a:gd name="connsiteY2" fmla="*/ 29422 h 1712806"/>
              <a:gd name="connsiteX3" fmla="*/ 114556 w 1712593"/>
              <a:gd name="connsiteY3" fmla="*/ 428202 h 1712806"/>
              <a:gd name="connsiteX4" fmla="*/ 428246 w 1712593"/>
              <a:gd name="connsiteY4" fmla="*/ 1597872 h 1712806"/>
              <a:gd name="connsiteX5" fmla="*/ 854967 w 1712593"/>
              <a:gd name="connsiteY5" fmla="*/ 1712807 h 1712806"/>
              <a:gd name="connsiteX6" fmla="*/ 1077852 w 1712593"/>
              <a:gd name="connsiteY6" fmla="*/ 1682962 h 1712806"/>
              <a:gd name="connsiteX7" fmla="*/ 1597917 w 1712593"/>
              <a:gd name="connsiteY7" fmla="*/ 1284182 h 1712806"/>
              <a:gd name="connsiteX8" fmla="*/ 1683006 w 1712593"/>
              <a:gd name="connsiteY8" fmla="*/ 635212 h 171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2593" h="1712806">
                <a:moveTo>
                  <a:pt x="1683006" y="635212"/>
                </a:moveTo>
                <a:cubicBezTo>
                  <a:pt x="1623952" y="414232"/>
                  <a:pt x="1482346" y="229447"/>
                  <a:pt x="1284227" y="115147"/>
                </a:cubicBezTo>
                <a:cubicBezTo>
                  <a:pt x="1086106" y="847"/>
                  <a:pt x="855602" y="-29633"/>
                  <a:pt x="634621" y="29422"/>
                </a:cubicBezTo>
                <a:cubicBezTo>
                  <a:pt x="413642" y="88477"/>
                  <a:pt x="228856" y="230082"/>
                  <a:pt x="114556" y="428202"/>
                </a:cubicBezTo>
                <a:cubicBezTo>
                  <a:pt x="-121664" y="837142"/>
                  <a:pt x="19307" y="1361652"/>
                  <a:pt x="428246" y="1597872"/>
                </a:cubicBezTo>
                <a:cubicBezTo>
                  <a:pt x="560327" y="1674072"/>
                  <a:pt x="706377" y="1712807"/>
                  <a:pt x="854967" y="1712807"/>
                </a:cubicBezTo>
                <a:cubicBezTo>
                  <a:pt x="929261" y="1712807"/>
                  <a:pt x="1004192" y="1703282"/>
                  <a:pt x="1077852" y="1682962"/>
                </a:cubicBezTo>
                <a:cubicBezTo>
                  <a:pt x="1298831" y="1623907"/>
                  <a:pt x="1483617" y="1482302"/>
                  <a:pt x="1597917" y="1284182"/>
                </a:cubicBezTo>
                <a:cubicBezTo>
                  <a:pt x="1712217" y="1087332"/>
                  <a:pt x="1742062" y="856192"/>
                  <a:pt x="1683006" y="635212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3" name="Freeform 98">
            <a:extLst>
              <a:ext uri="{FF2B5EF4-FFF2-40B4-BE49-F238E27FC236}">
                <a16:creationId xmlns:a16="http://schemas.microsoft.com/office/drawing/2014/main" id="{CC3375AF-F3EA-1031-32F6-E7F0D41C82C8}"/>
              </a:ext>
            </a:extLst>
          </p:cNvPr>
          <p:cNvSpPr/>
          <p:nvPr/>
        </p:nvSpPr>
        <p:spPr>
          <a:xfrm rot="16751011">
            <a:off x="12852454" y="3857087"/>
            <a:ext cx="1916579" cy="1916579"/>
          </a:xfrm>
          <a:custGeom>
            <a:avLst/>
            <a:gdLst>
              <a:gd name="connsiteX0" fmla="*/ 1459256 w 1459256"/>
              <a:gd name="connsiteY0" fmla="*/ 729628 h 1459256"/>
              <a:gd name="connsiteX1" fmla="*/ 729628 w 1459256"/>
              <a:gd name="connsiteY1" fmla="*/ 1459256 h 1459256"/>
              <a:gd name="connsiteX2" fmla="*/ 0 w 1459256"/>
              <a:gd name="connsiteY2" fmla="*/ 729628 h 1459256"/>
              <a:gd name="connsiteX3" fmla="*/ 729628 w 1459256"/>
              <a:gd name="connsiteY3" fmla="*/ 0 h 1459256"/>
              <a:gd name="connsiteX4" fmla="*/ 1459256 w 1459256"/>
              <a:gd name="connsiteY4" fmla="*/ 729628 h 1459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256" h="1459256">
                <a:moveTo>
                  <a:pt x="1459256" y="729628"/>
                </a:moveTo>
                <a:cubicBezTo>
                  <a:pt x="1459256" y="1132591"/>
                  <a:pt x="1132591" y="1459256"/>
                  <a:pt x="729628" y="1459256"/>
                </a:cubicBezTo>
                <a:cubicBezTo>
                  <a:pt x="326666" y="1459256"/>
                  <a:pt x="0" y="1132591"/>
                  <a:pt x="0" y="729628"/>
                </a:cubicBezTo>
                <a:cubicBezTo>
                  <a:pt x="0" y="326666"/>
                  <a:pt x="326666" y="0"/>
                  <a:pt x="729628" y="0"/>
                </a:cubicBezTo>
                <a:cubicBezTo>
                  <a:pt x="1132591" y="0"/>
                  <a:pt x="1459256" y="326666"/>
                  <a:pt x="1459256" y="729628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4" name="Freeform 99">
            <a:extLst>
              <a:ext uri="{FF2B5EF4-FFF2-40B4-BE49-F238E27FC236}">
                <a16:creationId xmlns:a16="http://schemas.microsoft.com/office/drawing/2014/main" id="{10776839-6F01-FFC0-A22C-C27418457E65}"/>
              </a:ext>
            </a:extLst>
          </p:cNvPr>
          <p:cNvSpPr/>
          <p:nvPr/>
        </p:nvSpPr>
        <p:spPr>
          <a:xfrm rot="17762846">
            <a:off x="12957641" y="3962715"/>
            <a:ext cx="1706316" cy="1706316"/>
          </a:xfrm>
          <a:custGeom>
            <a:avLst/>
            <a:gdLst>
              <a:gd name="connsiteX0" fmla="*/ 1299166 w 1299165"/>
              <a:gd name="connsiteY0" fmla="*/ 649583 h 1299165"/>
              <a:gd name="connsiteX1" fmla="*/ 649583 w 1299165"/>
              <a:gd name="connsiteY1" fmla="*/ 1299166 h 1299165"/>
              <a:gd name="connsiteX2" fmla="*/ 0 w 1299165"/>
              <a:gd name="connsiteY2" fmla="*/ 649583 h 1299165"/>
              <a:gd name="connsiteX3" fmla="*/ 649583 w 1299165"/>
              <a:gd name="connsiteY3" fmla="*/ 0 h 1299165"/>
              <a:gd name="connsiteX4" fmla="*/ 1299166 w 1299165"/>
              <a:gd name="connsiteY4" fmla="*/ 649583 h 1299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165" h="1299165">
                <a:moveTo>
                  <a:pt x="1299166" y="649583"/>
                </a:moveTo>
                <a:cubicBezTo>
                  <a:pt x="1299166" y="1008337"/>
                  <a:pt x="1008338" y="1299166"/>
                  <a:pt x="649583" y="1299166"/>
                </a:cubicBezTo>
                <a:cubicBezTo>
                  <a:pt x="290828" y="1299166"/>
                  <a:pt x="0" y="1008337"/>
                  <a:pt x="0" y="649583"/>
                </a:cubicBezTo>
                <a:cubicBezTo>
                  <a:pt x="0" y="290828"/>
                  <a:pt x="290828" y="0"/>
                  <a:pt x="649583" y="0"/>
                </a:cubicBezTo>
                <a:cubicBezTo>
                  <a:pt x="1008338" y="0"/>
                  <a:pt x="1299166" y="290828"/>
                  <a:pt x="1299166" y="649583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5" name="Freeform 100">
            <a:extLst>
              <a:ext uri="{FF2B5EF4-FFF2-40B4-BE49-F238E27FC236}">
                <a16:creationId xmlns:a16="http://schemas.microsoft.com/office/drawing/2014/main" id="{87F1480B-8255-8F8D-6E3F-CC36E1C17181}"/>
              </a:ext>
            </a:extLst>
          </p:cNvPr>
          <p:cNvSpPr/>
          <p:nvPr/>
        </p:nvSpPr>
        <p:spPr>
          <a:xfrm rot="18900000">
            <a:off x="14465109" y="6772139"/>
            <a:ext cx="2248457" cy="2248457"/>
          </a:xfrm>
          <a:custGeom>
            <a:avLst/>
            <a:gdLst>
              <a:gd name="connsiteX0" fmla="*/ 1711944 w 1711943"/>
              <a:gd name="connsiteY0" fmla="*/ 855972 h 1711943"/>
              <a:gd name="connsiteX1" fmla="*/ 855972 w 1711943"/>
              <a:gd name="connsiteY1" fmla="*/ 1711943 h 1711943"/>
              <a:gd name="connsiteX2" fmla="*/ -1 w 1711943"/>
              <a:gd name="connsiteY2" fmla="*/ 855972 h 1711943"/>
              <a:gd name="connsiteX3" fmla="*/ 855972 w 1711943"/>
              <a:gd name="connsiteY3" fmla="*/ 0 h 1711943"/>
              <a:gd name="connsiteX4" fmla="*/ 1711944 w 1711943"/>
              <a:gd name="connsiteY4" fmla="*/ 855972 h 171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943" h="1711943">
                <a:moveTo>
                  <a:pt x="1711944" y="855972"/>
                </a:moveTo>
                <a:cubicBezTo>
                  <a:pt x="1711944" y="1328712"/>
                  <a:pt x="1328712" y="1711943"/>
                  <a:pt x="855972" y="1711943"/>
                </a:cubicBezTo>
                <a:cubicBezTo>
                  <a:pt x="383231" y="1711943"/>
                  <a:pt x="-1" y="1328712"/>
                  <a:pt x="-1" y="855972"/>
                </a:cubicBezTo>
                <a:cubicBezTo>
                  <a:pt x="-1" y="383231"/>
                  <a:pt x="383231" y="0"/>
                  <a:pt x="855972" y="0"/>
                </a:cubicBezTo>
                <a:cubicBezTo>
                  <a:pt x="1328712" y="0"/>
                  <a:pt x="1711944" y="383232"/>
                  <a:pt x="1711944" y="855972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6" name="Freeform 101">
            <a:extLst>
              <a:ext uri="{FF2B5EF4-FFF2-40B4-BE49-F238E27FC236}">
                <a16:creationId xmlns:a16="http://schemas.microsoft.com/office/drawing/2014/main" id="{DE90E667-B870-6345-A40B-9F74435CEF6C}"/>
              </a:ext>
            </a:extLst>
          </p:cNvPr>
          <p:cNvSpPr/>
          <p:nvPr/>
        </p:nvSpPr>
        <p:spPr>
          <a:xfrm>
            <a:off x="14631093" y="6937975"/>
            <a:ext cx="1916545" cy="1916543"/>
          </a:xfrm>
          <a:custGeom>
            <a:avLst/>
            <a:gdLst>
              <a:gd name="connsiteX0" fmla="*/ 1459230 w 1459230"/>
              <a:gd name="connsiteY0" fmla="*/ 729615 h 1459229"/>
              <a:gd name="connsiteX1" fmla="*/ 729615 w 1459230"/>
              <a:gd name="connsiteY1" fmla="*/ 1459230 h 1459229"/>
              <a:gd name="connsiteX2" fmla="*/ 0 w 1459230"/>
              <a:gd name="connsiteY2" fmla="*/ 729615 h 1459229"/>
              <a:gd name="connsiteX3" fmla="*/ 729615 w 1459230"/>
              <a:gd name="connsiteY3" fmla="*/ 0 h 1459229"/>
              <a:gd name="connsiteX4" fmla="*/ 1459230 w 1459230"/>
              <a:gd name="connsiteY4" fmla="*/ 729615 h 145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230" h="1459229">
                <a:moveTo>
                  <a:pt x="1459230" y="729615"/>
                </a:moveTo>
                <a:cubicBezTo>
                  <a:pt x="1459230" y="1132570"/>
                  <a:pt x="1132570" y="1459230"/>
                  <a:pt x="729615" y="1459230"/>
                </a:cubicBezTo>
                <a:cubicBezTo>
                  <a:pt x="326659" y="1459230"/>
                  <a:pt x="0" y="1132570"/>
                  <a:pt x="0" y="729615"/>
                </a:cubicBezTo>
                <a:cubicBezTo>
                  <a:pt x="0" y="326660"/>
                  <a:pt x="326659" y="0"/>
                  <a:pt x="729615" y="0"/>
                </a:cubicBezTo>
                <a:cubicBezTo>
                  <a:pt x="1132570" y="0"/>
                  <a:pt x="1459230" y="326660"/>
                  <a:pt x="1459230" y="7296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7" name="Freeform 102">
            <a:extLst>
              <a:ext uri="{FF2B5EF4-FFF2-40B4-BE49-F238E27FC236}">
                <a16:creationId xmlns:a16="http://schemas.microsoft.com/office/drawing/2014/main" id="{25E7BA7F-F90F-1414-A6A2-855644EAB9BA}"/>
              </a:ext>
            </a:extLst>
          </p:cNvPr>
          <p:cNvSpPr/>
          <p:nvPr/>
        </p:nvSpPr>
        <p:spPr>
          <a:xfrm rot="18900000">
            <a:off x="14736158" y="7043188"/>
            <a:ext cx="1706359" cy="1706359"/>
          </a:xfrm>
          <a:custGeom>
            <a:avLst/>
            <a:gdLst>
              <a:gd name="connsiteX0" fmla="*/ 1299198 w 1299197"/>
              <a:gd name="connsiteY0" fmla="*/ 649599 h 1299197"/>
              <a:gd name="connsiteX1" fmla="*/ 649598 w 1299197"/>
              <a:gd name="connsiteY1" fmla="*/ 1299197 h 1299197"/>
              <a:gd name="connsiteX2" fmla="*/ -1 w 1299197"/>
              <a:gd name="connsiteY2" fmla="*/ 649599 h 1299197"/>
              <a:gd name="connsiteX3" fmla="*/ 649598 w 1299197"/>
              <a:gd name="connsiteY3" fmla="*/ 0 h 1299197"/>
              <a:gd name="connsiteX4" fmla="*/ 1299198 w 1299197"/>
              <a:gd name="connsiteY4" fmla="*/ 649599 h 129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197" h="1299197">
                <a:moveTo>
                  <a:pt x="1299198" y="649599"/>
                </a:moveTo>
                <a:cubicBezTo>
                  <a:pt x="1299198" y="1008362"/>
                  <a:pt x="1008362" y="1299197"/>
                  <a:pt x="649598" y="1299197"/>
                </a:cubicBezTo>
                <a:cubicBezTo>
                  <a:pt x="290835" y="1299197"/>
                  <a:pt x="-1" y="1008362"/>
                  <a:pt x="-1" y="649599"/>
                </a:cubicBezTo>
                <a:cubicBezTo>
                  <a:pt x="-1" y="290835"/>
                  <a:pt x="290835" y="0"/>
                  <a:pt x="649598" y="0"/>
                </a:cubicBezTo>
                <a:cubicBezTo>
                  <a:pt x="1008362" y="0"/>
                  <a:pt x="1299198" y="290835"/>
                  <a:pt x="1299198" y="649599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8" name="Freeform 103">
            <a:extLst>
              <a:ext uri="{FF2B5EF4-FFF2-40B4-BE49-F238E27FC236}">
                <a16:creationId xmlns:a16="http://schemas.microsoft.com/office/drawing/2014/main" id="{6D8F039C-D981-5018-4AC2-C8D075591302}"/>
              </a:ext>
            </a:extLst>
          </p:cNvPr>
          <p:cNvSpPr/>
          <p:nvPr/>
        </p:nvSpPr>
        <p:spPr>
          <a:xfrm>
            <a:off x="12686749" y="9851714"/>
            <a:ext cx="2249497" cy="2250423"/>
          </a:xfrm>
          <a:custGeom>
            <a:avLst/>
            <a:gdLst>
              <a:gd name="connsiteX0" fmla="*/ 1597872 w 1712736"/>
              <a:gd name="connsiteY0" fmla="*/ 428202 h 1713441"/>
              <a:gd name="connsiteX1" fmla="*/ 1077807 w 1712736"/>
              <a:gd name="connsiteY1" fmla="*/ 29422 h 1713441"/>
              <a:gd name="connsiteX2" fmla="*/ 428202 w 1712736"/>
              <a:gd name="connsiteY2" fmla="*/ 115147 h 1713441"/>
              <a:gd name="connsiteX3" fmla="*/ 29422 w 1712736"/>
              <a:gd name="connsiteY3" fmla="*/ 635211 h 1713441"/>
              <a:gd name="connsiteX4" fmla="*/ 115147 w 1712736"/>
              <a:gd name="connsiteY4" fmla="*/ 1284817 h 1713441"/>
              <a:gd name="connsiteX5" fmla="*/ 635211 w 1712736"/>
              <a:gd name="connsiteY5" fmla="*/ 1683596 h 1713441"/>
              <a:gd name="connsiteX6" fmla="*/ 858097 w 1712736"/>
              <a:gd name="connsiteY6" fmla="*/ 1713442 h 1713441"/>
              <a:gd name="connsiteX7" fmla="*/ 1284817 w 1712736"/>
              <a:gd name="connsiteY7" fmla="*/ 1598507 h 1713441"/>
              <a:gd name="connsiteX8" fmla="*/ 1683597 w 1712736"/>
              <a:gd name="connsiteY8" fmla="*/ 1078442 h 1713441"/>
              <a:gd name="connsiteX9" fmla="*/ 1597872 w 1712736"/>
              <a:gd name="connsiteY9" fmla="*/ 428202 h 171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2736" h="1713441">
                <a:moveTo>
                  <a:pt x="1597872" y="428202"/>
                </a:moveTo>
                <a:cubicBezTo>
                  <a:pt x="1483572" y="230081"/>
                  <a:pt x="1298786" y="88477"/>
                  <a:pt x="1077807" y="29422"/>
                </a:cubicBezTo>
                <a:cubicBezTo>
                  <a:pt x="856827" y="-29633"/>
                  <a:pt x="626322" y="847"/>
                  <a:pt x="428202" y="115147"/>
                </a:cubicBezTo>
                <a:cubicBezTo>
                  <a:pt x="230082" y="229447"/>
                  <a:pt x="88477" y="414231"/>
                  <a:pt x="29422" y="635211"/>
                </a:cubicBezTo>
                <a:cubicBezTo>
                  <a:pt x="-29633" y="856192"/>
                  <a:pt x="847" y="1086697"/>
                  <a:pt x="115147" y="1284817"/>
                </a:cubicBezTo>
                <a:cubicBezTo>
                  <a:pt x="229447" y="1482936"/>
                  <a:pt x="414232" y="1624542"/>
                  <a:pt x="635211" y="1683596"/>
                </a:cubicBezTo>
                <a:cubicBezTo>
                  <a:pt x="708872" y="1703282"/>
                  <a:pt x="783802" y="1713442"/>
                  <a:pt x="858097" y="1713442"/>
                </a:cubicBezTo>
                <a:cubicBezTo>
                  <a:pt x="1006686" y="1713442"/>
                  <a:pt x="1152736" y="1674707"/>
                  <a:pt x="1284817" y="1598507"/>
                </a:cubicBezTo>
                <a:cubicBezTo>
                  <a:pt x="1482936" y="1484207"/>
                  <a:pt x="1624542" y="1299422"/>
                  <a:pt x="1683597" y="1078442"/>
                </a:cubicBezTo>
                <a:cubicBezTo>
                  <a:pt x="1742017" y="856827"/>
                  <a:pt x="1712172" y="626322"/>
                  <a:pt x="1597872" y="428202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59" name="Freeform 104">
            <a:extLst>
              <a:ext uri="{FF2B5EF4-FFF2-40B4-BE49-F238E27FC236}">
                <a16:creationId xmlns:a16="http://schemas.microsoft.com/office/drawing/2014/main" id="{2F50710C-FAC4-F80C-E7F7-79073F99ADCC}"/>
              </a:ext>
            </a:extLst>
          </p:cNvPr>
          <p:cNvSpPr/>
          <p:nvPr/>
        </p:nvSpPr>
        <p:spPr>
          <a:xfrm rot="18900000">
            <a:off x="12852596" y="10017922"/>
            <a:ext cx="1916525" cy="1916527"/>
          </a:xfrm>
          <a:custGeom>
            <a:avLst/>
            <a:gdLst>
              <a:gd name="connsiteX0" fmla="*/ 1459216 w 1459216"/>
              <a:gd name="connsiteY0" fmla="*/ 729608 h 1459216"/>
              <a:gd name="connsiteX1" fmla="*/ 729608 w 1459216"/>
              <a:gd name="connsiteY1" fmla="*/ 1459216 h 1459216"/>
              <a:gd name="connsiteX2" fmla="*/ 0 w 1459216"/>
              <a:gd name="connsiteY2" fmla="*/ 729608 h 1459216"/>
              <a:gd name="connsiteX3" fmla="*/ 729608 w 1459216"/>
              <a:gd name="connsiteY3" fmla="*/ 0 h 1459216"/>
              <a:gd name="connsiteX4" fmla="*/ 1459216 w 1459216"/>
              <a:gd name="connsiteY4" fmla="*/ 729608 h 145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216" h="1459216">
                <a:moveTo>
                  <a:pt x="1459216" y="729608"/>
                </a:moveTo>
                <a:cubicBezTo>
                  <a:pt x="1459216" y="1132560"/>
                  <a:pt x="1132559" y="1459216"/>
                  <a:pt x="729608" y="1459216"/>
                </a:cubicBezTo>
                <a:cubicBezTo>
                  <a:pt x="326657" y="1459216"/>
                  <a:pt x="0" y="1132560"/>
                  <a:pt x="0" y="729608"/>
                </a:cubicBezTo>
                <a:cubicBezTo>
                  <a:pt x="0" y="326657"/>
                  <a:pt x="326657" y="0"/>
                  <a:pt x="729608" y="0"/>
                </a:cubicBezTo>
                <a:cubicBezTo>
                  <a:pt x="1132559" y="0"/>
                  <a:pt x="1459216" y="326657"/>
                  <a:pt x="1459216" y="729608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0" name="Freeform 105">
            <a:extLst>
              <a:ext uri="{FF2B5EF4-FFF2-40B4-BE49-F238E27FC236}">
                <a16:creationId xmlns:a16="http://schemas.microsoft.com/office/drawing/2014/main" id="{B3135676-824C-910B-6AEA-67F5B8808818}"/>
              </a:ext>
            </a:extLst>
          </p:cNvPr>
          <p:cNvSpPr/>
          <p:nvPr/>
        </p:nvSpPr>
        <p:spPr>
          <a:xfrm rot="18900000">
            <a:off x="12957681" y="10123006"/>
            <a:ext cx="1706359" cy="1706359"/>
          </a:xfrm>
          <a:custGeom>
            <a:avLst/>
            <a:gdLst>
              <a:gd name="connsiteX0" fmla="*/ 1299198 w 1299197"/>
              <a:gd name="connsiteY0" fmla="*/ 649599 h 1299197"/>
              <a:gd name="connsiteX1" fmla="*/ 649599 w 1299197"/>
              <a:gd name="connsiteY1" fmla="*/ 1299198 h 1299197"/>
              <a:gd name="connsiteX2" fmla="*/ 0 w 1299197"/>
              <a:gd name="connsiteY2" fmla="*/ 649599 h 1299197"/>
              <a:gd name="connsiteX3" fmla="*/ 649599 w 1299197"/>
              <a:gd name="connsiteY3" fmla="*/ 1 h 1299197"/>
              <a:gd name="connsiteX4" fmla="*/ 1299198 w 1299197"/>
              <a:gd name="connsiteY4" fmla="*/ 649599 h 129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197" h="1299197">
                <a:moveTo>
                  <a:pt x="1299198" y="649599"/>
                </a:moveTo>
                <a:cubicBezTo>
                  <a:pt x="1299198" y="1008362"/>
                  <a:pt x="1008363" y="1299198"/>
                  <a:pt x="649599" y="1299198"/>
                </a:cubicBezTo>
                <a:cubicBezTo>
                  <a:pt x="290835" y="1299198"/>
                  <a:pt x="0" y="1008363"/>
                  <a:pt x="0" y="649599"/>
                </a:cubicBezTo>
                <a:cubicBezTo>
                  <a:pt x="0" y="290836"/>
                  <a:pt x="290835" y="1"/>
                  <a:pt x="649599" y="1"/>
                </a:cubicBezTo>
                <a:cubicBezTo>
                  <a:pt x="1008363" y="1"/>
                  <a:pt x="1299198" y="290836"/>
                  <a:pt x="1299198" y="649599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3" name="Freeform 106">
            <a:extLst>
              <a:ext uri="{FF2B5EF4-FFF2-40B4-BE49-F238E27FC236}">
                <a16:creationId xmlns:a16="http://schemas.microsoft.com/office/drawing/2014/main" id="{FC13E531-D1B9-28B4-FACD-5C9171B608DB}"/>
              </a:ext>
            </a:extLst>
          </p:cNvPr>
          <p:cNvSpPr/>
          <p:nvPr/>
        </p:nvSpPr>
        <p:spPr>
          <a:xfrm>
            <a:off x="9128882" y="9850878"/>
            <a:ext cx="2250423" cy="2249590"/>
          </a:xfrm>
          <a:custGeom>
            <a:avLst/>
            <a:gdLst>
              <a:gd name="connsiteX0" fmla="*/ 1683597 w 1713441"/>
              <a:gd name="connsiteY0" fmla="*/ 635212 h 1712806"/>
              <a:gd name="connsiteX1" fmla="*/ 1284817 w 1713441"/>
              <a:gd name="connsiteY1" fmla="*/ 115147 h 1712806"/>
              <a:gd name="connsiteX2" fmla="*/ 635211 w 1713441"/>
              <a:gd name="connsiteY2" fmla="*/ 29422 h 1712806"/>
              <a:gd name="connsiteX3" fmla="*/ 115147 w 1713441"/>
              <a:gd name="connsiteY3" fmla="*/ 428202 h 1712806"/>
              <a:gd name="connsiteX4" fmla="*/ 29422 w 1713441"/>
              <a:gd name="connsiteY4" fmla="*/ 1077807 h 1712806"/>
              <a:gd name="connsiteX5" fmla="*/ 428202 w 1713441"/>
              <a:gd name="connsiteY5" fmla="*/ 1597872 h 1712806"/>
              <a:gd name="connsiteX6" fmla="*/ 854922 w 1713441"/>
              <a:gd name="connsiteY6" fmla="*/ 1712807 h 1712806"/>
              <a:gd name="connsiteX7" fmla="*/ 1077807 w 1713441"/>
              <a:gd name="connsiteY7" fmla="*/ 1682962 h 1712806"/>
              <a:gd name="connsiteX8" fmla="*/ 1597872 w 1713441"/>
              <a:gd name="connsiteY8" fmla="*/ 1284182 h 1712806"/>
              <a:gd name="connsiteX9" fmla="*/ 1683597 w 1713441"/>
              <a:gd name="connsiteY9" fmla="*/ 635212 h 1712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3441" h="1712806">
                <a:moveTo>
                  <a:pt x="1683597" y="635212"/>
                </a:moveTo>
                <a:cubicBezTo>
                  <a:pt x="1624542" y="414232"/>
                  <a:pt x="1482936" y="229447"/>
                  <a:pt x="1284817" y="115147"/>
                </a:cubicBezTo>
                <a:cubicBezTo>
                  <a:pt x="1086697" y="847"/>
                  <a:pt x="856192" y="-29633"/>
                  <a:pt x="635211" y="29422"/>
                </a:cubicBezTo>
                <a:cubicBezTo>
                  <a:pt x="414231" y="88477"/>
                  <a:pt x="229447" y="230082"/>
                  <a:pt x="115147" y="428202"/>
                </a:cubicBezTo>
                <a:cubicBezTo>
                  <a:pt x="847" y="626322"/>
                  <a:pt x="-29633" y="856827"/>
                  <a:pt x="29422" y="1077807"/>
                </a:cubicBezTo>
                <a:cubicBezTo>
                  <a:pt x="88477" y="1298787"/>
                  <a:pt x="230081" y="1483572"/>
                  <a:pt x="428202" y="1597872"/>
                </a:cubicBezTo>
                <a:cubicBezTo>
                  <a:pt x="560282" y="1674072"/>
                  <a:pt x="706332" y="1712807"/>
                  <a:pt x="854922" y="1712807"/>
                </a:cubicBezTo>
                <a:cubicBezTo>
                  <a:pt x="929217" y="1712807"/>
                  <a:pt x="1004147" y="1703282"/>
                  <a:pt x="1077807" y="1682962"/>
                </a:cubicBezTo>
                <a:cubicBezTo>
                  <a:pt x="1298786" y="1623907"/>
                  <a:pt x="1483572" y="1482302"/>
                  <a:pt x="1597872" y="1284182"/>
                </a:cubicBezTo>
                <a:cubicBezTo>
                  <a:pt x="1712807" y="1087332"/>
                  <a:pt x="1743286" y="856192"/>
                  <a:pt x="1683597" y="635212"/>
                </a:cubicBez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4" name="Freeform 107">
            <a:extLst>
              <a:ext uri="{FF2B5EF4-FFF2-40B4-BE49-F238E27FC236}">
                <a16:creationId xmlns:a16="http://schemas.microsoft.com/office/drawing/2014/main" id="{3E1B59A3-4F3C-2EC8-D40B-71EBDF4508C6}"/>
              </a:ext>
            </a:extLst>
          </p:cNvPr>
          <p:cNvSpPr/>
          <p:nvPr/>
        </p:nvSpPr>
        <p:spPr>
          <a:xfrm rot="18900000">
            <a:off x="9295625" y="10017993"/>
            <a:ext cx="1916525" cy="1916527"/>
          </a:xfrm>
          <a:custGeom>
            <a:avLst/>
            <a:gdLst>
              <a:gd name="connsiteX0" fmla="*/ 1459216 w 1459216"/>
              <a:gd name="connsiteY0" fmla="*/ 729608 h 1459216"/>
              <a:gd name="connsiteX1" fmla="*/ 729608 w 1459216"/>
              <a:gd name="connsiteY1" fmla="*/ 1459216 h 1459216"/>
              <a:gd name="connsiteX2" fmla="*/ 0 w 1459216"/>
              <a:gd name="connsiteY2" fmla="*/ 729608 h 1459216"/>
              <a:gd name="connsiteX3" fmla="*/ 729608 w 1459216"/>
              <a:gd name="connsiteY3" fmla="*/ 0 h 1459216"/>
              <a:gd name="connsiteX4" fmla="*/ 1459216 w 1459216"/>
              <a:gd name="connsiteY4" fmla="*/ 729608 h 1459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216" h="1459216">
                <a:moveTo>
                  <a:pt x="1459216" y="729608"/>
                </a:moveTo>
                <a:cubicBezTo>
                  <a:pt x="1459216" y="1132560"/>
                  <a:pt x="1132559" y="1459216"/>
                  <a:pt x="729608" y="1459216"/>
                </a:cubicBezTo>
                <a:cubicBezTo>
                  <a:pt x="326657" y="1459216"/>
                  <a:pt x="0" y="1132560"/>
                  <a:pt x="0" y="729608"/>
                </a:cubicBezTo>
                <a:cubicBezTo>
                  <a:pt x="0" y="326657"/>
                  <a:pt x="326657" y="0"/>
                  <a:pt x="729608" y="0"/>
                </a:cubicBezTo>
                <a:cubicBezTo>
                  <a:pt x="1132559" y="0"/>
                  <a:pt x="1459216" y="326657"/>
                  <a:pt x="1459216" y="729608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5" name="Freeform 108">
            <a:extLst>
              <a:ext uri="{FF2B5EF4-FFF2-40B4-BE49-F238E27FC236}">
                <a16:creationId xmlns:a16="http://schemas.microsoft.com/office/drawing/2014/main" id="{19AC8977-44A2-6104-B638-ADAD864322F5}"/>
              </a:ext>
            </a:extLst>
          </p:cNvPr>
          <p:cNvSpPr/>
          <p:nvPr/>
        </p:nvSpPr>
        <p:spPr>
          <a:xfrm rot="18900000">
            <a:off x="9400710" y="10123079"/>
            <a:ext cx="1706359" cy="1706359"/>
          </a:xfrm>
          <a:custGeom>
            <a:avLst/>
            <a:gdLst>
              <a:gd name="connsiteX0" fmla="*/ 1299197 w 1299197"/>
              <a:gd name="connsiteY0" fmla="*/ 649599 h 1299197"/>
              <a:gd name="connsiteX1" fmla="*/ 649599 w 1299197"/>
              <a:gd name="connsiteY1" fmla="*/ 1299198 h 1299197"/>
              <a:gd name="connsiteX2" fmla="*/ 0 w 1299197"/>
              <a:gd name="connsiteY2" fmla="*/ 649599 h 1299197"/>
              <a:gd name="connsiteX3" fmla="*/ 649599 w 1299197"/>
              <a:gd name="connsiteY3" fmla="*/ 1 h 1299197"/>
              <a:gd name="connsiteX4" fmla="*/ 1299197 w 1299197"/>
              <a:gd name="connsiteY4" fmla="*/ 649599 h 1299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197" h="1299197">
                <a:moveTo>
                  <a:pt x="1299197" y="649599"/>
                </a:moveTo>
                <a:cubicBezTo>
                  <a:pt x="1299197" y="1008362"/>
                  <a:pt x="1008362" y="1299198"/>
                  <a:pt x="649599" y="1299198"/>
                </a:cubicBezTo>
                <a:cubicBezTo>
                  <a:pt x="290835" y="1299198"/>
                  <a:pt x="0" y="1008363"/>
                  <a:pt x="0" y="649599"/>
                </a:cubicBezTo>
                <a:cubicBezTo>
                  <a:pt x="0" y="290836"/>
                  <a:pt x="290835" y="1"/>
                  <a:pt x="649599" y="1"/>
                </a:cubicBezTo>
                <a:cubicBezTo>
                  <a:pt x="1008362" y="1"/>
                  <a:pt x="1299197" y="290836"/>
                  <a:pt x="1299197" y="649599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6" name="Freeform 109">
            <a:extLst>
              <a:ext uri="{FF2B5EF4-FFF2-40B4-BE49-F238E27FC236}">
                <a16:creationId xmlns:a16="http://schemas.microsoft.com/office/drawing/2014/main" id="{CD347AE3-D757-AFFB-75E8-A6B29EDDBABA}"/>
              </a:ext>
            </a:extLst>
          </p:cNvPr>
          <p:cNvSpPr/>
          <p:nvPr/>
        </p:nvSpPr>
        <p:spPr>
          <a:xfrm rot="18900000">
            <a:off x="7351172" y="6772285"/>
            <a:ext cx="2248457" cy="2248457"/>
          </a:xfrm>
          <a:custGeom>
            <a:avLst/>
            <a:gdLst>
              <a:gd name="connsiteX0" fmla="*/ 1711944 w 1711943"/>
              <a:gd name="connsiteY0" fmla="*/ 855972 h 1711943"/>
              <a:gd name="connsiteX1" fmla="*/ 855972 w 1711943"/>
              <a:gd name="connsiteY1" fmla="*/ 1711943 h 1711943"/>
              <a:gd name="connsiteX2" fmla="*/ 0 w 1711943"/>
              <a:gd name="connsiteY2" fmla="*/ 855972 h 1711943"/>
              <a:gd name="connsiteX3" fmla="*/ 855972 w 1711943"/>
              <a:gd name="connsiteY3" fmla="*/ 0 h 1711943"/>
              <a:gd name="connsiteX4" fmla="*/ 1711944 w 1711943"/>
              <a:gd name="connsiteY4" fmla="*/ 855972 h 1711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943" h="1711943">
                <a:moveTo>
                  <a:pt x="1711944" y="855972"/>
                </a:moveTo>
                <a:cubicBezTo>
                  <a:pt x="1711944" y="1328712"/>
                  <a:pt x="1328712" y="1711943"/>
                  <a:pt x="855972" y="1711943"/>
                </a:cubicBezTo>
                <a:cubicBezTo>
                  <a:pt x="383232" y="1711943"/>
                  <a:pt x="0" y="1328712"/>
                  <a:pt x="0" y="855972"/>
                </a:cubicBezTo>
                <a:cubicBezTo>
                  <a:pt x="0" y="383231"/>
                  <a:pt x="383232" y="0"/>
                  <a:pt x="855972" y="0"/>
                </a:cubicBezTo>
                <a:cubicBezTo>
                  <a:pt x="1328712" y="0"/>
                  <a:pt x="1711944" y="383232"/>
                  <a:pt x="1711944" y="855972"/>
                </a:cubicBez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7" name="Freeform 110">
            <a:extLst>
              <a:ext uri="{FF2B5EF4-FFF2-40B4-BE49-F238E27FC236}">
                <a16:creationId xmlns:a16="http://schemas.microsoft.com/office/drawing/2014/main" id="{D98EFAF2-D167-F990-1EC4-954298379886}"/>
              </a:ext>
            </a:extLst>
          </p:cNvPr>
          <p:cNvSpPr/>
          <p:nvPr/>
        </p:nvSpPr>
        <p:spPr>
          <a:xfrm>
            <a:off x="7517026" y="6937975"/>
            <a:ext cx="1916543" cy="1916543"/>
          </a:xfrm>
          <a:custGeom>
            <a:avLst/>
            <a:gdLst>
              <a:gd name="connsiteX0" fmla="*/ 1459230 w 1459229"/>
              <a:gd name="connsiteY0" fmla="*/ 729615 h 1459229"/>
              <a:gd name="connsiteX1" fmla="*/ 729615 w 1459229"/>
              <a:gd name="connsiteY1" fmla="*/ 1459230 h 1459229"/>
              <a:gd name="connsiteX2" fmla="*/ 0 w 1459229"/>
              <a:gd name="connsiteY2" fmla="*/ 729615 h 1459229"/>
              <a:gd name="connsiteX3" fmla="*/ 729615 w 1459229"/>
              <a:gd name="connsiteY3" fmla="*/ 0 h 1459229"/>
              <a:gd name="connsiteX4" fmla="*/ 1459230 w 1459229"/>
              <a:gd name="connsiteY4" fmla="*/ 729615 h 145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9229" h="1459229">
                <a:moveTo>
                  <a:pt x="1459230" y="729615"/>
                </a:moveTo>
                <a:cubicBezTo>
                  <a:pt x="1459230" y="1132570"/>
                  <a:pt x="1132570" y="1459230"/>
                  <a:pt x="729615" y="1459230"/>
                </a:cubicBezTo>
                <a:cubicBezTo>
                  <a:pt x="326659" y="1459230"/>
                  <a:pt x="0" y="1132570"/>
                  <a:pt x="0" y="729615"/>
                </a:cubicBezTo>
                <a:cubicBezTo>
                  <a:pt x="0" y="326660"/>
                  <a:pt x="326659" y="0"/>
                  <a:pt x="729615" y="0"/>
                </a:cubicBezTo>
                <a:cubicBezTo>
                  <a:pt x="1132570" y="0"/>
                  <a:pt x="1459230" y="326660"/>
                  <a:pt x="1459230" y="729615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sp>
        <p:nvSpPr>
          <p:cNvPr id="68" name="Freeform 111">
            <a:extLst>
              <a:ext uri="{FF2B5EF4-FFF2-40B4-BE49-F238E27FC236}">
                <a16:creationId xmlns:a16="http://schemas.microsoft.com/office/drawing/2014/main" id="{FFE87060-8D5F-C801-9E93-F068943AF3E4}"/>
              </a:ext>
            </a:extLst>
          </p:cNvPr>
          <p:cNvSpPr/>
          <p:nvPr/>
        </p:nvSpPr>
        <p:spPr>
          <a:xfrm>
            <a:off x="7622109" y="7043061"/>
            <a:ext cx="1706373" cy="1706375"/>
          </a:xfrm>
          <a:custGeom>
            <a:avLst/>
            <a:gdLst>
              <a:gd name="connsiteX0" fmla="*/ 1299210 w 1299209"/>
              <a:gd name="connsiteY0" fmla="*/ 649605 h 1299209"/>
              <a:gd name="connsiteX1" fmla="*/ 649605 w 1299209"/>
              <a:gd name="connsiteY1" fmla="*/ 1299210 h 1299209"/>
              <a:gd name="connsiteX2" fmla="*/ 0 w 1299209"/>
              <a:gd name="connsiteY2" fmla="*/ 649605 h 1299209"/>
              <a:gd name="connsiteX3" fmla="*/ 649605 w 1299209"/>
              <a:gd name="connsiteY3" fmla="*/ 0 h 1299209"/>
              <a:gd name="connsiteX4" fmla="*/ 1299210 w 1299209"/>
              <a:gd name="connsiteY4" fmla="*/ 649605 h 1299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9209" h="1299209">
                <a:moveTo>
                  <a:pt x="1299210" y="649605"/>
                </a:moveTo>
                <a:cubicBezTo>
                  <a:pt x="1299210" y="1008372"/>
                  <a:pt x="1008372" y="1299210"/>
                  <a:pt x="649605" y="1299210"/>
                </a:cubicBezTo>
                <a:cubicBezTo>
                  <a:pt x="290838" y="1299210"/>
                  <a:pt x="0" y="1008372"/>
                  <a:pt x="0" y="649605"/>
                </a:cubicBezTo>
                <a:cubicBezTo>
                  <a:pt x="0" y="290838"/>
                  <a:pt x="290838" y="0"/>
                  <a:pt x="649605" y="0"/>
                </a:cubicBezTo>
                <a:cubicBezTo>
                  <a:pt x="1008372" y="0"/>
                  <a:pt x="1299210" y="290838"/>
                  <a:pt x="1299210" y="649605"/>
                </a:cubicBezTo>
                <a:close/>
              </a:path>
            </a:pathLst>
          </a:custGeom>
          <a:solidFill>
            <a:srgbClr val="FFFFFF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RS" sz="2176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E6089A1-5A39-7CA0-4DDF-AD7A884ECB09}"/>
              </a:ext>
            </a:extLst>
          </p:cNvPr>
          <p:cNvGrpSpPr>
            <a:grpSpLocks noChangeAspect="1"/>
          </p:cNvGrpSpPr>
          <p:nvPr/>
        </p:nvGrpSpPr>
        <p:grpSpPr>
          <a:xfrm>
            <a:off x="7845343" y="7286536"/>
            <a:ext cx="1249839" cy="1249837"/>
            <a:chOff x="8907741" y="4486635"/>
            <a:chExt cx="844932" cy="844931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A11A189-95F7-2098-EA30-4917C0429C59}"/>
                </a:ext>
              </a:extLst>
            </p:cNvPr>
            <p:cNvSpPr/>
            <p:nvPr/>
          </p:nvSpPr>
          <p:spPr>
            <a:xfrm>
              <a:off x="8907741" y="4486635"/>
              <a:ext cx="844932" cy="844931"/>
            </a:xfrm>
            <a:prstGeom prst="ellipse">
              <a:avLst/>
            </a:prstGeom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D572A5B-FD46-F656-D03F-3B8AEF274713}"/>
                </a:ext>
              </a:extLst>
            </p:cNvPr>
            <p:cNvSpPr/>
            <p:nvPr/>
          </p:nvSpPr>
          <p:spPr>
            <a:xfrm>
              <a:off x="8975977" y="4553260"/>
              <a:ext cx="708460" cy="708459"/>
            </a:xfrm>
            <a:prstGeom prst="ellipse">
              <a:avLst/>
            </a:prstGeom>
            <a:solidFill>
              <a:schemeClr val="bg1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B1695DB-12DF-D2DD-F7DB-670C828AB5EF}"/>
              </a:ext>
            </a:extLst>
          </p:cNvPr>
          <p:cNvGrpSpPr>
            <a:grpSpLocks noChangeAspect="1"/>
          </p:cNvGrpSpPr>
          <p:nvPr/>
        </p:nvGrpSpPr>
        <p:grpSpPr>
          <a:xfrm>
            <a:off x="14963107" y="7266964"/>
            <a:ext cx="1249839" cy="1249837"/>
            <a:chOff x="5738342" y="3286296"/>
            <a:chExt cx="844932" cy="844931"/>
          </a:xfrm>
        </p:grpSpPr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2658F1F-0DEE-740E-0B33-C16EC9F6FD10}"/>
                </a:ext>
              </a:extLst>
            </p:cNvPr>
            <p:cNvSpPr/>
            <p:nvPr/>
          </p:nvSpPr>
          <p:spPr>
            <a:xfrm>
              <a:off x="5738342" y="3286296"/>
              <a:ext cx="844932" cy="844931"/>
            </a:xfrm>
            <a:prstGeom prst="ellipse">
              <a:avLst/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65357F7-F49D-4D4B-F2E7-5D78BC7E886A}"/>
                </a:ext>
              </a:extLst>
            </p:cNvPr>
            <p:cNvSpPr/>
            <p:nvPr/>
          </p:nvSpPr>
          <p:spPr>
            <a:xfrm>
              <a:off x="5806578" y="3356328"/>
              <a:ext cx="708460" cy="708459"/>
            </a:xfrm>
            <a:prstGeom prst="ellipse">
              <a:avLst/>
            </a:prstGeom>
            <a:solidFill>
              <a:schemeClr val="bg1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0537DB5-2811-B913-0938-DEB2B1B97DEC}"/>
              </a:ext>
            </a:extLst>
          </p:cNvPr>
          <p:cNvGrpSpPr>
            <a:grpSpLocks noChangeAspect="1"/>
          </p:cNvGrpSpPr>
          <p:nvPr/>
        </p:nvGrpSpPr>
        <p:grpSpPr>
          <a:xfrm>
            <a:off x="9623043" y="4192136"/>
            <a:ext cx="1249839" cy="1249837"/>
            <a:chOff x="5730616" y="2182971"/>
            <a:chExt cx="844932" cy="844931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CAD37F8A-911A-2C07-E270-D96058C6AECE}"/>
                </a:ext>
              </a:extLst>
            </p:cNvPr>
            <p:cNvSpPr/>
            <p:nvPr/>
          </p:nvSpPr>
          <p:spPr>
            <a:xfrm>
              <a:off x="5730616" y="2182971"/>
              <a:ext cx="844932" cy="844931"/>
            </a:xfrm>
            <a:prstGeom prst="ellipse">
              <a:avLst/>
            </a:pr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0647CD7-BE4E-C936-2ED8-01E4074D1F34}"/>
                </a:ext>
              </a:extLst>
            </p:cNvPr>
            <p:cNvSpPr/>
            <p:nvPr/>
          </p:nvSpPr>
          <p:spPr>
            <a:xfrm>
              <a:off x="5795926" y="2251206"/>
              <a:ext cx="708460" cy="708459"/>
            </a:xfrm>
            <a:prstGeom prst="ellipse">
              <a:avLst/>
            </a:prstGeom>
            <a:solidFill>
              <a:schemeClr val="bg1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3F7A9C1-FD72-3E19-20F4-D7702C9BA902}"/>
              </a:ext>
            </a:extLst>
          </p:cNvPr>
          <p:cNvGrpSpPr>
            <a:grpSpLocks noChangeAspect="1"/>
          </p:cNvGrpSpPr>
          <p:nvPr/>
        </p:nvGrpSpPr>
        <p:grpSpPr>
          <a:xfrm>
            <a:off x="13205923" y="10356138"/>
            <a:ext cx="1249839" cy="1249837"/>
            <a:chOff x="8869992" y="3328355"/>
            <a:chExt cx="844932" cy="844931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5EB60D4-FFE1-1CDA-3930-7E1B37109504}"/>
                </a:ext>
              </a:extLst>
            </p:cNvPr>
            <p:cNvSpPr/>
            <p:nvPr/>
          </p:nvSpPr>
          <p:spPr>
            <a:xfrm>
              <a:off x="8869992" y="3328355"/>
              <a:ext cx="844932" cy="844931"/>
            </a:xfrm>
            <a:prstGeom prst="ellipse">
              <a:avLst/>
            </a:prstGeom>
            <a:ln/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4801806-3D2B-DC5E-7CE7-6F0CBA8D6F2A}"/>
                </a:ext>
              </a:extLst>
            </p:cNvPr>
            <p:cNvSpPr/>
            <p:nvPr/>
          </p:nvSpPr>
          <p:spPr>
            <a:xfrm>
              <a:off x="8938228" y="3396590"/>
              <a:ext cx="708460" cy="708459"/>
            </a:xfrm>
            <a:prstGeom prst="ellipse">
              <a:avLst/>
            </a:prstGeom>
            <a:solidFill>
              <a:schemeClr val="bg1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B8936F2-1CE1-79BD-9A5A-330EA0A751E5}"/>
              </a:ext>
            </a:extLst>
          </p:cNvPr>
          <p:cNvGrpSpPr>
            <a:grpSpLocks noChangeAspect="1"/>
          </p:cNvGrpSpPr>
          <p:nvPr/>
        </p:nvGrpSpPr>
        <p:grpSpPr>
          <a:xfrm>
            <a:off x="13185826" y="4192136"/>
            <a:ext cx="1249839" cy="1249837"/>
            <a:chOff x="8894154" y="2185109"/>
            <a:chExt cx="844932" cy="844931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317DA527-B38D-C3A9-A439-87E135345C37}"/>
                </a:ext>
              </a:extLst>
            </p:cNvPr>
            <p:cNvSpPr/>
            <p:nvPr/>
          </p:nvSpPr>
          <p:spPr>
            <a:xfrm>
              <a:off x="8894154" y="2185109"/>
              <a:ext cx="844932" cy="844931"/>
            </a:xfrm>
            <a:prstGeom prst="ellipse">
              <a:avLst/>
            </a:prstGeom>
            <a:ln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1706E092-4AE8-6C49-745A-1F4F65008F2A}"/>
                </a:ext>
              </a:extLst>
            </p:cNvPr>
            <p:cNvSpPr/>
            <p:nvPr/>
          </p:nvSpPr>
          <p:spPr>
            <a:xfrm>
              <a:off x="8960934" y="2251205"/>
              <a:ext cx="708460" cy="708459"/>
            </a:xfrm>
            <a:prstGeom prst="ellipse">
              <a:avLst/>
            </a:prstGeom>
            <a:solidFill>
              <a:schemeClr val="bg1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C4ECDCB-CB9B-7CC4-8145-D5B42E79E6B2}"/>
              </a:ext>
            </a:extLst>
          </p:cNvPr>
          <p:cNvGrpSpPr>
            <a:grpSpLocks noChangeAspect="1"/>
          </p:cNvGrpSpPr>
          <p:nvPr/>
        </p:nvGrpSpPr>
        <p:grpSpPr>
          <a:xfrm>
            <a:off x="9611614" y="10361499"/>
            <a:ext cx="1249839" cy="1249837"/>
            <a:chOff x="5730616" y="4486650"/>
            <a:chExt cx="844932" cy="844931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6611C546-79B3-9462-CA94-2649CAD26F23}"/>
                </a:ext>
              </a:extLst>
            </p:cNvPr>
            <p:cNvSpPr/>
            <p:nvPr/>
          </p:nvSpPr>
          <p:spPr>
            <a:xfrm>
              <a:off x="5730616" y="4486650"/>
              <a:ext cx="844932" cy="844931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E322823-0EB7-D8E3-B989-294FC9D3117B}"/>
                </a:ext>
              </a:extLst>
            </p:cNvPr>
            <p:cNvSpPr/>
            <p:nvPr/>
          </p:nvSpPr>
          <p:spPr>
            <a:xfrm>
              <a:off x="5798852" y="4553260"/>
              <a:ext cx="708460" cy="708459"/>
            </a:xfrm>
            <a:prstGeom prst="ellipse">
              <a:avLst/>
            </a:prstGeom>
            <a:solidFill>
              <a:schemeClr val="bg1"/>
            </a:solidFill>
            <a:ln/>
            <a:effectLst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70" dirty="0">
                <a:solidFill>
                  <a:srgbClr val="FFFFFF"/>
                </a:solidFill>
                <a:latin typeface="Poppins" panose="00000500000000000000" pitchFamily="50" charset="0"/>
                <a:ea typeface="linea-basic-10" charset="0"/>
                <a:cs typeface="Poppins" panose="00000500000000000000" pitchFamily="50" charset="0"/>
              </a:endParaRPr>
            </a:p>
          </p:txBody>
        </p:sp>
      </p:grpSp>
      <p:grpSp>
        <p:nvGrpSpPr>
          <p:cNvPr id="2" name="成组">
            <a:extLst>
              <a:ext uri="{FF2B5EF4-FFF2-40B4-BE49-F238E27FC236}">
                <a16:creationId xmlns:a16="http://schemas.microsoft.com/office/drawing/2014/main" id="{4FACF187-C015-382E-7D9D-EA01D89488F7}"/>
              </a:ext>
            </a:extLst>
          </p:cNvPr>
          <p:cNvGrpSpPr/>
          <p:nvPr/>
        </p:nvGrpSpPr>
        <p:grpSpPr>
          <a:xfrm>
            <a:off x="15297204" y="7621613"/>
            <a:ext cx="574919" cy="574915"/>
            <a:chOff x="0" y="0"/>
            <a:chExt cx="457200" cy="457200"/>
          </a:xfrm>
        </p:grpSpPr>
        <p:sp>
          <p:nvSpPr>
            <p:cNvPr id="3" name="任意形状 363">
              <a:extLst>
                <a:ext uri="{FF2B5EF4-FFF2-40B4-BE49-F238E27FC236}">
                  <a16:creationId xmlns:a16="http://schemas.microsoft.com/office/drawing/2014/main" id="{3B1C9C78-C010-9948-5EB3-843EE4ED136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4" name="任意形状 364">
              <a:extLst>
                <a:ext uri="{FF2B5EF4-FFF2-40B4-BE49-F238E27FC236}">
                  <a16:creationId xmlns:a16="http://schemas.microsoft.com/office/drawing/2014/main" id="{124699A0-5916-0259-AC42-10AE4A87AE88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5" name="成组">
            <a:extLst>
              <a:ext uri="{FF2B5EF4-FFF2-40B4-BE49-F238E27FC236}">
                <a16:creationId xmlns:a16="http://schemas.microsoft.com/office/drawing/2014/main" id="{60CEF6FE-EA4E-8666-62E2-DB9FDF3C0AB1}"/>
              </a:ext>
            </a:extLst>
          </p:cNvPr>
          <p:cNvGrpSpPr/>
          <p:nvPr/>
        </p:nvGrpSpPr>
        <p:grpSpPr>
          <a:xfrm>
            <a:off x="9900870" y="10693597"/>
            <a:ext cx="574919" cy="574915"/>
            <a:chOff x="0" y="0"/>
            <a:chExt cx="457200" cy="457200"/>
          </a:xfrm>
        </p:grpSpPr>
        <p:sp>
          <p:nvSpPr>
            <p:cNvPr id="6" name="任意形状 375">
              <a:extLst>
                <a:ext uri="{FF2B5EF4-FFF2-40B4-BE49-F238E27FC236}">
                  <a16:creationId xmlns:a16="http://schemas.microsoft.com/office/drawing/2014/main" id="{0B40C62B-A3DB-B119-B670-02B8718E976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7" name="任意形状 376">
              <a:extLst>
                <a:ext uri="{FF2B5EF4-FFF2-40B4-BE49-F238E27FC236}">
                  <a16:creationId xmlns:a16="http://schemas.microsoft.com/office/drawing/2014/main" id="{CC7A5625-92FE-5DE0-5616-ADD131389847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8" name="成组">
            <a:extLst>
              <a:ext uri="{FF2B5EF4-FFF2-40B4-BE49-F238E27FC236}">
                <a16:creationId xmlns:a16="http://schemas.microsoft.com/office/drawing/2014/main" id="{2B3B6CE6-E880-77C4-06D3-CAEC1EAA0319}"/>
              </a:ext>
            </a:extLst>
          </p:cNvPr>
          <p:cNvGrpSpPr/>
          <p:nvPr/>
        </p:nvGrpSpPr>
        <p:grpSpPr>
          <a:xfrm>
            <a:off x="9973246" y="4520053"/>
            <a:ext cx="574919" cy="574915"/>
            <a:chOff x="0" y="0"/>
            <a:chExt cx="457200" cy="457200"/>
          </a:xfrm>
        </p:grpSpPr>
        <p:sp>
          <p:nvSpPr>
            <p:cNvPr id="9" name="任意形状 393">
              <a:extLst>
                <a:ext uri="{FF2B5EF4-FFF2-40B4-BE49-F238E27FC236}">
                  <a16:creationId xmlns:a16="http://schemas.microsoft.com/office/drawing/2014/main" id="{9CEA2EB4-A00B-62FA-A288-468C5796D9DE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0" name="任意形状 394">
              <a:extLst>
                <a:ext uri="{FF2B5EF4-FFF2-40B4-BE49-F238E27FC236}">
                  <a16:creationId xmlns:a16="http://schemas.microsoft.com/office/drawing/2014/main" id="{5C757764-8F3B-246C-BECE-D7804DEEC976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1" name="成组">
            <a:extLst>
              <a:ext uri="{FF2B5EF4-FFF2-40B4-BE49-F238E27FC236}">
                <a16:creationId xmlns:a16="http://schemas.microsoft.com/office/drawing/2014/main" id="{36403D8B-2A09-52E1-4038-6BDB620F0E95}"/>
              </a:ext>
            </a:extLst>
          </p:cNvPr>
          <p:cNvGrpSpPr/>
          <p:nvPr/>
        </p:nvGrpSpPr>
        <p:grpSpPr>
          <a:xfrm>
            <a:off x="13523332" y="4520053"/>
            <a:ext cx="574919" cy="574915"/>
            <a:chOff x="0" y="0"/>
            <a:chExt cx="457200" cy="457200"/>
          </a:xfrm>
        </p:grpSpPr>
        <p:sp>
          <p:nvSpPr>
            <p:cNvPr id="12" name="任意形状 399">
              <a:extLst>
                <a:ext uri="{FF2B5EF4-FFF2-40B4-BE49-F238E27FC236}">
                  <a16:creationId xmlns:a16="http://schemas.microsoft.com/office/drawing/2014/main" id="{10011E76-A172-E07A-1E76-3845AC5C90A8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3" name="任意形状 400">
              <a:extLst>
                <a:ext uri="{FF2B5EF4-FFF2-40B4-BE49-F238E27FC236}">
                  <a16:creationId xmlns:a16="http://schemas.microsoft.com/office/drawing/2014/main" id="{B65D2E3B-AAEE-B71B-ABD4-5895D14E48AC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4" name="成组">
            <a:extLst>
              <a:ext uri="{FF2B5EF4-FFF2-40B4-BE49-F238E27FC236}">
                <a16:creationId xmlns:a16="http://schemas.microsoft.com/office/drawing/2014/main" id="{79AA0D6D-39AA-CF44-8C79-5D6A88911C99}"/>
              </a:ext>
            </a:extLst>
          </p:cNvPr>
          <p:cNvGrpSpPr/>
          <p:nvPr/>
        </p:nvGrpSpPr>
        <p:grpSpPr>
          <a:xfrm>
            <a:off x="13548837" y="10692253"/>
            <a:ext cx="574919" cy="574915"/>
            <a:chOff x="0" y="0"/>
            <a:chExt cx="457200" cy="457200"/>
          </a:xfrm>
        </p:grpSpPr>
        <p:sp>
          <p:nvSpPr>
            <p:cNvPr id="15" name="任意形状 477">
              <a:extLst>
                <a:ext uri="{FF2B5EF4-FFF2-40B4-BE49-F238E27FC236}">
                  <a16:creationId xmlns:a16="http://schemas.microsoft.com/office/drawing/2014/main" id="{20816094-571D-C6FB-D745-49702DFBC901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" name="任意形状 478">
              <a:extLst>
                <a:ext uri="{FF2B5EF4-FFF2-40B4-BE49-F238E27FC236}">
                  <a16:creationId xmlns:a16="http://schemas.microsoft.com/office/drawing/2014/main" id="{30B6F039-DF33-13C0-2629-631CC7EA665D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7" name="成组">
            <a:extLst>
              <a:ext uri="{FF2B5EF4-FFF2-40B4-BE49-F238E27FC236}">
                <a16:creationId xmlns:a16="http://schemas.microsoft.com/office/drawing/2014/main" id="{49B90D7D-E8C7-C5B8-1E4B-AA3A4B8D7803}"/>
              </a:ext>
            </a:extLst>
          </p:cNvPr>
          <p:cNvGrpSpPr/>
          <p:nvPr/>
        </p:nvGrpSpPr>
        <p:grpSpPr>
          <a:xfrm>
            <a:off x="8179782" y="7636360"/>
            <a:ext cx="574919" cy="574915"/>
            <a:chOff x="0" y="0"/>
            <a:chExt cx="457200" cy="457200"/>
          </a:xfrm>
        </p:grpSpPr>
        <p:sp>
          <p:nvSpPr>
            <p:cNvPr id="18" name="任意形状 363">
              <a:extLst>
                <a:ext uri="{FF2B5EF4-FFF2-40B4-BE49-F238E27FC236}">
                  <a16:creationId xmlns:a16="http://schemas.microsoft.com/office/drawing/2014/main" id="{793BE075-178E-55CC-84AD-D1C2AB75127A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9" name="任意形状 364">
              <a:extLst>
                <a:ext uri="{FF2B5EF4-FFF2-40B4-BE49-F238E27FC236}">
                  <a16:creationId xmlns:a16="http://schemas.microsoft.com/office/drawing/2014/main" id="{6BDCF8F0-E45C-EAEC-066C-797F98C8631F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3BF3C0D-ED1F-DB37-3F4C-43A5C229D22E}"/>
              </a:ext>
            </a:extLst>
          </p:cNvPr>
          <p:cNvGrpSpPr/>
          <p:nvPr/>
        </p:nvGrpSpPr>
        <p:grpSpPr>
          <a:xfrm>
            <a:off x="18056010" y="7048446"/>
            <a:ext cx="3710460" cy="1695324"/>
            <a:chOff x="592745" y="3781080"/>
            <a:chExt cx="3776922" cy="1695324"/>
          </a:xfrm>
        </p:grpSpPr>
        <p:sp>
          <p:nvSpPr>
            <p:cNvPr id="26" name="Shape 891">
              <a:extLst>
                <a:ext uri="{FF2B5EF4-FFF2-40B4-BE49-F238E27FC236}">
                  <a16:creationId xmlns:a16="http://schemas.microsoft.com/office/drawing/2014/main" id="{746DAD07-50FE-5ABA-A5A5-DED1A17907A4}"/>
                </a:ext>
              </a:extLst>
            </p:cNvPr>
            <p:cNvSpPr/>
            <p:nvPr/>
          </p:nvSpPr>
          <p:spPr>
            <a:xfrm>
              <a:off x="592747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7" name="Shape 892">
              <a:extLst>
                <a:ext uri="{FF2B5EF4-FFF2-40B4-BE49-F238E27FC236}">
                  <a16:creationId xmlns:a16="http://schemas.microsoft.com/office/drawing/2014/main" id="{6BCD31A9-67C9-FD04-247D-E685B892C513}"/>
                </a:ext>
              </a:extLst>
            </p:cNvPr>
            <p:cNvSpPr txBox="1"/>
            <p:nvPr/>
          </p:nvSpPr>
          <p:spPr>
            <a:xfrm>
              <a:off x="592745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1644B08-9727-C567-B3F5-EAF489BFF916}"/>
              </a:ext>
            </a:extLst>
          </p:cNvPr>
          <p:cNvGrpSpPr/>
          <p:nvPr/>
        </p:nvGrpSpPr>
        <p:grpSpPr>
          <a:xfrm>
            <a:off x="16600040" y="3766182"/>
            <a:ext cx="3710460" cy="1695324"/>
            <a:chOff x="1052824" y="3781080"/>
            <a:chExt cx="3776922" cy="1695324"/>
          </a:xfrm>
        </p:grpSpPr>
        <p:sp>
          <p:nvSpPr>
            <p:cNvPr id="32" name="Shape 891">
              <a:extLst>
                <a:ext uri="{FF2B5EF4-FFF2-40B4-BE49-F238E27FC236}">
                  <a16:creationId xmlns:a16="http://schemas.microsoft.com/office/drawing/2014/main" id="{AEA54C14-0929-4E2A-AF86-74ADE24A9065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3" name="Shape 892">
              <a:extLst>
                <a:ext uri="{FF2B5EF4-FFF2-40B4-BE49-F238E27FC236}">
                  <a16:creationId xmlns:a16="http://schemas.microsoft.com/office/drawing/2014/main" id="{F42F65EA-85F0-56B3-E4B9-B8F6593CD996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2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620DC11-902F-8DE2-9963-E3F3765E638B}"/>
              </a:ext>
            </a:extLst>
          </p:cNvPr>
          <p:cNvGrpSpPr/>
          <p:nvPr/>
        </p:nvGrpSpPr>
        <p:grpSpPr>
          <a:xfrm>
            <a:off x="16600040" y="10330710"/>
            <a:ext cx="3710460" cy="1695324"/>
            <a:chOff x="1052824" y="3781080"/>
            <a:chExt cx="3776922" cy="1695324"/>
          </a:xfrm>
        </p:grpSpPr>
        <p:sp>
          <p:nvSpPr>
            <p:cNvPr id="35" name="Shape 891">
              <a:extLst>
                <a:ext uri="{FF2B5EF4-FFF2-40B4-BE49-F238E27FC236}">
                  <a16:creationId xmlns:a16="http://schemas.microsoft.com/office/drawing/2014/main" id="{9E09011F-67DE-489F-DB86-94FABE8CE07B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6" name="Shape 892">
              <a:extLst>
                <a:ext uri="{FF2B5EF4-FFF2-40B4-BE49-F238E27FC236}">
                  <a16:creationId xmlns:a16="http://schemas.microsoft.com/office/drawing/2014/main" id="{B0BD6D8A-F4F6-C4ED-9666-850851D07B7D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4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26255E-01BC-C9D7-B0EF-07689C195426}"/>
              </a:ext>
            </a:extLst>
          </p:cNvPr>
          <p:cNvGrpSpPr/>
          <p:nvPr/>
        </p:nvGrpSpPr>
        <p:grpSpPr>
          <a:xfrm>
            <a:off x="3809973" y="3766182"/>
            <a:ext cx="3654726" cy="1695324"/>
            <a:chOff x="1052824" y="3781080"/>
            <a:chExt cx="3776922" cy="1695324"/>
          </a:xfrm>
        </p:grpSpPr>
        <p:sp>
          <p:nvSpPr>
            <p:cNvPr id="23" name="Shape 891">
              <a:extLst>
                <a:ext uri="{FF2B5EF4-FFF2-40B4-BE49-F238E27FC236}">
                  <a16:creationId xmlns:a16="http://schemas.microsoft.com/office/drawing/2014/main" id="{3AD49D93-6CF4-C40E-7D23-7BAADA5B940E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4" name="Shape 892">
              <a:extLst>
                <a:ext uri="{FF2B5EF4-FFF2-40B4-BE49-F238E27FC236}">
                  <a16:creationId xmlns:a16="http://schemas.microsoft.com/office/drawing/2014/main" id="{D1A4CAE6-62BB-F587-14B1-54B9A5EE007F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r">
                <a:buSzPct val="25000"/>
              </a:pPr>
              <a:r>
                <a: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392E57A-5768-7038-0806-9A6542B3CA07}"/>
              </a:ext>
            </a:extLst>
          </p:cNvPr>
          <p:cNvGrpSpPr/>
          <p:nvPr/>
        </p:nvGrpSpPr>
        <p:grpSpPr>
          <a:xfrm>
            <a:off x="3809973" y="10330710"/>
            <a:ext cx="3654726" cy="1695324"/>
            <a:chOff x="1052824" y="3781080"/>
            <a:chExt cx="3776922" cy="1695324"/>
          </a:xfrm>
        </p:grpSpPr>
        <p:sp>
          <p:nvSpPr>
            <p:cNvPr id="29" name="Shape 891">
              <a:extLst>
                <a:ext uri="{FF2B5EF4-FFF2-40B4-BE49-F238E27FC236}">
                  <a16:creationId xmlns:a16="http://schemas.microsoft.com/office/drawing/2014/main" id="{DCDFC4AF-0C8D-73AD-15EE-7A6CB35B1797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0" name="Shape 892">
              <a:extLst>
                <a:ext uri="{FF2B5EF4-FFF2-40B4-BE49-F238E27FC236}">
                  <a16:creationId xmlns:a16="http://schemas.microsoft.com/office/drawing/2014/main" id="{DE471D7E-CD8E-439B-561A-1ECD55EDE030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r">
                <a:buSzPct val="25000"/>
              </a:pPr>
              <a:r>
                <a:rPr lang="id-ID" sz="3400" b="1" dirty="0">
                  <a:solidFill>
                    <a:schemeClr val="accent5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5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66B4929-EDF2-C73F-0418-EC2ABB24954C}"/>
              </a:ext>
            </a:extLst>
          </p:cNvPr>
          <p:cNvGrpSpPr/>
          <p:nvPr/>
        </p:nvGrpSpPr>
        <p:grpSpPr>
          <a:xfrm>
            <a:off x="2409738" y="7048446"/>
            <a:ext cx="3654726" cy="1695324"/>
            <a:chOff x="1052824" y="3781080"/>
            <a:chExt cx="3776922" cy="1695324"/>
          </a:xfrm>
        </p:grpSpPr>
        <p:sp>
          <p:nvSpPr>
            <p:cNvPr id="38" name="Shape 891">
              <a:extLst>
                <a:ext uri="{FF2B5EF4-FFF2-40B4-BE49-F238E27FC236}">
                  <a16:creationId xmlns:a16="http://schemas.microsoft.com/office/drawing/2014/main" id="{EEE77BE5-6856-8216-9447-EE9D6EE9D4B3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r"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39" name="Shape 892">
              <a:extLst>
                <a:ext uri="{FF2B5EF4-FFF2-40B4-BE49-F238E27FC236}">
                  <a16:creationId xmlns:a16="http://schemas.microsoft.com/office/drawing/2014/main" id="{57456E06-8C22-2787-2EFF-B71D324496C4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 algn="r">
                <a:buSzPct val="25000"/>
              </a:pPr>
              <a:r>
                <a:rPr lang="id-ID" sz="3400" b="1" dirty="0">
                  <a:solidFill>
                    <a:schemeClr val="accent6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6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1693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Circle Process Infographic</a:t>
            </a:r>
          </a:p>
        </p:txBody>
      </p:sp>
      <p:sp>
        <p:nvSpPr>
          <p:cNvPr id="62" name="Text Placeholder 6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Infographic Powerpoint Template</a:t>
            </a:r>
            <a:endParaRPr lang="en-US" dirty="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F792C8E6-A12E-B740-A980-BD62D2875DDA}"/>
              </a:ext>
            </a:extLst>
          </p:cNvPr>
          <p:cNvSpPr/>
          <p:nvPr/>
        </p:nvSpPr>
        <p:spPr>
          <a:xfrm rot="18900000">
            <a:off x="1666614" y="3647428"/>
            <a:ext cx="7758031" cy="7758027"/>
          </a:xfrm>
          <a:custGeom>
            <a:avLst/>
            <a:gdLst>
              <a:gd name="connsiteX0" fmla="*/ 7892340 w 7892339"/>
              <a:gd name="connsiteY0" fmla="*/ 3946170 h 7892339"/>
              <a:gd name="connsiteX1" fmla="*/ 3946170 w 7892339"/>
              <a:gd name="connsiteY1" fmla="*/ 7892339 h 7892339"/>
              <a:gd name="connsiteX2" fmla="*/ 1 w 7892339"/>
              <a:gd name="connsiteY2" fmla="*/ 3946170 h 7892339"/>
              <a:gd name="connsiteX3" fmla="*/ 3946170 w 7892339"/>
              <a:gd name="connsiteY3" fmla="*/ 0 h 7892339"/>
              <a:gd name="connsiteX4" fmla="*/ 7892340 w 7892339"/>
              <a:gd name="connsiteY4" fmla="*/ 3946170 h 7892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92339" h="7892339">
                <a:moveTo>
                  <a:pt x="7892340" y="3946170"/>
                </a:moveTo>
                <a:cubicBezTo>
                  <a:pt x="7892340" y="6125579"/>
                  <a:pt x="6125580" y="7892339"/>
                  <a:pt x="3946170" y="7892339"/>
                </a:cubicBezTo>
                <a:cubicBezTo>
                  <a:pt x="1766761" y="7892339"/>
                  <a:pt x="1" y="6125579"/>
                  <a:pt x="1" y="3946170"/>
                </a:cubicBezTo>
                <a:cubicBezTo>
                  <a:pt x="1" y="1766760"/>
                  <a:pt x="1766761" y="0"/>
                  <a:pt x="3946170" y="0"/>
                </a:cubicBezTo>
                <a:cubicBezTo>
                  <a:pt x="6125580" y="0"/>
                  <a:pt x="7892340" y="1766760"/>
                  <a:pt x="7892340" y="3946170"/>
                </a:cubicBezTo>
                <a:close/>
              </a:path>
            </a:pathLst>
          </a:custGeom>
          <a:noFill/>
          <a:ln w="85724" cap="flat">
            <a:solidFill>
              <a:srgbClr val="F0EDF9"/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S" sz="2176"/>
          </a:p>
        </p:txBody>
      </p:sp>
      <p:grpSp>
        <p:nvGrpSpPr>
          <p:cNvPr id="10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2926331" y="5134857"/>
            <a:ext cx="5700082" cy="5700081"/>
            <a:chOff x="9194191" y="3971223"/>
            <a:chExt cx="5798764" cy="5798764"/>
          </a:xfrm>
          <a:solidFill>
            <a:srgbClr val="FFFFFF"/>
          </a:solidFill>
        </p:grpSpPr>
        <p:sp>
          <p:nvSpPr>
            <p:cNvPr id="113" name="Freeform 10">
              <a:extLst>
                <a:ext uri="{FF2B5EF4-FFF2-40B4-BE49-F238E27FC236}">
                  <a16:creationId xmlns:a16="http://schemas.microsoft.com/office/drawing/2014/main" id="{45C37914-0837-144C-ACDD-FD20A0191596}"/>
                </a:ext>
              </a:extLst>
            </p:cNvPr>
            <p:cNvSpPr/>
            <p:nvPr/>
          </p:nvSpPr>
          <p:spPr>
            <a:xfrm rot="18900000">
              <a:off x="9194191" y="3971223"/>
              <a:ext cx="5798764" cy="5798764"/>
            </a:xfrm>
            <a:custGeom>
              <a:avLst/>
              <a:gdLst>
                <a:gd name="connsiteX0" fmla="*/ 5798765 w 5798764"/>
                <a:gd name="connsiteY0" fmla="*/ 2899382 h 5798764"/>
                <a:gd name="connsiteX1" fmla="*/ 2899382 w 5798764"/>
                <a:gd name="connsiteY1" fmla="*/ 5798765 h 5798764"/>
                <a:gd name="connsiteX2" fmla="*/ 0 w 5798764"/>
                <a:gd name="connsiteY2" fmla="*/ 2899382 h 5798764"/>
                <a:gd name="connsiteX3" fmla="*/ 2899382 w 5798764"/>
                <a:gd name="connsiteY3" fmla="*/ 0 h 5798764"/>
                <a:gd name="connsiteX4" fmla="*/ 5798765 w 5798764"/>
                <a:gd name="connsiteY4" fmla="*/ 2899382 h 5798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98764" h="5798764">
                  <a:moveTo>
                    <a:pt x="5798765" y="2899382"/>
                  </a:moveTo>
                  <a:cubicBezTo>
                    <a:pt x="5798765" y="4500667"/>
                    <a:pt x="4500667" y="5798765"/>
                    <a:pt x="2899382" y="5798765"/>
                  </a:cubicBezTo>
                  <a:cubicBezTo>
                    <a:pt x="1298098" y="5798765"/>
                    <a:pt x="0" y="4500667"/>
                    <a:pt x="0" y="2899382"/>
                  </a:cubicBezTo>
                  <a:cubicBezTo>
                    <a:pt x="0" y="1298097"/>
                    <a:pt x="1298098" y="0"/>
                    <a:pt x="2899382" y="0"/>
                  </a:cubicBezTo>
                  <a:cubicBezTo>
                    <a:pt x="4500667" y="0"/>
                    <a:pt x="5798765" y="1298097"/>
                    <a:pt x="5798765" y="2899382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dirty="0"/>
            </a:p>
          </p:txBody>
        </p:sp>
      </p:grpSp>
      <p:sp>
        <p:nvSpPr>
          <p:cNvPr id="110" name="TextBox 13">
            <a:extLst>
              <a:ext uri="{FF2B5EF4-FFF2-40B4-BE49-F238E27FC236}">
                <a16:creationId xmlns:a16="http://schemas.microsoft.com/office/drawing/2014/main" id="{D9272F96-BB86-3F49-ABA6-8B01B66FE606}"/>
              </a:ext>
            </a:extLst>
          </p:cNvPr>
          <p:cNvSpPr txBox="1"/>
          <p:nvPr/>
        </p:nvSpPr>
        <p:spPr>
          <a:xfrm>
            <a:off x="4053785" y="7677121"/>
            <a:ext cx="344517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400" b="1" dirty="0"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YOUR</a:t>
            </a:r>
            <a:r>
              <a:rPr lang="en-RS" sz="3400" b="1" dirty="0"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 </a:t>
            </a:r>
            <a:r>
              <a:rPr lang="en-US" sz="3400" b="1" dirty="0"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SUBTITLE</a:t>
            </a:r>
            <a:endParaRPr lang="en-RS" sz="3400" b="1" dirty="0">
              <a:latin typeface="Poppins" panose="00000500000000000000" pitchFamily="2" charset="0"/>
              <a:ea typeface="Roboto Black" panose="02000000000000000000" pitchFamily="2" charset="0"/>
              <a:cs typeface="Poppins" panose="00000500000000000000" pitchFamily="2" charset="0"/>
              <a:sym typeface="Montserrat-Bold"/>
              <a:rtl val="0"/>
            </a:endParaRPr>
          </a:p>
        </p:txBody>
      </p:sp>
      <p:sp>
        <p:nvSpPr>
          <p:cNvPr id="112" name="TextBox 17">
            <a:extLst>
              <a:ext uri="{FF2B5EF4-FFF2-40B4-BE49-F238E27FC236}">
                <a16:creationId xmlns:a16="http://schemas.microsoft.com/office/drawing/2014/main" id="{35BFA7F1-EA09-DD4C-B847-43964DB2EF74}"/>
              </a:ext>
            </a:extLst>
          </p:cNvPr>
          <p:cNvSpPr txBox="1"/>
          <p:nvPr/>
        </p:nvSpPr>
        <p:spPr>
          <a:xfrm>
            <a:off x="7755972" y="8317471"/>
            <a:ext cx="380232" cy="518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RS" sz="2770" dirty="0">
                <a:solidFill>
                  <a:srgbClr val="D4C5EA"/>
                </a:solidFill>
                <a:latin typeface="Poppins" panose="00000500000000000000" pitchFamily="50" charset="0"/>
                <a:sym typeface="Montserrat-Medium"/>
                <a:rtl val="0"/>
              </a:rPr>
              <a:t>-</a:t>
            </a:r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F3DD7AEB-AEEB-4E45-920E-49F867342BBB}"/>
              </a:ext>
            </a:extLst>
          </p:cNvPr>
          <p:cNvSpPr/>
          <p:nvPr/>
        </p:nvSpPr>
        <p:spPr>
          <a:xfrm>
            <a:off x="3113563" y="5352766"/>
            <a:ext cx="5325621" cy="5325620"/>
          </a:xfrm>
          <a:custGeom>
            <a:avLst/>
            <a:gdLst>
              <a:gd name="connsiteX0" fmla="*/ 5417820 w 5417820"/>
              <a:gd name="connsiteY0" fmla="*/ 2708910 h 5417820"/>
              <a:gd name="connsiteX1" fmla="*/ 2708910 w 5417820"/>
              <a:gd name="connsiteY1" fmla="*/ 5417820 h 5417820"/>
              <a:gd name="connsiteX2" fmla="*/ 0 w 5417820"/>
              <a:gd name="connsiteY2" fmla="*/ 2708910 h 5417820"/>
              <a:gd name="connsiteX3" fmla="*/ 2708910 w 5417820"/>
              <a:gd name="connsiteY3" fmla="*/ 0 h 5417820"/>
              <a:gd name="connsiteX4" fmla="*/ 5417820 w 5417820"/>
              <a:gd name="connsiteY4" fmla="*/ 2708910 h 541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17820" h="5417820">
                <a:moveTo>
                  <a:pt x="5417820" y="2708910"/>
                </a:moveTo>
                <a:cubicBezTo>
                  <a:pt x="5417820" y="4205000"/>
                  <a:pt x="4205000" y="5417820"/>
                  <a:pt x="2708910" y="5417820"/>
                </a:cubicBezTo>
                <a:cubicBezTo>
                  <a:pt x="1212821" y="5417820"/>
                  <a:pt x="0" y="4205000"/>
                  <a:pt x="0" y="2708910"/>
                </a:cubicBezTo>
                <a:cubicBezTo>
                  <a:pt x="0" y="1212820"/>
                  <a:pt x="1212820" y="0"/>
                  <a:pt x="2708910" y="0"/>
                </a:cubicBezTo>
                <a:cubicBezTo>
                  <a:pt x="4205000" y="0"/>
                  <a:pt x="5417820" y="1212820"/>
                  <a:pt x="5417820" y="2708910"/>
                </a:cubicBezTo>
                <a:close/>
              </a:path>
            </a:pathLst>
          </a:custGeom>
          <a:noFill/>
          <a:ln w="9525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RS" sz="2176"/>
          </a:p>
        </p:txBody>
      </p:sp>
      <p:grpSp>
        <p:nvGrpSpPr>
          <p:cNvPr id="9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5891538" y="3635431"/>
            <a:ext cx="3510845" cy="2484888"/>
            <a:chOff x="12210731" y="2445837"/>
            <a:chExt cx="3571626" cy="2527908"/>
          </a:xfrm>
        </p:grpSpPr>
        <p:grpSp>
          <p:nvGrpSpPr>
            <p:cNvPr id="104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12210731" y="2445837"/>
              <a:ext cx="3571626" cy="2527908"/>
              <a:chOff x="12210731" y="2445837"/>
              <a:chExt cx="3571626" cy="2527908"/>
            </a:xfrm>
            <a:solidFill>
              <a:srgbClr val="865CC2"/>
            </a:solidFill>
          </p:grpSpPr>
          <p:sp>
            <p:nvSpPr>
              <p:cNvPr id="106" name="Freeform 25">
                <a:extLst>
                  <a:ext uri="{FF2B5EF4-FFF2-40B4-BE49-F238E27FC236}">
                    <a16:creationId xmlns:a16="http://schemas.microsoft.com/office/drawing/2014/main" id="{6D19B591-E790-7C4A-BCAD-E9F6959DFA89}"/>
                  </a:ext>
                </a:extLst>
              </p:cNvPr>
              <p:cNvSpPr/>
              <p:nvPr/>
            </p:nvSpPr>
            <p:spPr>
              <a:xfrm>
                <a:off x="12210731" y="2445837"/>
                <a:ext cx="3571626" cy="2527908"/>
              </a:xfrm>
              <a:custGeom>
                <a:avLst/>
                <a:gdLst>
                  <a:gd name="connsiteX0" fmla="*/ 2829878 w 3571626"/>
                  <a:gd name="connsiteY0" fmla="*/ 2510020 h 2527908"/>
                  <a:gd name="connsiteX1" fmla="*/ 3512820 w 3571626"/>
                  <a:gd name="connsiteY1" fmla="*/ 2090920 h 2527908"/>
                  <a:gd name="connsiteX2" fmla="*/ 3549968 w 3571626"/>
                  <a:gd name="connsiteY2" fmla="*/ 1915660 h 2527908"/>
                  <a:gd name="connsiteX3" fmla="*/ 2091690 w 3571626"/>
                  <a:gd name="connsiteY3" fmla="*/ 579303 h 2527908"/>
                  <a:gd name="connsiteX4" fmla="*/ 130493 w 3571626"/>
                  <a:gd name="connsiteY4" fmla="*/ 183 h 2527908"/>
                  <a:gd name="connsiteX5" fmla="*/ 0 w 3571626"/>
                  <a:gd name="connsiteY5" fmla="*/ 123055 h 2527908"/>
                  <a:gd name="connsiteX6" fmla="*/ 0 w 3571626"/>
                  <a:gd name="connsiteY6" fmla="*/ 924108 h 2527908"/>
                  <a:gd name="connsiteX7" fmla="*/ 114300 w 3571626"/>
                  <a:gd name="connsiteY7" fmla="*/ 1046980 h 2527908"/>
                  <a:gd name="connsiteX8" fmla="*/ 2665095 w 3571626"/>
                  <a:gd name="connsiteY8" fmla="*/ 2475731 h 2527908"/>
                  <a:gd name="connsiteX9" fmla="*/ 2829878 w 3571626"/>
                  <a:gd name="connsiteY9" fmla="*/ 2510020 h 2527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71626" h="2527908">
                    <a:moveTo>
                      <a:pt x="2829878" y="2510020"/>
                    </a:moveTo>
                    <a:lnTo>
                      <a:pt x="3512820" y="2090920"/>
                    </a:lnTo>
                    <a:cubicBezTo>
                      <a:pt x="3572828" y="2053773"/>
                      <a:pt x="3589972" y="1973763"/>
                      <a:pt x="3549968" y="1915660"/>
                    </a:cubicBezTo>
                    <a:cubicBezTo>
                      <a:pt x="3169920" y="1368925"/>
                      <a:pt x="2669858" y="909820"/>
                      <a:pt x="2091690" y="579303"/>
                    </a:cubicBezTo>
                    <a:cubicBezTo>
                      <a:pt x="1493520" y="237355"/>
                      <a:pt x="820103" y="39235"/>
                      <a:pt x="130493" y="183"/>
                    </a:cubicBezTo>
                    <a:cubicBezTo>
                      <a:pt x="60007" y="-3627"/>
                      <a:pt x="0" y="52570"/>
                      <a:pt x="0" y="123055"/>
                    </a:cubicBezTo>
                    <a:lnTo>
                      <a:pt x="0" y="924108"/>
                    </a:lnTo>
                    <a:cubicBezTo>
                      <a:pt x="0" y="988878"/>
                      <a:pt x="50482" y="1042218"/>
                      <a:pt x="114300" y="1046980"/>
                    </a:cubicBezTo>
                    <a:cubicBezTo>
                      <a:pt x="1140143" y="1115560"/>
                      <a:pt x="2067878" y="1634673"/>
                      <a:pt x="2665095" y="2475731"/>
                    </a:cubicBezTo>
                    <a:cubicBezTo>
                      <a:pt x="2702243" y="2529070"/>
                      <a:pt x="2774633" y="2543358"/>
                      <a:pt x="2829878" y="2510020"/>
                    </a:cubicBezTo>
                    <a:close/>
                  </a:path>
                </a:pathLst>
              </a:custGeom>
              <a:solidFill>
                <a:schemeClr val="accent1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 dirty="0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105" name="Freeform 26">
              <a:extLst>
                <a:ext uri="{FF2B5EF4-FFF2-40B4-BE49-F238E27FC236}">
                  <a16:creationId xmlns:a16="http://schemas.microsoft.com/office/drawing/2014/main" id="{0C6FAE4F-AB16-F441-9F47-62F855D07B2C}"/>
                </a:ext>
              </a:extLst>
            </p:cNvPr>
            <p:cNvSpPr/>
            <p:nvPr/>
          </p:nvSpPr>
          <p:spPr>
            <a:xfrm>
              <a:off x="12464097" y="2802996"/>
              <a:ext cx="245268" cy="362543"/>
            </a:xfrm>
            <a:custGeom>
              <a:avLst/>
              <a:gdLst>
                <a:gd name="connsiteX0" fmla="*/ 0 w 245268"/>
                <a:gd name="connsiteY0" fmla="*/ 26881 h 362543"/>
                <a:gd name="connsiteX1" fmla="*/ 0 w 245268"/>
                <a:gd name="connsiteY1" fmla="*/ 335491 h 362543"/>
                <a:gd name="connsiteX2" fmla="*/ 43815 w 245268"/>
                <a:gd name="connsiteY2" fmla="*/ 356446 h 362543"/>
                <a:gd name="connsiteX3" fmla="*/ 235267 w 245268"/>
                <a:gd name="connsiteY3" fmla="*/ 202141 h 362543"/>
                <a:gd name="connsiteX4" fmla="*/ 235267 w 245268"/>
                <a:gd name="connsiteY4" fmla="*/ 160231 h 362543"/>
                <a:gd name="connsiteX5" fmla="*/ 43815 w 245268"/>
                <a:gd name="connsiteY5" fmla="*/ 5926 h 362543"/>
                <a:gd name="connsiteX6" fmla="*/ 0 w 245268"/>
                <a:gd name="connsiteY6" fmla="*/ 26881 h 362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5268" h="362543">
                  <a:moveTo>
                    <a:pt x="0" y="26881"/>
                  </a:moveTo>
                  <a:lnTo>
                    <a:pt x="0" y="335491"/>
                  </a:lnTo>
                  <a:cubicBezTo>
                    <a:pt x="0" y="358351"/>
                    <a:pt x="26670" y="370734"/>
                    <a:pt x="43815" y="356446"/>
                  </a:cubicBezTo>
                  <a:lnTo>
                    <a:pt x="235267" y="202141"/>
                  </a:lnTo>
                  <a:cubicBezTo>
                    <a:pt x="248602" y="191664"/>
                    <a:pt x="248602" y="170709"/>
                    <a:pt x="235267" y="160231"/>
                  </a:cubicBezTo>
                  <a:lnTo>
                    <a:pt x="43815" y="5926"/>
                  </a:lnTo>
                  <a:cubicBezTo>
                    <a:pt x="26670" y="-8361"/>
                    <a:pt x="0" y="4974"/>
                    <a:pt x="0" y="2688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9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7512256" y="3711450"/>
            <a:ext cx="1161000" cy="1161000"/>
            <a:chOff x="13859509" y="2523172"/>
            <a:chExt cx="1181100" cy="1181099"/>
          </a:xfrm>
        </p:grpSpPr>
        <p:grpSp>
          <p:nvGrpSpPr>
            <p:cNvPr id="101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13859509" y="2523172"/>
              <a:ext cx="1181100" cy="1181099"/>
              <a:chOff x="13859509" y="2523172"/>
              <a:chExt cx="1181100" cy="1181099"/>
            </a:xfrm>
          </p:grpSpPr>
          <p:sp>
            <p:nvSpPr>
              <p:cNvPr id="102" name="Freeform 30">
                <a:extLst>
                  <a:ext uri="{FF2B5EF4-FFF2-40B4-BE49-F238E27FC236}">
                    <a16:creationId xmlns:a16="http://schemas.microsoft.com/office/drawing/2014/main" id="{6482C52D-0797-EF4C-A99E-97CCD5BE9F8E}"/>
                  </a:ext>
                </a:extLst>
              </p:cNvPr>
              <p:cNvSpPr/>
              <p:nvPr/>
            </p:nvSpPr>
            <p:spPr>
              <a:xfrm>
                <a:off x="13883322" y="2547937"/>
                <a:ext cx="1133475" cy="1133475"/>
              </a:xfrm>
              <a:custGeom>
                <a:avLst/>
                <a:gdLst>
                  <a:gd name="connsiteX0" fmla="*/ 566738 w 1133475"/>
                  <a:gd name="connsiteY0" fmla="*/ 1133475 h 1133475"/>
                  <a:gd name="connsiteX1" fmla="*/ 0 w 1133475"/>
                  <a:gd name="connsiteY1" fmla="*/ 566738 h 1133475"/>
                  <a:gd name="connsiteX2" fmla="*/ 566738 w 1133475"/>
                  <a:gd name="connsiteY2" fmla="*/ 0 h 1133475"/>
                  <a:gd name="connsiteX3" fmla="*/ 1133475 w 1133475"/>
                  <a:gd name="connsiteY3" fmla="*/ 566738 h 1133475"/>
                  <a:gd name="connsiteX4" fmla="*/ 566738 w 1133475"/>
                  <a:gd name="connsiteY4" fmla="*/ 1133475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475" h="1133475">
                    <a:moveTo>
                      <a:pt x="566738" y="1133475"/>
                    </a:moveTo>
                    <a:cubicBezTo>
                      <a:pt x="254317" y="1133475"/>
                      <a:pt x="0" y="879158"/>
                      <a:pt x="0" y="566738"/>
                    </a:cubicBezTo>
                    <a:cubicBezTo>
                      <a:pt x="0" y="254317"/>
                      <a:pt x="254317" y="0"/>
                      <a:pt x="566738" y="0"/>
                    </a:cubicBezTo>
                    <a:cubicBezTo>
                      <a:pt x="879157" y="0"/>
                      <a:pt x="1133475" y="254317"/>
                      <a:pt x="1133475" y="566738"/>
                    </a:cubicBezTo>
                    <a:cubicBezTo>
                      <a:pt x="1133475" y="879158"/>
                      <a:pt x="879157" y="1133475"/>
                      <a:pt x="566738" y="1133475"/>
                    </a:cubicBezTo>
                    <a:close/>
                  </a:path>
                </a:pathLst>
              </a:custGeom>
              <a:solidFill>
                <a:schemeClr val="accent1"/>
              </a:solidFill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 dirty="0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103" name="Freeform 31">
                <a:extLst>
                  <a:ext uri="{FF2B5EF4-FFF2-40B4-BE49-F238E27FC236}">
                    <a16:creationId xmlns:a16="http://schemas.microsoft.com/office/drawing/2014/main" id="{5150735F-7AE4-6D47-8254-C7AD88DDD0A7}"/>
                  </a:ext>
                </a:extLst>
              </p:cNvPr>
              <p:cNvSpPr/>
              <p:nvPr/>
            </p:nvSpPr>
            <p:spPr>
              <a:xfrm>
                <a:off x="13859509" y="2523172"/>
                <a:ext cx="1181100" cy="1181099"/>
              </a:xfrm>
              <a:custGeom>
                <a:avLst/>
                <a:gdLst>
                  <a:gd name="connsiteX0" fmla="*/ 590550 w 1181100"/>
                  <a:gd name="connsiteY0" fmla="*/ 47625 h 1181099"/>
                  <a:gd name="connsiteX1" fmla="*/ 1133475 w 1181100"/>
                  <a:gd name="connsiteY1" fmla="*/ 590550 h 1181099"/>
                  <a:gd name="connsiteX2" fmla="*/ 590550 w 1181100"/>
                  <a:gd name="connsiteY2" fmla="*/ 1133475 h 1181099"/>
                  <a:gd name="connsiteX3" fmla="*/ 47625 w 1181100"/>
                  <a:gd name="connsiteY3" fmla="*/ 590550 h 1181099"/>
                  <a:gd name="connsiteX4" fmla="*/ 590550 w 1181100"/>
                  <a:gd name="connsiteY4" fmla="*/ 47625 h 1181099"/>
                  <a:gd name="connsiteX5" fmla="*/ 590550 w 1181100"/>
                  <a:gd name="connsiteY5" fmla="*/ 0 h 1181099"/>
                  <a:gd name="connsiteX6" fmla="*/ 0 w 1181100"/>
                  <a:gd name="connsiteY6" fmla="*/ 590550 h 1181099"/>
                  <a:gd name="connsiteX7" fmla="*/ 590550 w 1181100"/>
                  <a:gd name="connsiteY7" fmla="*/ 1181100 h 1181099"/>
                  <a:gd name="connsiteX8" fmla="*/ 1181100 w 1181100"/>
                  <a:gd name="connsiteY8" fmla="*/ 590550 h 1181099"/>
                  <a:gd name="connsiteX9" fmla="*/ 590550 w 1181100"/>
                  <a:gd name="connsiteY9" fmla="*/ 0 h 1181099"/>
                  <a:gd name="connsiteX10" fmla="*/ 590550 w 1181100"/>
                  <a:gd name="connsiteY10" fmla="*/ 0 h 118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1100" h="1181099">
                    <a:moveTo>
                      <a:pt x="590550" y="47625"/>
                    </a:moveTo>
                    <a:cubicBezTo>
                      <a:pt x="890588" y="47625"/>
                      <a:pt x="1133475" y="290513"/>
                      <a:pt x="1133475" y="590550"/>
                    </a:cubicBezTo>
                    <a:cubicBezTo>
                      <a:pt x="1133475" y="890587"/>
                      <a:pt x="890588" y="1133475"/>
                      <a:pt x="590550" y="1133475"/>
                    </a:cubicBezTo>
                    <a:cubicBezTo>
                      <a:pt x="290513" y="1133475"/>
                      <a:pt x="47625" y="890587"/>
                      <a:pt x="47625" y="590550"/>
                    </a:cubicBezTo>
                    <a:cubicBezTo>
                      <a:pt x="46673" y="290513"/>
                      <a:pt x="290513" y="47625"/>
                      <a:pt x="590550" y="47625"/>
                    </a:cubicBezTo>
                    <a:moveTo>
                      <a:pt x="590550" y="0"/>
                    </a:moveTo>
                    <a:cubicBezTo>
                      <a:pt x="264794" y="0"/>
                      <a:pt x="0" y="264795"/>
                      <a:pt x="0" y="590550"/>
                    </a:cubicBezTo>
                    <a:cubicBezTo>
                      <a:pt x="0" y="916305"/>
                      <a:pt x="264794" y="1181100"/>
                      <a:pt x="590550" y="1181100"/>
                    </a:cubicBezTo>
                    <a:cubicBezTo>
                      <a:pt x="916305" y="1181100"/>
                      <a:pt x="1181100" y="916305"/>
                      <a:pt x="1181100" y="590550"/>
                    </a:cubicBezTo>
                    <a:cubicBezTo>
                      <a:pt x="1181100" y="264795"/>
                      <a:pt x="916305" y="0"/>
                      <a:pt x="590550" y="0"/>
                    </a:cubicBezTo>
                    <a:lnTo>
                      <a:pt x="5905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100" name="TextBox 32">
            <a:extLst>
              <a:ext uri="{FF2B5EF4-FFF2-40B4-BE49-F238E27FC236}">
                <a16:creationId xmlns:a16="http://schemas.microsoft.com/office/drawing/2014/main" id="{7CFC6F7F-750D-B949-8612-2CD314CF0F58}"/>
              </a:ext>
            </a:extLst>
          </p:cNvPr>
          <p:cNvSpPr txBox="1"/>
          <p:nvPr/>
        </p:nvSpPr>
        <p:spPr>
          <a:xfrm>
            <a:off x="7901333" y="3968458"/>
            <a:ext cx="346569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RS" sz="3363" b="1" dirty="0">
                <a:solidFill>
                  <a:srgbClr val="FFFFFF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1</a:t>
            </a:r>
          </a:p>
        </p:txBody>
      </p:sp>
      <p:grpSp>
        <p:nvGrpSpPr>
          <p:cNvPr id="8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5890602" y="9909439"/>
            <a:ext cx="3511086" cy="2485347"/>
            <a:chOff x="12209779" y="8828465"/>
            <a:chExt cx="3571871" cy="2528374"/>
          </a:xfrm>
        </p:grpSpPr>
        <p:grpSp>
          <p:nvGrpSpPr>
            <p:cNvPr id="94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12209779" y="8828465"/>
              <a:ext cx="3571871" cy="2528374"/>
              <a:chOff x="12209779" y="8828465"/>
              <a:chExt cx="3571871" cy="2528374"/>
            </a:xfrm>
            <a:solidFill>
              <a:srgbClr val="E54D42"/>
            </a:solidFill>
          </p:grpSpPr>
          <p:sp>
            <p:nvSpPr>
              <p:cNvPr id="96" name="Freeform 36">
                <a:extLst>
                  <a:ext uri="{FF2B5EF4-FFF2-40B4-BE49-F238E27FC236}">
                    <a16:creationId xmlns:a16="http://schemas.microsoft.com/office/drawing/2014/main" id="{E3D53C33-8C2F-0646-9D72-CAD10478BBA3}"/>
                  </a:ext>
                </a:extLst>
              </p:cNvPr>
              <p:cNvSpPr/>
              <p:nvPr/>
            </p:nvSpPr>
            <p:spPr>
              <a:xfrm>
                <a:off x="12209779" y="8828465"/>
                <a:ext cx="3571871" cy="2528374"/>
              </a:xfrm>
              <a:custGeom>
                <a:avLst/>
                <a:gdLst>
                  <a:gd name="connsiteX0" fmla="*/ 0 w 3571871"/>
                  <a:gd name="connsiteY0" fmla="*/ 2405320 h 2528374"/>
                  <a:gd name="connsiteX1" fmla="*/ 130493 w 3571871"/>
                  <a:gd name="connsiteY1" fmla="*/ 2528192 h 2528374"/>
                  <a:gd name="connsiteX2" fmla="*/ 2091690 w 3571871"/>
                  <a:gd name="connsiteY2" fmla="*/ 1949072 h 2528374"/>
                  <a:gd name="connsiteX3" fmla="*/ 3549968 w 3571871"/>
                  <a:gd name="connsiteY3" fmla="*/ 612715 h 2528374"/>
                  <a:gd name="connsiteX4" fmla="*/ 3512820 w 3571871"/>
                  <a:gd name="connsiteY4" fmla="*/ 437454 h 2528374"/>
                  <a:gd name="connsiteX5" fmla="*/ 2829878 w 3571871"/>
                  <a:gd name="connsiteY5" fmla="*/ 18354 h 2528374"/>
                  <a:gd name="connsiteX6" fmla="*/ 2665095 w 3571871"/>
                  <a:gd name="connsiteY6" fmla="*/ 51692 h 2528374"/>
                  <a:gd name="connsiteX7" fmla="*/ 114300 w 3571871"/>
                  <a:gd name="connsiteY7" fmla="*/ 1480442 h 2528374"/>
                  <a:gd name="connsiteX8" fmla="*/ 0 w 3571871"/>
                  <a:gd name="connsiteY8" fmla="*/ 1603315 h 2528374"/>
                  <a:gd name="connsiteX9" fmla="*/ 0 w 3571871"/>
                  <a:gd name="connsiteY9" fmla="*/ 2405320 h 2528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71871" h="2528374">
                    <a:moveTo>
                      <a:pt x="0" y="2405320"/>
                    </a:moveTo>
                    <a:cubicBezTo>
                      <a:pt x="0" y="2475805"/>
                      <a:pt x="60007" y="2532002"/>
                      <a:pt x="130493" y="2528192"/>
                    </a:cubicBezTo>
                    <a:cubicBezTo>
                      <a:pt x="820103" y="2490092"/>
                      <a:pt x="1493520" y="2291972"/>
                      <a:pt x="2091690" y="1949072"/>
                    </a:cubicBezTo>
                    <a:cubicBezTo>
                      <a:pt x="2669858" y="1618555"/>
                      <a:pt x="3169920" y="1159449"/>
                      <a:pt x="3549968" y="612715"/>
                    </a:cubicBezTo>
                    <a:cubicBezTo>
                      <a:pt x="3589972" y="554612"/>
                      <a:pt x="3573780" y="474602"/>
                      <a:pt x="3512820" y="437454"/>
                    </a:cubicBezTo>
                    <a:lnTo>
                      <a:pt x="2829878" y="18354"/>
                    </a:lnTo>
                    <a:cubicBezTo>
                      <a:pt x="2774633" y="-15935"/>
                      <a:pt x="2703195" y="-696"/>
                      <a:pt x="2665095" y="51692"/>
                    </a:cubicBezTo>
                    <a:cubicBezTo>
                      <a:pt x="2067878" y="892749"/>
                      <a:pt x="1139190" y="1411862"/>
                      <a:pt x="114300" y="1480442"/>
                    </a:cubicBezTo>
                    <a:cubicBezTo>
                      <a:pt x="49530" y="1485205"/>
                      <a:pt x="0" y="1538545"/>
                      <a:pt x="0" y="1603315"/>
                    </a:cubicBezTo>
                    <a:lnTo>
                      <a:pt x="0" y="2405320"/>
                    </a:lnTo>
                    <a:close/>
                  </a:path>
                </a:pathLst>
              </a:custGeom>
              <a:solidFill>
                <a:schemeClr val="accent3"/>
              </a:solidFill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95" name="Freeform 37">
              <a:extLst>
                <a:ext uri="{FF2B5EF4-FFF2-40B4-BE49-F238E27FC236}">
                  <a16:creationId xmlns:a16="http://schemas.microsoft.com/office/drawing/2014/main" id="{FFBACE7C-056F-2A4F-98CC-B4CB6779C6D4}"/>
                </a:ext>
              </a:extLst>
            </p:cNvPr>
            <p:cNvSpPr/>
            <p:nvPr/>
          </p:nvSpPr>
          <p:spPr>
            <a:xfrm>
              <a:off x="15067052" y="9180118"/>
              <a:ext cx="316830" cy="297874"/>
            </a:xfrm>
            <a:custGeom>
              <a:avLst/>
              <a:gdLst>
                <a:gd name="connsiteX0" fmla="*/ 304074 w 316830"/>
                <a:gd name="connsiteY0" fmla="*/ 164859 h 297874"/>
                <a:gd name="connsiteX1" fmla="*/ 41184 w 316830"/>
                <a:gd name="connsiteY1" fmla="*/ 3887 h 297874"/>
                <a:gd name="connsiteX2" fmla="*/ 226 w 316830"/>
                <a:gd name="connsiteY2" fmla="*/ 30557 h 297874"/>
                <a:gd name="connsiteX3" fmla="*/ 31659 w 316830"/>
                <a:gd name="connsiteY3" fmla="*/ 274397 h 297874"/>
                <a:gd name="connsiteX4" fmla="*/ 67855 w 316830"/>
                <a:gd name="connsiteY4" fmla="*/ 296305 h 297874"/>
                <a:gd name="connsiteX5" fmla="*/ 299312 w 316830"/>
                <a:gd name="connsiteY5" fmla="*/ 213437 h 297874"/>
                <a:gd name="connsiteX6" fmla="*/ 304074 w 316830"/>
                <a:gd name="connsiteY6" fmla="*/ 164859 h 297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6830" h="297874">
                  <a:moveTo>
                    <a:pt x="304074" y="164859"/>
                  </a:moveTo>
                  <a:lnTo>
                    <a:pt x="41184" y="3887"/>
                  </a:lnTo>
                  <a:cubicBezTo>
                    <a:pt x="22134" y="-7543"/>
                    <a:pt x="-2630" y="7697"/>
                    <a:pt x="226" y="30557"/>
                  </a:cubicBezTo>
                  <a:lnTo>
                    <a:pt x="31659" y="274397"/>
                  </a:lnTo>
                  <a:cubicBezTo>
                    <a:pt x="33564" y="291542"/>
                    <a:pt x="51662" y="302019"/>
                    <a:pt x="67855" y="296305"/>
                  </a:cubicBezTo>
                  <a:lnTo>
                    <a:pt x="299312" y="213437"/>
                  </a:lnTo>
                  <a:cubicBezTo>
                    <a:pt x="320267" y="205817"/>
                    <a:pt x="323124" y="176289"/>
                    <a:pt x="304074" y="16485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9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7512256" y="11157766"/>
            <a:ext cx="1161000" cy="1161000"/>
            <a:chOff x="13859509" y="10098405"/>
            <a:chExt cx="1181100" cy="1181100"/>
          </a:xfrm>
        </p:grpSpPr>
        <p:grpSp>
          <p:nvGrpSpPr>
            <p:cNvPr id="91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13859509" y="10098405"/>
              <a:ext cx="1181100" cy="1181100"/>
              <a:chOff x="13859509" y="10098405"/>
              <a:chExt cx="1181100" cy="1181100"/>
            </a:xfrm>
          </p:grpSpPr>
          <p:sp>
            <p:nvSpPr>
              <p:cNvPr id="92" name="Freeform 41">
                <a:extLst>
                  <a:ext uri="{FF2B5EF4-FFF2-40B4-BE49-F238E27FC236}">
                    <a16:creationId xmlns:a16="http://schemas.microsoft.com/office/drawing/2014/main" id="{23E1FD8B-61D6-F444-8ADB-313CA7173554}"/>
                  </a:ext>
                </a:extLst>
              </p:cNvPr>
              <p:cNvSpPr/>
              <p:nvPr/>
            </p:nvSpPr>
            <p:spPr>
              <a:xfrm>
                <a:off x="13883322" y="10123169"/>
                <a:ext cx="1133475" cy="1133475"/>
              </a:xfrm>
              <a:custGeom>
                <a:avLst/>
                <a:gdLst>
                  <a:gd name="connsiteX0" fmla="*/ 566738 w 1133475"/>
                  <a:gd name="connsiteY0" fmla="*/ 1133475 h 1133475"/>
                  <a:gd name="connsiteX1" fmla="*/ 0 w 1133475"/>
                  <a:gd name="connsiteY1" fmla="*/ 566738 h 1133475"/>
                  <a:gd name="connsiteX2" fmla="*/ 566738 w 1133475"/>
                  <a:gd name="connsiteY2" fmla="*/ 0 h 1133475"/>
                  <a:gd name="connsiteX3" fmla="*/ 1133475 w 1133475"/>
                  <a:gd name="connsiteY3" fmla="*/ 566738 h 1133475"/>
                  <a:gd name="connsiteX4" fmla="*/ 566738 w 1133475"/>
                  <a:gd name="connsiteY4" fmla="*/ 1133475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475" h="1133475">
                    <a:moveTo>
                      <a:pt x="566738" y="1133475"/>
                    </a:moveTo>
                    <a:cubicBezTo>
                      <a:pt x="254317" y="1133475"/>
                      <a:pt x="0" y="879157"/>
                      <a:pt x="0" y="566738"/>
                    </a:cubicBezTo>
                    <a:cubicBezTo>
                      <a:pt x="0" y="254318"/>
                      <a:pt x="254317" y="0"/>
                      <a:pt x="566738" y="0"/>
                    </a:cubicBezTo>
                    <a:cubicBezTo>
                      <a:pt x="879157" y="0"/>
                      <a:pt x="1133475" y="254318"/>
                      <a:pt x="1133475" y="566738"/>
                    </a:cubicBezTo>
                    <a:cubicBezTo>
                      <a:pt x="1133475" y="878205"/>
                      <a:pt x="879157" y="1133475"/>
                      <a:pt x="566738" y="1133475"/>
                    </a:cubicBezTo>
                    <a:close/>
                  </a:path>
                </a:pathLst>
              </a:custGeom>
              <a:solidFill>
                <a:schemeClr val="accent3"/>
              </a:solidFill>
              <a:ln/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 dirty="0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93" name="Freeform 42">
                <a:extLst>
                  <a:ext uri="{FF2B5EF4-FFF2-40B4-BE49-F238E27FC236}">
                    <a16:creationId xmlns:a16="http://schemas.microsoft.com/office/drawing/2014/main" id="{803EF203-2825-ED44-B70B-CA70DEE58237}"/>
                  </a:ext>
                </a:extLst>
              </p:cNvPr>
              <p:cNvSpPr/>
              <p:nvPr/>
            </p:nvSpPr>
            <p:spPr>
              <a:xfrm>
                <a:off x="13859509" y="10098405"/>
                <a:ext cx="1181100" cy="1181100"/>
              </a:xfrm>
              <a:custGeom>
                <a:avLst/>
                <a:gdLst>
                  <a:gd name="connsiteX0" fmla="*/ 590550 w 1181100"/>
                  <a:gd name="connsiteY0" fmla="*/ 47625 h 1181100"/>
                  <a:gd name="connsiteX1" fmla="*/ 1133475 w 1181100"/>
                  <a:gd name="connsiteY1" fmla="*/ 590550 h 1181100"/>
                  <a:gd name="connsiteX2" fmla="*/ 590550 w 1181100"/>
                  <a:gd name="connsiteY2" fmla="*/ 1133475 h 1181100"/>
                  <a:gd name="connsiteX3" fmla="*/ 47625 w 1181100"/>
                  <a:gd name="connsiteY3" fmla="*/ 590550 h 1181100"/>
                  <a:gd name="connsiteX4" fmla="*/ 590550 w 1181100"/>
                  <a:gd name="connsiteY4" fmla="*/ 47625 h 1181100"/>
                  <a:gd name="connsiteX5" fmla="*/ 590550 w 1181100"/>
                  <a:gd name="connsiteY5" fmla="*/ 0 h 1181100"/>
                  <a:gd name="connsiteX6" fmla="*/ 0 w 1181100"/>
                  <a:gd name="connsiteY6" fmla="*/ 590550 h 1181100"/>
                  <a:gd name="connsiteX7" fmla="*/ 590550 w 1181100"/>
                  <a:gd name="connsiteY7" fmla="*/ 1181100 h 1181100"/>
                  <a:gd name="connsiteX8" fmla="*/ 1181100 w 1181100"/>
                  <a:gd name="connsiteY8" fmla="*/ 590550 h 1181100"/>
                  <a:gd name="connsiteX9" fmla="*/ 590550 w 1181100"/>
                  <a:gd name="connsiteY9" fmla="*/ 0 h 1181100"/>
                  <a:gd name="connsiteX10" fmla="*/ 590550 w 1181100"/>
                  <a:gd name="connsiteY10" fmla="*/ 0 h 118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1100" h="1181100">
                    <a:moveTo>
                      <a:pt x="590550" y="47625"/>
                    </a:moveTo>
                    <a:cubicBezTo>
                      <a:pt x="890588" y="47625"/>
                      <a:pt x="1133475" y="290513"/>
                      <a:pt x="1133475" y="590550"/>
                    </a:cubicBezTo>
                    <a:cubicBezTo>
                      <a:pt x="1133475" y="890588"/>
                      <a:pt x="890588" y="1133475"/>
                      <a:pt x="590550" y="1133475"/>
                    </a:cubicBezTo>
                    <a:cubicBezTo>
                      <a:pt x="290513" y="1133475"/>
                      <a:pt x="47625" y="890588"/>
                      <a:pt x="47625" y="590550"/>
                    </a:cubicBezTo>
                    <a:cubicBezTo>
                      <a:pt x="46673" y="290513"/>
                      <a:pt x="290513" y="47625"/>
                      <a:pt x="590550" y="47625"/>
                    </a:cubicBezTo>
                    <a:moveTo>
                      <a:pt x="590550" y="0"/>
                    </a:moveTo>
                    <a:cubicBezTo>
                      <a:pt x="264794" y="0"/>
                      <a:pt x="0" y="264795"/>
                      <a:pt x="0" y="590550"/>
                    </a:cubicBezTo>
                    <a:cubicBezTo>
                      <a:pt x="0" y="916305"/>
                      <a:pt x="264794" y="1181100"/>
                      <a:pt x="590550" y="1181100"/>
                    </a:cubicBezTo>
                    <a:cubicBezTo>
                      <a:pt x="916305" y="1181100"/>
                      <a:pt x="1181100" y="916305"/>
                      <a:pt x="1181100" y="590550"/>
                    </a:cubicBezTo>
                    <a:cubicBezTo>
                      <a:pt x="1181100" y="264795"/>
                      <a:pt x="916305" y="0"/>
                      <a:pt x="590550" y="0"/>
                    </a:cubicBezTo>
                    <a:lnTo>
                      <a:pt x="5905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90" name="TextBox 43">
            <a:extLst>
              <a:ext uri="{FF2B5EF4-FFF2-40B4-BE49-F238E27FC236}">
                <a16:creationId xmlns:a16="http://schemas.microsoft.com/office/drawing/2014/main" id="{2FF91B54-3CB1-C74A-99A5-5BAE06C4353E}"/>
              </a:ext>
            </a:extLst>
          </p:cNvPr>
          <p:cNvSpPr txBox="1"/>
          <p:nvPr/>
        </p:nvSpPr>
        <p:spPr>
          <a:xfrm>
            <a:off x="7849347" y="11385029"/>
            <a:ext cx="445956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RS" sz="3363" b="1" dirty="0">
                <a:solidFill>
                  <a:srgbClr val="FFFFFF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3</a:t>
            </a:r>
          </a:p>
        </p:txBody>
      </p:sp>
      <p:grpSp>
        <p:nvGrpSpPr>
          <p:cNvPr id="7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8734892" y="5867137"/>
            <a:ext cx="1428003" cy="4295423"/>
            <a:chOff x="15103311" y="4716180"/>
            <a:chExt cx="1452725" cy="4369788"/>
          </a:xfrm>
        </p:grpSpPr>
        <p:grpSp>
          <p:nvGrpSpPr>
            <p:cNvPr id="84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15103311" y="4716180"/>
              <a:ext cx="1452725" cy="4369788"/>
              <a:chOff x="15103311" y="4716180"/>
              <a:chExt cx="1452725" cy="4369788"/>
            </a:xfrm>
            <a:solidFill>
              <a:srgbClr val="FF7BAC"/>
            </a:solidFill>
          </p:grpSpPr>
          <p:sp>
            <p:nvSpPr>
              <p:cNvPr id="86" name="Freeform 47">
                <a:extLst>
                  <a:ext uri="{FF2B5EF4-FFF2-40B4-BE49-F238E27FC236}">
                    <a16:creationId xmlns:a16="http://schemas.microsoft.com/office/drawing/2014/main" id="{865E8C0D-B85E-6E43-A025-B458427849E2}"/>
                  </a:ext>
                </a:extLst>
              </p:cNvPr>
              <p:cNvSpPr/>
              <p:nvPr/>
            </p:nvSpPr>
            <p:spPr>
              <a:xfrm>
                <a:off x="15103311" y="4716180"/>
                <a:ext cx="1452725" cy="4369788"/>
              </a:xfrm>
              <a:custGeom>
                <a:avLst/>
                <a:gdLst>
                  <a:gd name="connsiteX0" fmla="*/ 742161 w 1452725"/>
                  <a:gd name="connsiteY0" fmla="*/ 17745 h 4369788"/>
                  <a:gd name="connsiteX1" fmla="*/ 59218 w 1452725"/>
                  <a:gd name="connsiteY1" fmla="*/ 436845 h 4369788"/>
                  <a:gd name="connsiteX2" fmla="*/ 14451 w 1452725"/>
                  <a:gd name="connsiteY2" fmla="*/ 598770 h 4369788"/>
                  <a:gd name="connsiteX3" fmla="*/ 405928 w 1452725"/>
                  <a:gd name="connsiteY3" fmla="*/ 2184682 h 4369788"/>
                  <a:gd name="connsiteX4" fmla="*/ 14451 w 1452725"/>
                  <a:gd name="connsiteY4" fmla="*/ 3770595 h 4369788"/>
                  <a:gd name="connsiteX5" fmla="*/ 59218 w 1452725"/>
                  <a:gd name="connsiteY5" fmla="*/ 3932520 h 4369788"/>
                  <a:gd name="connsiteX6" fmla="*/ 742161 w 1452725"/>
                  <a:gd name="connsiteY6" fmla="*/ 4351620 h 4369788"/>
                  <a:gd name="connsiteX7" fmla="*/ 915515 w 1452725"/>
                  <a:gd name="connsiteY7" fmla="*/ 4304947 h 4369788"/>
                  <a:gd name="connsiteX8" fmla="*/ 1452726 w 1452725"/>
                  <a:gd name="connsiteY8" fmla="*/ 2184682 h 4369788"/>
                  <a:gd name="connsiteX9" fmla="*/ 915515 w 1452725"/>
                  <a:gd name="connsiteY9" fmla="*/ 64417 h 4369788"/>
                  <a:gd name="connsiteX10" fmla="*/ 742161 w 1452725"/>
                  <a:gd name="connsiteY10" fmla="*/ 17745 h 4369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52725" h="4369788">
                    <a:moveTo>
                      <a:pt x="742161" y="17745"/>
                    </a:moveTo>
                    <a:lnTo>
                      <a:pt x="59218" y="436845"/>
                    </a:lnTo>
                    <a:cubicBezTo>
                      <a:pt x="3973" y="471135"/>
                      <a:pt x="-15077" y="541620"/>
                      <a:pt x="14451" y="598770"/>
                    </a:cubicBezTo>
                    <a:cubicBezTo>
                      <a:pt x="270673" y="1086450"/>
                      <a:pt x="405928" y="1630327"/>
                      <a:pt x="405928" y="2184682"/>
                    </a:cubicBezTo>
                    <a:cubicBezTo>
                      <a:pt x="405928" y="2739038"/>
                      <a:pt x="271626" y="3282915"/>
                      <a:pt x="14451" y="3770595"/>
                    </a:cubicBezTo>
                    <a:cubicBezTo>
                      <a:pt x="-16029" y="3827745"/>
                      <a:pt x="3021" y="3899182"/>
                      <a:pt x="59218" y="3932520"/>
                    </a:cubicBezTo>
                    <a:lnTo>
                      <a:pt x="742161" y="4351620"/>
                    </a:lnTo>
                    <a:cubicBezTo>
                      <a:pt x="802168" y="4388768"/>
                      <a:pt x="881226" y="4366860"/>
                      <a:pt x="915515" y="4304947"/>
                    </a:cubicBezTo>
                    <a:cubicBezTo>
                      <a:pt x="1267941" y="3655343"/>
                      <a:pt x="1452726" y="2927632"/>
                      <a:pt x="1452726" y="2184682"/>
                    </a:cubicBezTo>
                    <a:cubicBezTo>
                      <a:pt x="1452726" y="1441732"/>
                      <a:pt x="1267941" y="713070"/>
                      <a:pt x="915515" y="64417"/>
                    </a:cubicBezTo>
                    <a:cubicBezTo>
                      <a:pt x="881226" y="2505"/>
                      <a:pt x="802168" y="-18450"/>
                      <a:pt x="742161" y="17745"/>
                    </a:cubicBezTo>
                    <a:close/>
                  </a:path>
                </a:pathLst>
              </a:custGeom>
              <a:solidFill>
                <a:schemeClr val="accent2"/>
              </a:solidFill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85" name="Freeform 48">
              <a:extLst>
                <a:ext uri="{FF2B5EF4-FFF2-40B4-BE49-F238E27FC236}">
                  <a16:creationId xmlns:a16="http://schemas.microsoft.com/office/drawing/2014/main" id="{8E55B666-0E40-EA42-807C-B6CB80DF13FB}"/>
                </a:ext>
              </a:extLst>
            </p:cNvPr>
            <p:cNvSpPr/>
            <p:nvPr/>
          </p:nvSpPr>
          <p:spPr>
            <a:xfrm>
              <a:off x="15464184" y="5044350"/>
              <a:ext cx="314838" cy="297803"/>
            </a:xfrm>
            <a:custGeom>
              <a:avLst/>
              <a:gdLst>
                <a:gd name="connsiteX0" fmla="*/ 273654 w 314838"/>
                <a:gd name="connsiteY0" fmla="*/ 3899 h 297803"/>
                <a:gd name="connsiteX1" fmla="*/ 12669 w 314838"/>
                <a:gd name="connsiteY1" fmla="*/ 167729 h 297803"/>
                <a:gd name="connsiteX2" fmla="*/ 18385 w 314838"/>
                <a:gd name="connsiteY2" fmla="*/ 216307 h 297803"/>
                <a:gd name="connsiteX3" fmla="*/ 250794 w 314838"/>
                <a:gd name="connsiteY3" fmla="*/ 296317 h 297803"/>
                <a:gd name="connsiteX4" fmla="*/ 286037 w 314838"/>
                <a:gd name="connsiteY4" fmla="*/ 273457 h 297803"/>
                <a:gd name="connsiteX5" fmla="*/ 314612 w 314838"/>
                <a:gd name="connsiteY5" fmla="*/ 29617 h 297803"/>
                <a:gd name="connsiteX6" fmla="*/ 273654 w 314838"/>
                <a:gd name="connsiteY6" fmla="*/ 3899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4838" h="297803">
                  <a:moveTo>
                    <a:pt x="273654" y="3899"/>
                  </a:moveTo>
                  <a:lnTo>
                    <a:pt x="12669" y="167729"/>
                  </a:lnTo>
                  <a:cubicBezTo>
                    <a:pt x="-6381" y="180112"/>
                    <a:pt x="-3523" y="208687"/>
                    <a:pt x="18385" y="216307"/>
                  </a:cubicBezTo>
                  <a:lnTo>
                    <a:pt x="250794" y="296317"/>
                  </a:lnTo>
                  <a:cubicBezTo>
                    <a:pt x="266987" y="302032"/>
                    <a:pt x="284132" y="290602"/>
                    <a:pt x="286037" y="273457"/>
                  </a:cubicBezTo>
                  <a:lnTo>
                    <a:pt x="314612" y="29617"/>
                  </a:lnTo>
                  <a:cubicBezTo>
                    <a:pt x="317469" y="7709"/>
                    <a:pt x="292704" y="-7531"/>
                    <a:pt x="273654" y="3899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79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9582397" y="7434140"/>
            <a:ext cx="1161000" cy="1161000"/>
            <a:chOff x="15965487" y="6310312"/>
            <a:chExt cx="1181100" cy="1181100"/>
          </a:xfrm>
        </p:grpSpPr>
        <p:grpSp>
          <p:nvGrpSpPr>
            <p:cNvPr id="81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15965487" y="6310312"/>
              <a:ext cx="1181100" cy="1181100"/>
              <a:chOff x="15965487" y="6310312"/>
              <a:chExt cx="1181100" cy="1181100"/>
            </a:xfrm>
          </p:grpSpPr>
          <p:sp>
            <p:nvSpPr>
              <p:cNvPr id="82" name="Freeform 52">
                <a:extLst>
                  <a:ext uri="{FF2B5EF4-FFF2-40B4-BE49-F238E27FC236}">
                    <a16:creationId xmlns:a16="http://schemas.microsoft.com/office/drawing/2014/main" id="{2E9DE9D7-DAAA-EA48-860A-731ECDCD94F6}"/>
                  </a:ext>
                </a:extLst>
              </p:cNvPr>
              <p:cNvSpPr/>
              <p:nvPr/>
            </p:nvSpPr>
            <p:spPr>
              <a:xfrm>
                <a:off x="15989299" y="6335077"/>
                <a:ext cx="1133475" cy="1133475"/>
              </a:xfrm>
              <a:custGeom>
                <a:avLst/>
                <a:gdLst>
                  <a:gd name="connsiteX0" fmla="*/ 1133475 w 1133475"/>
                  <a:gd name="connsiteY0" fmla="*/ 566737 h 1133475"/>
                  <a:gd name="connsiteX1" fmla="*/ 566738 w 1133475"/>
                  <a:gd name="connsiteY1" fmla="*/ 1133475 h 1133475"/>
                  <a:gd name="connsiteX2" fmla="*/ 0 w 1133475"/>
                  <a:gd name="connsiteY2" fmla="*/ 566737 h 1133475"/>
                  <a:gd name="connsiteX3" fmla="*/ 566738 w 1133475"/>
                  <a:gd name="connsiteY3" fmla="*/ 0 h 1133475"/>
                  <a:gd name="connsiteX4" fmla="*/ 1133475 w 1133475"/>
                  <a:gd name="connsiteY4" fmla="*/ 566737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475" h="1133475">
                    <a:moveTo>
                      <a:pt x="1133475" y="566737"/>
                    </a:moveTo>
                    <a:cubicBezTo>
                      <a:pt x="1133475" y="879738"/>
                      <a:pt x="879738" y="1133475"/>
                      <a:pt x="566738" y="1133475"/>
                    </a:cubicBezTo>
                    <a:cubicBezTo>
                      <a:pt x="253737" y="1133475"/>
                      <a:pt x="0" y="879738"/>
                      <a:pt x="0" y="566737"/>
                    </a:cubicBezTo>
                    <a:cubicBezTo>
                      <a:pt x="0" y="253737"/>
                      <a:pt x="253737" y="0"/>
                      <a:pt x="566738" y="0"/>
                    </a:cubicBezTo>
                    <a:cubicBezTo>
                      <a:pt x="879738" y="0"/>
                      <a:pt x="1133475" y="253737"/>
                      <a:pt x="1133475" y="566737"/>
                    </a:cubicBezTo>
                    <a:close/>
                  </a:path>
                </a:pathLst>
              </a:custGeom>
              <a:solidFill>
                <a:schemeClr val="accent2"/>
              </a:solidFill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83" name="Freeform 53">
                <a:extLst>
                  <a:ext uri="{FF2B5EF4-FFF2-40B4-BE49-F238E27FC236}">
                    <a16:creationId xmlns:a16="http://schemas.microsoft.com/office/drawing/2014/main" id="{DFD54BCB-E817-4F41-B07B-376A6E0360BD}"/>
                  </a:ext>
                </a:extLst>
              </p:cNvPr>
              <p:cNvSpPr/>
              <p:nvPr/>
            </p:nvSpPr>
            <p:spPr>
              <a:xfrm>
                <a:off x="15965487" y="6310312"/>
                <a:ext cx="1181100" cy="1181100"/>
              </a:xfrm>
              <a:custGeom>
                <a:avLst/>
                <a:gdLst>
                  <a:gd name="connsiteX0" fmla="*/ 590550 w 1181100"/>
                  <a:gd name="connsiteY0" fmla="*/ 47625 h 1181100"/>
                  <a:gd name="connsiteX1" fmla="*/ 1133475 w 1181100"/>
                  <a:gd name="connsiteY1" fmla="*/ 590550 h 1181100"/>
                  <a:gd name="connsiteX2" fmla="*/ 590550 w 1181100"/>
                  <a:gd name="connsiteY2" fmla="*/ 1133475 h 1181100"/>
                  <a:gd name="connsiteX3" fmla="*/ 47625 w 1181100"/>
                  <a:gd name="connsiteY3" fmla="*/ 590550 h 1181100"/>
                  <a:gd name="connsiteX4" fmla="*/ 590550 w 1181100"/>
                  <a:gd name="connsiteY4" fmla="*/ 47625 h 1181100"/>
                  <a:gd name="connsiteX5" fmla="*/ 590550 w 1181100"/>
                  <a:gd name="connsiteY5" fmla="*/ 0 h 1181100"/>
                  <a:gd name="connsiteX6" fmla="*/ 0 w 1181100"/>
                  <a:gd name="connsiteY6" fmla="*/ 590550 h 1181100"/>
                  <a:gd name="connsiteX7" fmla="*/ 590550 w 1181100"/>
                  <a:gd name="connsiteY7" fmla="*/ 1181100 h 1181100"/>
                  <a:gd name="connsiteX8" fmla="*/ 1181100 w 1181100"/>
                  <a:gd name="connsiteY8" fmla="*/ 590550 h 1181100"/>
                  <a:gd name="connsiteX9" fmla="*/ 590550 w 1181100"/>
                  <a:gd name="connsiteY9" fmla="*/ 0 h 1181100"/>
                  <a:gd name="connsiteX10" fmla="*/ 590550 w 1181100"/>
                  <a:gd name="connsiteY10" fmla="*/ 0 h 118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1100" h="1181100">
                    <a:moveTo>
                      <a:pt x="590550" y="47625"/>
                    </a:moveTo>
                    <a:cubicBezTo>
                      <a:pt x="890588" y="47625"/>
                      <a:pt x="1133475" y="290513"/>
                      <a:pt x="1133475" y="590550"/>
                    </a:cubicBezTo>
                    <a:cubicBezTo>
                      <a:pt x="1133475" y="890588"/>
                      <a:pt x="890588" y="1133475"/>
                      <a:pt x="590550" y="1133475"/>
                    </a:cubicBezTo>
                    <a:cubicBezTo>
                      <a:pt x="290513" y="1133475"/>
                      <a:pt x="47625" y="890588"/>
                      <a:pt x="47625" y="590550"/>
                    </a:cubicBezTo>
                    <a:cubicBezTo>
                      <a:pt x="46673" y="291465"/>
                      <a:pt x="290513" y="47625"/>
                      <a:pt x="590550" y="47625"/>
                    </a:cubicBezTo>
                    <a:moveTo>
                      <a:pt x="590550" y="0"/>
                    </a:moveTo>
                    <a:cubicBezTo>
                      <a:pt x="264795" y="0"/>
                      <a:pt x="0" y="264795"/>
                      <a:pt x="0" y="590550"/>
                    </a:cubicBezTo>
                    <a:cubicBezTo>
                      <a:pt x="0" y="916305"/>
                      <a:pt x="264795" y="1181100"/>
                      <a:pt x="590550" y="1181100"/>
                    </a:cubicBezTo>
                    <a:cubicBezTo>
                      <a:pt x="916305" y="1181100"/>
                      <a:pt x="1181100" y="916305"/>
                      <a:pt x="1181100" y="590550"/>
                    </a:cubicBezTo>
                    <a:cubicBezTo>
                      <a:pt x="1181100" y="265747"/>
                      <a:pt x="916305" y="0"/>
                      <a:pt x="590550" y="0"/>
                    </a:cubicBezTo>
                    <a:lnTo>
                      <a:pt x="5905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80" name="TextBox 54">
            <a:extLst>
              <a:ext uri="{FF2B5EF4-FFF2-40B4-BE49-F238E27FC236}">
                <a16:creationId xmlns:a16="http://schemas.microsoft.com/office/drawing/2014/main" id="{1CECAA13-FD2F-2C41-AC6D-DD0AD57C6A88}"/>
              </a:ext>
            </a:extLst>
          </p:cNvPr>
          <p:cNvSpPr txBox="1"/>
          <p:nvPr/>
        </p:nvSpPr>
        <p:spPr>
          <a:xfrm>
            <a:off x="9942479" y="7677521"/>
            <a:ext cx="431528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RS" sz="3363" b="1" dirty="0">
                <a:solidFill>
                  <a:srgbClr val="FFFFFF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2</a:t>
            </a:r>
          </a:p>
        </p:txBody>
      </p:sp>
      <p:grpSp>
        <p:nvGrpSpPr>
          <p:cNvPr id="6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2151060" y="3636366"/>
            <a:ext cx="3511086" cy="2485347"/>
            <a:chOff x="8405497" y="2446789"/>
            <a:chExt cx="3571871" cy="2528374"/>
          </a:xfrm>
        </p:grpSpPr>
        <p:grpSp>
          <p:nvGrpSpPr>
            <p:cNvPr id="74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8405497" y="2446789"/>
              <a:ext cx="3571871" cy="2528374"/>
              <a:chOff x="8405497" y="2446789"/>
              <a:chExt cx="3571871" cy="2528374"/>
            </a:xfrm>
            <a:solidFill>
              <a:srgbClr val="51AE55"/>
            </a:solidFill>
          </p:grpSpPr>
          <p:sp>
            <p:nvSpPr>
              <p:cNvPr id="76" name="Freeform 58">
                <a:extLst>
                  <a:ext uri="{FF2B5EF4-FFF2-40B4-BE49-F238E27FC236}">
                    <a16:creationId xmlns:a16="http://schemas.microsoft.com/office/drawing/2014/main" id="{C550D5F9-9C87-2E43-B397-7497D3026EBE}"/>
                  </a:ext>
                </a:extLst>
              </p:cNvPr>
              <p:cNvSpPr/>
              <p:nvPr/>
            </p:nvSpPr>
            <p:spPr>
              <a:xfrm>
                <a:off x="8405497" y="2446789"/>
                <a:ext cx="3571871" cy="2528374"/>
              </a:xfrm>
              <a:custGeom>
                <a:avLst/>
                <a:gdLst>
                  <a:gd name="connsiteX0" fmla="*/ 3571872 w 3571871"/>
                  <a:gd name="connsiteY0" fmla="*/ 123055 h 2528374"/>
                  <a:gd name="connsiteX1" fmla="*/ 3441379 w 3571871"/>
                  <a:gd name="connsiteY1" fmla="*/ 183 h 2528374"/>
                  <a:gd name="connsiteX2" fmla="*/ 1480182 w 3571871"/>
                  <a:gd name="connsiteY2" fmla="*/ 579303 h 2528374"/>
                  <a:gd name="connsiteX3" fmla="*/ 21904 w 3571871"/>
                  <a:gd name="connsiteY3" fmla="*/ 1915660 h 2528374"/>
                  <a:gd name="connsiteX4" fmla="*/ 59052 w 3571871"/>
                  <a:gd name="connsiteY4" fmla="*/ 2090920 h 2528374"/>
                  <a:gd name="connsiteX5" fmla="*/ 741994 w 3571871"/>
                  <a:gd name="connsiteY5" fmla="*/ 2510020 h 2528374"/>
                  <a:gd name="connsiteX6" fmla="*/ 906777 w 3571871"/>
                  <a:gd name="connsiteY6" fmla="*/ 2476683 h 2528374"/>
                  <a:gd name="connsiteX7" fmla="*/ 3457572 w 3571871"/>
                  <a:gd name="connsiteY7" fmla="*/ 1047933 h 2528374"/>
                  <a:gd name="connsiteX8" fmla="*/ 3571872 w 3571871"/>
                  <a:gd name="connsiteY8" fmla="*/ 925060 h 2528374"/>
                  <a:gd name="connsiteX9" fmla="*/ 3571872 w 3571871"/>
                  <a:gd name="connsiteY9" fmla="*/ 123055 h 2528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71871" h="2528374">
                    <a:moveTo>
                      <a:pt x="3571872" y="123055"/>
                    </a:moveTo>
                    <a:cubicBezTo>
                      <a:pt x="3571872" y="52570"/>
                      <a:pt x="3511864" y="-3627"/>
                      <a:pt x="3441379" y="183"/>
                    </a:cubicBezTo>
                    <a:cubicBezTo>
                      <a:pt x="2751769" y="38283"/>
                      <a:pt x="2078352" y="236403"/>
                      <a:pt x="1480182" y="579303"/>
                    </a:cubicBezTo>
                    <a:cubicBezTo>
                      <a:pt x="902014" y="909820"/>
                      <a:pt x="401952" y="1368926"/>
                      <a:pt x="21904" y="1915660"/>
                    </a:cubicBezTo>
                    <a:cubicBezTo>
                      <a:pt x="-18101" y="1973763"/>
                      <a:pt x="-1909" y="2053773"/>
                      <a:pt x="59052" y="2090920"/>
                    </a:cubicBezTo>
                    <a:lnTo>
                      <a:pt x="741994" y="2510020"/>
                    </a:lnTo>
                    <a:cubicBezTo>
                      <a:pt x="797239" y="2544311"/>
                      <a:pt x="868677" y="2529070"/>
                      <a:pt x="906777" y="2476683"/>
                    </a:cubicBezTo>
                    <a:cubicBezTo>
                      <a:pt x="1503994" y="1635626"/>
                      <a:pt x="2432682" y="1116513"/>
                      <a:pt x="3457572" y="1047933"/>
                    </a:cubicBezTo>
                    <a:cubicBezTo>
                      <a:pt x="3522342" y="1043170"/>
                      <a:pt x="3571872" y="989830"/>
                      <a:pt x="3571872" y="925060"/>
                    </a:cubicBezTo>
                    <a:lnTo>
                      <a:pt x="3571872" y="123055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75" name="Freeform 59">
              <a:extLst>
                <a:ext uri="{FF2B5EF4-FFF2-40B4-BE49-F238E27FC236}">
                  <a16:creationId xmlns:a16="http://schemas.microsoft.com/office/drawing/2014/main" id="{9A9F82EF-E2A2-C745-9A85-DF7D994EA0E8}"/>
                </a:ext>
              </a:extLst>
            </p:cNvPr>
            <p:cNvSpPr/>
            <p:nvPr/>
          </p:nvSpPr>
          <p:spPr>
            <a:xfrm>
              <a:off x="8802400" y="4325637"/>
              <a:ext cx="317695" cy="297874"/>
            </a:xfrm>
            <a:custGeom>
              <a:avLst/>
              <a:gdLst>
                <a:gd name="connsiteX0" fmla="*/ 12669 w 317695"/>
                <a:gd name="connsiteY0" fmla="*/ 133015 h 297874"/>
                <a:gd name="connsiteX1" fmla="*/ 276512 w 317695"/>
                <a:gd name="connsiteY1" fmla="*/ 293987 h 297874"/>
                <a:gd name="connsiteX2" fmla="*/ 317469 w 317695"/>
                <a:gd name="connsiteY2" fmla="*/ 267317 h 297874"/>
                <a:gd name="connsiteX3" fmla="*/ 286037 w 317695"/>
                <a:gd name="connsiteY3" fmla="*/ 23477 h 297874"/>
                <a:gd name="connsiteX4" fmla="*/ 249842 w 317695"/>
                <a:gd name="connsiteY4" fmla="*/ 1570 h 297874"/>
                <a:gd name="connsiteX5" fmla="*/ 18385 w 317695"/>
                <a:gd name="connsiteY5" fmla="*/ 84437 h 297874"/>
                <a:gd name="connsiteX6" fmla="*/ 12669 w 317695"/>
                <a:gd name="connsiteY6" fmla="*/ 133015 h 297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695" h="297874">
                  <a:moveTo>
                    <a:pt x="12669" y="133015"/>
                  </a:moveTo>
                  <a:lnTo>
                    <a:pt x="276512" y="293987"/>
                  </a:lnTo>
                  <a:cubicBezTo>
                    <a:pt x="295562" y="305417"/>
                    <a:pt x="320327" y="290177"/>
                    <a:pt x="317469" y="267317"/>
                  </a:cubicBezTo>
                  <a:lnTo>
                    <a:pt x="286037" y="23477"/>
                  </a:lnTo>
                  <a:cubicBezTo>
                    <a:pt x="284132" y="6332"/>
                    <a:pt x="266035" y="-4145"/>
                    <a:pt x="249842" y="1570"/>
                  </a:cubicBezTo>
                  <a:lnTo>
                    <a:pt x="18385" y="84437"/>
                  </a:lnTo>
                  <a:cubicBezTo>
                    <a:pt x="-3523" y="92057"/>
                    <a:pt x="-6381" y="121585"/>
                    <a:pt x="12669" y="13301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69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2879491" y="3711450"/>
            <a:ext cx="1161002" cy="1161000"/>
            <a:chOff x="9146539" y="2523172"/>
            <a:chExt cx="1181102" cy="1181099"/>
          </a:xfrm>
        </p:grpSpPr>
        <p:grpSp>
          <p:nvGrpSpPr>
            <p:cNvPr id="71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9146539" y="2523172"/>
              <a:ext cx="1181102" cy="1181099"/>
              <a:chOff x="9146539" y="2523172"/>
              <a:chExt cx="1181102" cy="1181099"/>
            </a:xfrm>
          </p:grpSpPr>
          <p:sp>
            <p:nvSpPr>
              <p:cNvPr id="72" name="Freeform 63">
                <a:extLst>
                  <a:ext uri="{FF2B5EF4-FFF2-40B4-BE49-F238E27FC236}">
                    <a16:creationId xmlns:a16="http://schemas.microsoft.com/office/drawing/2014/main" id="{C1D286BC-9BEB-D848-B2B6-98DEF964DB10}"/>
                  </a:ext>
                </a:extLst>
              </p:cNvPr>
              <p:cNvSpPr/>
              <p:nvPr/>
            </p:nvSpPr>
            <p:spPr>
              <a:xfrm>
                <a:off x="9170351" y="2547937"/>
                <a:ext cx="1133477" cy="1133475"/>
              </a:xfrm>
              <a:custGeom>
                <a:avLst/>
                <a:gdLst>
                  <a:gd name="connsiteX0" fmla="*/ 566738 w 1133477"/>
                  <a:gd name="connsiteY0" fmla="*/ 1133475 h 1133475"/>
                  <a:gd name="connsiteX1" fmla="*/ 0 w 1133477"/>
                  <a:gd name="connsiteY1" fmla="*/ 566738 h 1133475"/>
                  <a:gd name="connsiteX2" fmla="*/ 566738 w 1133477"/>
                  <a:gd name="connsiteY2" fmla="*/ 0 h 1133475"/>
                  <a:gd name="connsiteX3" fmla="*/ 1133475 w 1133477"/>
                  <a:gd name="connsiteY3" fmla="*/ 566738 h 1133475"/>
                  <a:gd name="connsiteX4" fmla="*/ 566738 w 1133477"/>
                  <a:gd name="connsiteY4" fmla="*/ 1133475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477" h="1133475">
                    <a:moveTo>
                      <a:pt x="566738" y="1133475"/>
                    </a:moveTo>
                    <a:cubicBezTo>
                      <a:pt x="254318" y="1133475"/>
                      <a:pt x="0" y="879158"/>
                      <a:pt x="0" y="566738"/>
                    </a:cubicBezTo>
                    <a:cubicBezTo>
                      <a:pt x="0" y="254317"/>
                      <a:pt x="254318" y="0"/>
                      <a:pt x="566738" y="0"/>
                    </a:cubicBezTo>
                    <a:cubicBezTo>
                      <a:pt x="879158" y="0"/>
                      <a:pt x="1133475" y="254317"/>
                      <a:pt x="1133475" y="566738"/>
                    </a:cubicBezTo>
                    <a:cubicBezTo>
                      <a:pt x="1134428" y="879158"/>
                      <a:pt x="879158" y="1133475"/>
                      <a:pt x="566738" y="1133475"/>
                    </a:cubicBezTo>
                    <a:close/>
                  </a:path>
                </a:pathLst>
              </a:custGeom>
              <a:ln/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73" name="Freeform 64">
                <a:extLst>
                  <a:ext uri="{FF2B5EF4-FFF2-40B4-BE49-F238E27FC236}">
                    <a16:creationId xmlns:a16="http://schemas.microsoft.com/office/drawing/2014/main" id="{1BDCDF65-4CC6-854E-9798-94164791E124}"/>
                  </a:ext>
                </a:extLst>
              </p:cNvPr>
              <p:cNvSpPr/>
              <p:nvPr/>
            </p:nvSpPr>
            <p:spPr>
              <a:xfrm>
                <a:off x="9146539" y="2523172"/>
                <a:ext cx="1181102" cy="1181099"/>
              </a:xfrm>
              <a:custGeom>
                <a:avLst/>
                <a:gdLst>
                  <a:gd name="connsiteX0" fmla="*/ 590550 w 1181102"/>
                  <a:gd name="connsiteY0" fmla="*/ 47625 h 1181099"/>
                  <a:gd name="connsiteX1" fmla="*/ 1133475 w 1181102"/>
                  <a:gd name="connsiteY1" fmla="*/ 590550 h 1181099"/>
                  <a:gd name="connsiteX2" fmla="*/ 590550 w 1181102"/>
                  <a:gd name="connsiteY2" fmla="*/ 1133475 h 1181099"/>
                  <a:gd name="connsiteX3" fmla="*/ 47625 w 1181102"/>
                  <a:gd name="connsiteY3" fmla="*/ 590550 h 1181099"/>
                  <a:gd name="connsiteX4" fmla="*/ 590550 w 1181102"/>
                  <a:gd name="connsiteY4" fmla="*/ 47625 h 1181099"/>
                  <a:gd name="connsiteX5" fmla="*/ 590550 w 1181102"/>
                  <a:gd name="connsiteY5" fmla="*/ 0 h 1181099"/>
                  <a:gd name="connsiteX6" fmla="*/ 0 w 1181102"/>
                  <a:gd name="connsiteY6" fmla="*/ 590550 h 1181099"/>
                  <a:gd name="connsiteX7" fmla="*/ 590550 w 1181102"/>
                  <a:gd name="connsiteY7" fmla="*/ 1181100 h 1181099"/>
                  <a:gd name="connsiteX8" fmla="*/ 1181100 w 1181102"/>
                  <a:gd name="connsiteY8" fmla="*/ 590550 h 1181099"/>
                  <a:gd name="connsiteX9" fmla="*/ 590550 w 1181102"/>
                  <a:gd name="connsiteY9" fmla="*/ 0 h 1181099"/>
                  <a:gd name="connsiteX10" fmla="*/ 590550 w 1181102"/>
                  <a:gd name="connsiteY10" fmla="*/ 0 h 1181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1102" h="1181099">
                    <a:moveTo>
                      <a:pt x="590550" y="47625"/>
                    </a:moveTo>
                    <a:cubicBezTo>
                      <a:pt x="890588" y="47625"/>
                      <a:pt x="1133475" y="290513"/>
                      <a:pt x="1133475" y="590550"/>
                    </a:cubicBezTo>
                    <a:cubicBezTo>
                      <a:pt x="1133475" y="890587"/>
                      <a:pt x="890588" y="1133475"/>
                      <a:pt x="590550" y="1133475"/>
                    </a:cubicBezTo>
                    <a:cubicBezTo>
                      <a:pt x="290513" y="1133475"/>
                      <a:pt x="47625" y="890587"/>
                      <a:pt x="47625" y="590550"/>
                    </a:cubicBezTo>
                    <a:cubicBezTo>
                      <a:pt x="47625" y="290513"/>
                      <a:pt x="290513" y="47625"/>
                      <a:pt x="590550" y="47625"/>
                    </a:cubicBezTo>
                    <a:moveTo>
                      <a:pt x="590550" y="0"/>
                    </a:moveTo>
                    <a:cubicBezTo>
                      <a:pt x="264795" y="0"/>
                      <a:pt x="0" y="264795"/>
                      <a:pt x="0" y="590550"/>
                    </a:cubicBezTo>
                    <a:cubicBezTo>
                      <a:pt x="0" y="916305"/>
                      <a:pt x="264795" y="1181100"/>
                      <a:pt x="590550" y="1181100"/>
                    </a:cubicBezTo>
                    <a:cubicBezTo>
                      <a:pt x="916305" y="1181100"/>
                      <a:pt x="1181100" y="916305"/>
                      <a:pt x="1181100" y="590550"/>
                    </a:cubicBezTo>
                    <a:cubicBezTo>
                      <a:pt x="1182053" y="264795"/>
                      <a:pt x="916305" y="0"/>
                      <a:pt x="590550" y="0"/>
                    </a:cubicBezTo>
                    <a:lnTo>
                      <a:pt x="5905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70" name="TextBox 65">
            <a:extLst>
              <a:ext uri="{FF2B5EF4-FFF2-40B4-BE49-F238E27FC236}">
                <a16:creationId xmlns:a16="http://schemas.microsoft.com/office/drawing/2014/main" id="{C88B6C7C-A6BB-1049-A3A5-F45A12326D8D}"/>
              </a:ext>
            </a:extLst>
          </p:cNvPr>
          <p:cNvSpPr txBox="1"/>
          <p:nvPr/>
        </p:nvSpPr>
        <p:spPr>
          <a:xfrm>
            <a:off x="3207988" y="3958366"/>
            <a:ext cx="458780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RS" sz="3363" b="1" dirty="0">
                <a:solidFill>
                  <a:srgbClr val="FFFFFF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6</a:t>
            </a:r>
          </a:p>
        </p:txBody>
      </p:sp>
      <p:grpSp>
        <p:nvGrpSpPr>
          <p:cNvPr id="55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1389852" y="5867657"/>
            <a:ext cx="1428005" cy="4295838"/>
            <a:chOff x="7631112" y="4716709"/>
            <a:chExt cx="1452726" cy="4370211"/>
          </a:xfrm>
        </p:grpSpPr>
        <p:grpSp>
          <p:nvGrpSpPr>
            <p:cNvPr id="64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7631112" y="4716709"/>
              <a:ext cx="1452726" cy="4370211"/>
              <a:chOff x="7631112" y="4716709"/>
              <a:chExt cx="1452726" cy="4370211"/>
            </a:xfrm>
            <a:solidFill>
              <a:srgbClr val="E3A834"/>
            </a:solidFill>
          </p:grpSpPr>
          <p:sp>
            <p:nvSpPr>
              <p:cNvPr id="66" name="Freeform 69">
                <a:extLst>
                  <a:ext uri="{FF2B5EF4-FFF2-40B4-BE49-F238E27FC236}">
                    <a16:creationId xmlns:a16="http://schemas.microsoft.com/office/drawing/2014/main" id="{2AC93750-A003-DC4A-A59E-6FAABC96B1A4}"/>
                  </a:ext>
                </a:extLst>
              </p:cNvPr>
              <p:cNvSpPr/>
              <p:nvPr/>
            </p:nvSpPr>
            <p:spPr>
              <a:xfrm>
                <a:off x="7631112" y="4716709"/>
                <a:ext cx="1452726" cy="4370211"/>
              </a:xfrm>
              <a:custGeom>
                <a:avLst/>
                <a:gdLst>
                  <a:gd name="connsiteX0" fmla="*/ 1046798 w 1452726"/>
                  <a:gd name="connsiteY0" fmla="*/ 2185106 h 4370211"/>
                  <a:gd name="connsiteX1" fmla="*/ 1438275 w 1452726"/>
                  <a:gd name="connsiteY1" fmla="*/ 599193 h 4370211"/>
                  <a:gd name="connsiteX2" fmla="*/ 1393507 w 1452726"/>
                  <a:gd name="connsiteY2" fmla="*/ 437268 h 4370211"/>
                  <a:gd name="connsiteX3" fmla="*/ 710565 w 1452726"/>
                  <a:gd name="connsiteY3" fmla="*/ 18168 h 4370211"/>
                  <a:gd name="connsiteX4" fmla="*/ 537210 w 1452726"/>
                  <a:gd name="connsiteY4" fmla="*/ 64841 h 4370211"/>
                  <a:gd name="connsiteX5" fmla="*/ 0 w 1452726"/>
                  <a:gd name="connsiteY5" fmla="*/ 2185106 h 4370211"/>
                  <a:gd name="connsiteX6" fmla="*/ 537210 w 1452726"/>
                  <a:gd name="connsiteY6" fmla="*/ 4305371 h 4370211"/>
                  <a:gd name="connsiteX7" fmla="*/ 710565 w 1452726"/>
                  <a:gd name="connsiteY7" fmla="*/ 4352043 h 4370211"/>
                  <a:gd name="connsiteX8" fmla="*/ 1393507 w 1452726"/>
                  <a:gd name="connsiteY8" fmla="*/ 3932943 h 4370211"/>
                  <a:gd name="connsiteX9" fmla="*/ 1438275 w 1452726"/>
                  <a:gd name="connsiteY9" fmla="*/ 3771018 h 4370211"/>
                  <a:gd name="connsiteX10" fmla="*/ 1046798 w 1452726"/>
                  <a:gd name="connsiteY10" fmla="*/ 2185106 h 4370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52726" h="4370211">
                    <a:moveTo>
                      <a:pt x="1046798" y="2185106"/>
                    </a:moveTo>
                    <a:cubicBezTo>
                      <a:pt x="1046798" y="1630751"/>
                      <a:pt x="1181100" y="1086873"/>
                      <a:pt x="1438275" y="599193"/>
                    </a:cubicBezTo>
                    <a:cubicBezTo>
                      <a:pt x="1468755" y="542043"/>
                      <a:pt x="1449705" y="470606"/>
                      <a:pt x="1393507" y="437268"/>
                    </a:cubicBezTo>
                    <a:lnTo>
                      <a:pt x="710565" y="18168"/>
                    </a:lnTo>
                    <a:cubicBezTo>
                      <a:pt x="650557" y="-18979"/>
                      <a:pt x="571500" y="2928"/>
                      <a:pt x="537210" y="64841"/>
                    </a:cubicBezTo>
                    <a:cubicBezTo>
                      <a:pt x="184785" y="714446"/>
                      <a:pt x="0" y="1442156"/>
                      <a:pt x="0" y="2185106"/>
                    </a:cubicBezTo>
                    <a:cubicBezTo>
                      <a:pt x="0" y="2928056"/>
                      <a:pt x="184785" y="3656718"/>
                      <a:pt x="537210" y="4305371"/>
                    </a:cubicBezTo>
                    <a:cubicBezTo>
                      <a:pt x="570548" y="4367284"/>
                      <a:pt x="649605" y="4389191"/>
                      <a:pt x="710565" y="4352043"/>
                    </a:cubicBezTo>
                    <a:lnTo>
                      <a:pt x="1393507" y="3932943"/>
                    </a:lnTo>
                    <a:cubicBezTo>
                      <a:pt x="1448752" y="3898653"/>
                      <a:pt x="1467802" y="3828168"/>
                      <a:pt x="1438275" y="3771018"/>
                    </a:cubicBezTo>
                    <a:cubicBezTo>
                      <a:pt x="1181100" y="3283339"/>
                      <a:pt x="1046798" y="2739461"/>
                      <a:pt x="1046798" y="2185106"/>
                    </a:cubicBezTo>
                    <a:close/>
                  </a:path>
                </a:pathLst>
              </a:custGeom>
              <a:solidFill>
                <a:schemeClr val="accent5"/>
              </a:solidFill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 dirty="0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65" name="Freeform 70">
              <a:extLst>
                <a:ext uri="{FF2B5EF4-FFF2-40B4-BE49-F238E27FC236}">
                  <a16:creationId xmlns:a16="http://schemas.microsoft.com/office/drawing/2014/main" id="{33632D2F-C8BF-DD4E-8E7C-03AEBB1E1EFE}"/>
                </a:ext>
              </a:extLst>
            </p:cNvPr>
            <p:cNvSpPr/>
            <p:nvPr/>
          </p:nvSpPr>
          <p:spPr>
            <a:xfrm>
              <a:off x="8392877" y="8429007"/>
              <a:ext cx="316838" cy="298267"/>
            </a:xfrm>
            <a:custGeom>
              <a:avLst/>
              <a:gdLst>
                <a:gd name="connsiteX0" fmla="*/ 41192 w 316838"/>
                <a:gd name="connsiteY0" fmla="*/ 293987 h 298267"/>
                <a:gd name="connsiteX1" fmla="*/ 304082 w 316838"/>
                <a:gd name="connsiteY1" fmla="*/ 132062 h 298267"/>
                <a:gd name="connsiteX2" fmla="*/ 299320 w 316838"/>
                <a:gd name="connsiteY2" fmla="*/ 83485 h 298267"/>
                <a:gd name="connsiteX3" fmla="*/ 67862 w 316838"/>
                <a:gd name="connsiteY3" fmla="*/ 1570 h 298267"/>
                <a:gd name="connsiteX4" fmla="*/ 31667 w 316838"/>
                <a:gd name="connsiteY4" fmla="*/ 23478 h 298267"/>
                <a:gd name="connsiteX5" fmla="*/ 235 w 316838"/>
                <a:gd name="connsiteY5" fmla="*/ 267317 h 298267"/>
                <a:gd name="connsiteX6" fmla="*/ 41192 w 316838"/>
                <a:gd name="connsiteY6" fmla="*/ 293987 h 298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6838" h="298267">
                  <a:moveTo>
                    <a:pt x="41192" y="293987"/>
                  </a:moveTo>
                  <a:lnTo>
                    <a:pt x="304082" y="132062"/>
                  </a:lnTo>
                  <a:cubicBezTo>
                    <a:pt x="323132" y="119680"/>
                    <a:pt x="320274" y="91105"/>
                    <a:pt x="299320" y="83485"/>
                  </a:cubicBezTo>
                  <a:lnTo>
                    <a:pt x="67862" y="1570"/>
                  </a:lnTo>
                  <a:cubicBezTo>
                    <a:pt x="51670" y="-4145"/>
                    <a:pt x="34524" y="6332"/>
                    <a:pt x="31667" y="23478"/>
                  </a:cubicBezTo>
                  <a:lnTo>
                    <a:pt x="235" y="267317"/>
                  </a:lnTo>
                  <a:cubicBezTo>
                    <a:pt x="-2623" y="290178"/>
                    <a:pt x="21190" y="306370"/>
                    <a:pt x="41192" y="29398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5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809352" y="7434140"/>
            <a:ext cx="1161002" cy="1161000"/>
            <a:chOff x="7040562" y="6310312"/>
            <a:chExt cx="1181102" cy="1181100"/>
          </a:xfrm>
        </p:grpSpPr>
        <p:grpSp>
          <p:nvGrpSpPr>
            <p:cNvPr id="59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7040562" y="6310312"/>
              <a:ext cx="1181102" cy="1181100"/>
              <a:chOff x="7040562" y="6310312"/>
              <a:chExt cx="1181102" cy="1181100"/>
            </a:xfrm>
          </p:grpSpPr>
          <p:sp>
            <p:nvSpPr>
              <p:cNvPr id="60" name="Freeform 74">
                <a:extLst>
                  <a:ext uri="{FF2B5EF4-FFF2-40B4-BE49-F238E27FC236}">
                    <a16:creationId xmlns:a16="http://schemas.microsoft.com/office/drawing/2014/main" id="{6E01DD9E-7EB2-5247-A292-4AF781BF9A6A}"/>
                  </a:ext>
                </a:extLst>
              </p:cNvPr>
              <p:cNvSpPr/>
              <p:nvPr/>
            </p:nvSpPr>
            <p:spPr>
              <a:xfrm>
                <a:off x="7064374" y="6335077"/>
                <a:ext cx="1133475" cy="1133475"/>
              </a:xfrm>
              <a:custGeom>
                <a:avLst/>
                <a:gdLst>
                  <a:gd name="connsiteX0" fmla="*/ 1133475 w 1133475"/>
                  <a:gd name="connsiteY0" fmla="*/ 566737 h 1133475"/>
                  <a:gd name="connsiteX1" fmla="*/ 566738 w 1133475"/>
                  <a:gd name="connsiteY1" fmla="*/ 1133475 h 1133475"/>
                  <a:gd name="connsiteX2" fmla="*/ 0 w 1133475"/>
                  <a:gd name="connsiteY2" fmla="*/ 566737 h 1133475"/>
                  <a:gd name="connsiteX3" fmla="*/ 566738 w 1133475"/>
                  <a:gd name="connsiteY3" fmla="*/ 0 h 1133475"/>
                  <a:gd name="connsiteX4" fmla="*/ 1133475 w 1133475"/>
                  <a:gd name="connsiteY4" fmla="*/ 566737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475" h="1133475">
                    <a:moveTo>
                      <a:pt x="1133475" y="566737"/>
                    </a:moveTo>
                    <a:cubicBezTo>
                      <a:pt x="1133475" y="879738"/>
                      <a:pt x="879738" y="1133475"/>
                      <a:pt x="566738" y="1133475"/>
                    </a:cubicBezTo>
                    <a:cubicBezTo>
                      <a:pt x="253737" y="1133475"/>
                      <a:pt x="0" y="879738"/>
                      <a:pt x="0" y="566737"/>
                    </a:cubicBezTo>
                    <a:cubicBezTo>
                      <a:pt x="0" y="253737"/>
                      <a:pt x="253737" y="0"/>
                      <a:pt x="566738" y="0"/>
                    </a:cubicBezTo>
                    <a:cubicBezTo>
                      <a:pt x="879738" y="0"/>
                      <a:pt x="1133475" y="253737"/>
                      <a:pt x="1133475" y="566737"/>
                    </a:cubicBezTo>
                    <a:close/>
                  </a:path>
                </a:pathLst>
              </a:custGeom>
              <a:solidFill>
                <a:schemeClr val="accent5"/>
              </a:solidFill>
              <a:ln/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3" name="Freeform 75">
                <a:extLst>
                  <a:ext uri="{FF2B5EF4-FFF2-40B4-BE49-F238E27FC236}">
                    <a16:creationId xmlns:a16="http://schemas.microsoft.com/office/drawing/2014/main" id="{C05D65F9-311D-BB4D-AB2B-AD13394AE20C}"/>
                  </a:ext>
                </a:extLst>
              </p:cNvPr>
              <p:cNvSpPr/>
              <p:nvPr/>
            </p:nvSpPr>
            <p:spPr>
              <a:xfrm>
                <a:off x="7040562" y="6310312"/>
                <a:ext cx="1181102" cy="1181100"/>
              </a:xfrm>
              <a:custGeom>
                <a:avLst/>
                <a:gdLst>
                  <a:gd name="connsiteX0" fmla="*/ 590550 w 1181102"/>
                  <a:gd name="connsiteY0" fmla="*/ 47625 h 1181100"/>
                  <a:gd name="connsiteX1" fmla="*/ 1133475 w 1181102"/>
                  <a:gd name="connsiteY1" fmla="*/ 590550 h 1181100"/>
                  <a:gd name="connsiteX2" fmla="*/ 590550 w 1181102"/>
                  <a:gd name="connsiteY2" fmla="*/ 1133475 h 1181100"/>
                  <a:gd name="connsiteX3" fmla="*/ 47625 w 1181102"/>
                  <a:gd name="connsiteY3" fmla="*/ 590550 h 1181100"/>
                  <a:gd name="connsiteX4" fmla="*/ 590550 w 1181102"/>
                  <a:gd name="connsiteY4" fmla="*/ 47625 h 1181100"/>
                  <a:gd name="connsiteX5" fmla="*/ 590550 w 1181102"/>
                  <a:gd name="connsiteY5" fmla="*/ 0 h 1181100"/>
                  <a:gd name="connsiteX6" fmla="*/ 0 w 1181102"/>
                  <a:gd name="connsiteY6" fmla="*/ 590550 h 1181100"/>
                  <a:gd name="connsiteX7" fmla="*/ 590550 w 1181102"/>
                  <a:gd name="connsiteY7" fmla="*/ 1181100 h 1181100"/>
                  <a:gd name="connsiteX8" fmla="*/ 1181100 w 1181102"/>
                  <a:gd name="connsiteY8" fmla="*/ 590550 h 1181100"/>
                  <a:gd name="connsiteX9" fmla="*/ 590550 w 1181102"/>
                  <a:gd name="connsiteY9" fmla="*/ 0 h 1181100"/>
                  <a:gd name="connsiteX10" fmla="*/ 590550 w 1181102"/>
                  <a:gd name="connsiteY10" fmla="*/ 0 h 118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1102" h="1181100">
                    <a:moveTo>
                      <a:pt x="590550" y="47625"/>
                    </a:moveTo>
                    <a:cubicBezTo>
                      <a:pt x="890588" y="47625"/>
                      <a:pt x="1133475" y="290513"/>
                      <a:pt x="1133475" y="590550"/>
                    </a:cubicBezTo>
                    <a:cubicBezTo>
                      <a:pt x="1133475" y="890588"/>
                      <a:pt x="890588" y="1133475"/>
                      <a:pt x="590550" y="1133475"/>
                    </a:cubicBezTo>
                    <a:cubicBezTo>
                      <a:pt x="290513" y="1133475"/>
                      <a:pt x="47625" y="890588"/>
                      <a:pt x="47625" y="590550"/>
                    </a:cubicBezTo>
                    <a:cubicBezTo>
                      <a:pt x="47625" y="291465"/>
                      <a:pt x="290513" y="47625"/>
                      <a:pt x="590550" y="47625"/>
                    </a:cubicBezTo>
                    <a:moveTo>
                      <a:pt x="590550" y="0"/>
                    </a:moveTo>
                    <a:cubicBezTo>
                      <a:pt x="264795" y="0"/>
                      <a:pt x="0" y="264795"/>
                      <a:pt x="0" y="590550"/>
                    </a:cubicBezTo>
                    <a:cubicBezTo>
                      <a:pt x="0" y="916305"/>
                      <a:pt x="264795" y="1181100"/>
                      <a:pt x="590550" y="1181100"/>
                    </a:cubicBezTo>
                    <a:cubicBezTo>
                      <a:pt x="916305" y="1181100"/>
                      <a:pt x="1181100" y="916305"/>
                      <a:pt x="1181100" y="590550"/>
                    </a:cubicBezTo>
                    <a:cubicBezTo>
                      <a:pt x="1182052" y="265747"/>
                      <a:pt x="916305" y="0"/>
                      <a:pt x="590550" y="0"/>
                    </a:cubicBezTo>
                    <a:lnTo>
                      <a:pt x="5905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58" name="TextBox 76">
            <a:extLst>
              <a:ext uri="{FF2B5EF4-FFF2-40B4-BE49-F238E27FC236}">
                <a16:creationId xmlns:a16="http://schemas.microsoft.com/office/drawing/2014/main" id="{C77263F2-183B-9D42-8602-7430510EC0AC}"/>
              </a:ext>
            </a:extLst>
          </p:cNvPr>
          <p:cNvSpPr txBox="1"/>
          <p:nvPr/>
        </p:nvSpPr>
        <p:spPr>
          <a:xfrm>
            <a:off x="1169988" y="7700134"/>
            <a:ext cx="465192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RS" sz="3363" b="1" dirty="0">
                <a:solidFill>
                  <a:srgbClr val="FFFFFF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5</a:t>
            </a:r>
          </a:p>
        </p:txBody>
      </p:sp>
      <p:grpSp>
        <p:nvGrpSpPr>
          <p:cNvPr id="45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2150364" y="9910421"/>
            <a:ext cx="3510847" cy="2485301"/>
            <a:chOff x="8404790" y="8829463"/>
            <a:chExt cx="3571627" cy="2528329"/>
          </a:xfrm>
        </p:grpSpPr>
        <p:grpSp>
          <p:nvGrpSpPr>
            <p:cNvPr id="52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8404790" y="8829463"/>
              <a:ext cx="3571627" cy="2528329"/>
              <a:chOff x="8404790" y="8829463"/>
              <a:chExt cx="3571627" cy="2528329"/>
            </a:xfrm>
            <a:solidFill>
              <a:srgbClr val="DE7C3B"/>
            </a:solidFill>
          </p:grpSpPr>
          <p:sp>
            <p:nvSpPr>
              <p:cNvPr id="54" name="Freeform 80">
                <a:extLst>
                  <a:ext uri="{FF2B5EF4-FFF2-40B4-BE49-F238E27FC236}">
                    <a16:creationId xmlns:a16="http://schemas.microsoft.com/office/drawing/2014/main" id="{D61E2647-3DA7-7842-8388-20E8EB1389BA}"/>
                  </a:ext>
                </a:extLst>
              </p:cNvPr>
              <p:cNvSpPr/>
              <p:nvPr/>
            </p:nvSpPr>
            <p:spPr>
              <a:xfrm>
                <a:off x="8404790" y="8829463"/>
                <a:ext cx="3571627" cy="2528329"/>
              </a:xfrm>
              <a:custGeom>
                <a:avLst/>
                <a:gdLst>
                  <a:gd name="connsiteX0" fmla="*/ 741749 w 3571627"/>
                  <a:gd name="connsiteY0" fmla="*/ 18310 h 2528329"/>
                  <a:gd name="connsiteX1" fmla="*/ 58807 w 3571627"/>
                  <a:gd name="connsiteY1" fmla="*/ 437410 h 2528329"/>
                  <a:gd name="connsiteX2" fmla="*/ 21659 w 3571627"/>
                  <a:gd name="connsiteY2" fmla="*/ 612669 h 2528329"/>
                  <a:gd name="connsiteX3" fmla="*/ 1479937 w 3571627"/>
                  <a:gd name="connsiteY3" fmla="*/ 1949027 h 2528329"/>
                  <a:gd name="connsiteX4" fmla="*/ 3441135 w 3571627"/>
                  <a:gd name="connsiteY4" fmla="*/ 2528147 h 2528329"/>
                  <a:gd name="connsiteX5" fmla="*/ 3571627 w 3571627"/>
                  <a:gd name="connsiteY5" fmla="*/ 2405274 h 2528329"/>
                  <a:gd name="connsiteX6" fmla="*/ 3571627 w 3571627"/>
                  <a:gd name="connsiteY6" fmla="*/ 1604222 h 2528329"/>
                  <a:gd name="connsiteX7" fmla="*/ 3457327 w 3571627"/>
                  <a:gd name="connsiteY7" fmla="*/ 1481349 h 2528329"/>
                  <a:gd name="connsiteX8" fmla="*/ 906532 w 3571627"/>
                  <a:gd name="connsiteY8" fmla="*/ 52599 h 2528329"/>
                  <a:gd name="connsiteX9" fmla="*/ 741749 w 3571627"/>
                  <a:gd name="connsiteY9" fmla="*/ 18310 h 2528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571627" h="2528329">
                    <a:moveTo>
                      <a:pt x="741749" y="18310"/>
                    </a:moveTo>
                    <a:lnTo>
                      <a:pt x="58807" y="437410"/>
                    </a:lnTo>
                    <a:cubicBezTo>
                      <a:pt x="-1201" y="474557"/>
                      <a:pt x="-18346" y="554567"/>
                      <a:pt x="21659" y="612669"/>
                    </a:cubicBezTo>
                    <a:cubicBezTo>
                      <a:pt x="401707" y="1159405"/>
                      <a:pt x="901770" y="1618510"/>
                      <a:pt x="1479937" y="1949027"/>
                    </a:cubicBezTo>
                    <a:cubicBezTo>
                      <a:pt x="2078107" y="2290974"/>
                      <a:pt x="2751524" y="2489094"/>
                      <a:pt x="3441135" y="2528147"/>
                    </a:cubicBezTo>
                    <a:cubicBezTo>
                      <a:pt x="3511620" y="2531957"/>
                      <a:pt x="3571627" y="2475760"/>
                      <a:pt x="3571627" y="2405274"/>
                    </a:cubicBezTo>
                    <a:lnTo>
                      <a:pt x="3571627" y="1604222"/>
                    </a:lnTo>
                    <a:cubicBezTo>
                      <a:pt x="3571627" y="1539452"/>
                      <a:pt x="3521145" y="1486112"/>
                      <a:pt x="3457327" y="1481349"/>
                    </a:cubicBezTo>
                    <a:cubicBezTo>
                      <a:pt x="2431485" y="1412769"/>
                      <a:pt x="1503749" y="893657"/>
                      <a:pt x="906532" y="52599"/>
                    </a:cubicBezTo>
                    <a:cubicBezTo>
                      <a:pt x="869384" y="-740"/>
                      <a:pt x="796995" y="-15981"/>
                      <a:pt x="741749" y="18310"/>
                    </a:cubicBezTo>
                    <a:close/>
                  </a:path>
                </a:pathLst>
              </a:custGeom>
              <a:solidFill>
                <a:schemeClr val="accent4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 dirty="0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sp>
          <p:nvSpPr>
            <p:cNvPr id="53" name="Freeform 81">
              <a:extLst>
                <a:ext uri="{FF2B5EF4-FFF2-40B4-BE49-F238E27FC236}">
                  <a16:creationId xmlns:a16="http://schemas.microsoft.com/office/drawing/2014/main" id="{26B5ED35-7961-1C4C-A8AE-9D39E422835A}"/>
                </a:ext>
              </a:extLst>
            </p:cNvPr>
            <p:cNvSpPr/>
            <p:nvPr/>
          </p:nvSpPr>
          <p:spPr>
            <a:xfrm>
              <a:off x="11509215" y="10639995"/>
              <a:ext cx="247173" cy="362714"/>
            </a:xfrm>
            <a:custGeom>
              <a:avLst/>
              <a:gdLst>
                <a:gd name="connsiteX0" fmla="*/ 247174 w 247173"/>
                <a:gd name="connsiteY0" fmla="*/ 335662 h 362714"/>
                <a:gd name="connsiteX1" fmla="*/ 244316 w 247173"/>
                <a:gd name="connsiteY1" fmla="*/ 27052 h 362714"/>
                <a:gd name="connsiteX2" fmla="*/ 200501 w 247173"/>
                <a:gd name="connsiteY2" fmla="*/ 6097 h 362714"/>
                <a:gd name="connsiteX3" fmla="*/ 10001 w 247173"/>
                <a:gd name="connsiteY3" fmla="*/ 162307 h 362714"/>
                <a:gd name="connsiteX4" fmla="*/ 10001 w 247173"/>
                <a:gd name="connsiteY4" fmla="*/ 204217 h 362714"/>
                <a:gd name="connsiteX5" fmla="*/ 202407 w 247173"/>
                <a:gd name="connsiteY5" fmla="*/ 356617 h 362714"/>
                <a:gd name="connsiteX6" fmla="*/ 247174 w 247173"/>
                <a:gd name="connsiteY6" fmla="*/ 335662 h 36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173" h="362714">
                  <a:moveTo>
                    <a:pt x="247174" y="335662"/>
                  </a:moveTo>
                  <a:lnTo>
                    <a:pt x="244316" y="27052"/>
                  </a:lnTo>
                  <a:cubicBezTo>
                    <a:pt x="244316" y="4192"/>
                    <a:pt x="217646" y="-8190"/>
                    <a:pt x="200501" y="6097"/>
                  </a:cubicBezTo>
                  <a:lnTo>
                    <a:pt x="10001" y="162307"/>
                  </a:lnTo>
                  <a:cubicBezTo>
                    <a:pt x="-3334" y="172785"/>
                    <a:pt x="-3334" y="193740"/>
                    <a:pt x="10001" y="204217"/>
                  </a:cubicBezTo>
                  <a:lnTo>
                    <a:pt x="202407" y="356617"/>
                  </a:lnTo>
                  <a:cubicBezTo>
                    <a:pt x="220504" y="370905"/>
                    <a:pt x="247174" y="358522"/>
                    <a:pt x="247174" y="33566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RS" sz="2176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47" name="Graphic 4">
            <a:extLst>
              <a:ext uri="{FF2B5EF4-FFF2-40B4-BE49-F238E27FC236}">
                <a16:creationId xmlns:a16="http://schemas.microsoft.com/office/drawing/2014/main" id="{E066282E-250D-594F-B83E-727355DD9503}"/>
              </a:ext>
            </a:extLst>
          </p:cNvPr>
          <p:cNvGrpSpPr/>
          <p:nvPr/>
        </p:nvGrpSpPr>
        <p:grpSpPr>
          <a:xfrm>
            <a:off x="2879491" y="11157766"/>
            <a:ext cx="1161002" cy="1161000"/>
            <a:chOff x="9146539" y="10098405"/>
            <a:chExt cx="1181102" cy="1181100"/>
          </a:xfrm>
        </p:grpSpPr>
        <p:grpSp>
          <p:nvGrpSpPr>
            <p:cNvPr id="49" name="Graphic 4">
              <a:extLst>
                <a:ext uri="{FF2B5EF4-FFF2-40B4-BE49-F238E27FC236}">
                  <a16:creationId xmlns:a16="http://schemas.microsoft.com/office/drawing/2014/main" id="{E066282E-250D-594F-B83E-727355DD9503}"/>
                </a:ext>
              </a:extLst>
            </p:cNvPr>
            <p:cNvGrpSpPr/>
            <p:nvPr/>
          </p:nvGrpSpPr>
          <p:grpSpPr>
            <a:xfrm>
              <a:off x="9146539" y="10098405"/>
              <a:ext cx="1181102" cy="1181100"/>
              <a:chOff x="9146539" y="10098405"/>
              <a:chExt cx="1181102" cy="1181100"/>
            </a:xfrm>
          </p:grpSpPr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8491EEC4-1E01-1F46-A55A-116CBB7B98BF}"/>
                  </a:ext>
                </a:extLst>
              </p:cNvPr>
              <p:cNvSpPr/>
              <p:nvPr/>
            </p:nvSpPr>
            <p:spPr>
              <a:xfrm>
                <a:off x="9170351" y="10123169"/>
                <a:ext cx="1133477" cy="1133475"/>
              </a:xfrm>
              <a:custGeom>
                <a:avLst/>
                <a:gdLst>
                  <a:gd name="connsiteX0" fmla="*/ 566738 w 1133477"/>
                  <a:gd name="connsiteY0" fmla="*/ 1133475 h 1133475"/>
                  <a:gd name="connsiteX1" fmla="*/ 0 w 1133477"/>
                  <a:gd name="connsiteY1" fmla="*/ 566738 h 1133475"/>
                  <a:gd name="connsiteX2" fmla="*/ 566738 w 1133477"/>
                  <a:gd name="connsiteY2" fmla="*/ 0 h 1133475"/>
                  <a:gd name="connsiteX3" fmla="*/ 1133475 w 1133477"/>
                  <a:gd name="connsiteY3" fmla="*/ 566738 h 1133475"/>
                  <a:gd name="connsiteX4" fmla="*/ 566738 w 1133477"/>
                  <a:gd name="connsiteY4" fmla="*/ 1133475 h 11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3477" h="1133475">
                    <a:moveTo>
                      <a:pt x="566738" y="1133475"/>
                    </a:moveTo>
                    <a:cubicBezTo>
                      <a:pt x="254318" y="1133475"/>
                      <a:pt x="0" y="879157"/>
                      <a:pt x="0" y="566738"/>
                    </a:cubicBezTo>
                    <a:cubicBezTo>
                      <a:pt x="0" y="254318"/>
                      <a:pt x="254318" y="0"/>
                      <a:pt x="566738" y="0"/>
                    </a:cubicBezTo>
                    <a:cubicBezTo>
                      <a:pt x="879158" y="0"/>
                      <a:pt x="1133475" y="254318"/>
                      <a:pt x="1133475" y="566738"/>
                    </a:cubicBezTo>
                    <a:cubicBezTo>
                      <a:pt x="1134428" y="878205"/>
                      <a:pt x="879158" y="1133475"/>
                      <a:pt x="566738" y="1133475"/>
                    </a:cubicBezTo>
                    <a:close/>
                  </a:path>
                </a:pathLst>
              </a:custGeom>
              <a:solidFill>
                <a:schemeClr val="accent4"/>
              </a:solidFill>
              <a:ln/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1" name="Freeform 86">
                <a:extLst>
                  <a:ext uri="{FF2B5EF4-FFF2-40B4-BE49-F238E27FC236}">
                    <a16:creationId xmlns:a16="http://schemas.microsoft.com/office/drawing/2014/main" id="{40A432CE-07D5-904A-A8D4-F6128FD56E5D}"/>
                  </a:ext>
                </a:extLst>
              </p:cNvPr>
              <p:cNvSpPr/>
              <p:nvPr/>
            </p:nvSpPr>
            <p:spPr>
              <a:xfrm>
                <a:off x="9146539" y="10098405"/>
                <a:ext cx="1181102" cy="1181100"/>
              </a:xfrm>
              <a:custGeom>
                <a:avLst/>
                <a:gdLst>
                  <a:gd name="connsiteX0" fmla="*/ 590550 w 1181102"/>
                  <a:gd name="connsiteY0" fmla="*/ 47625 h 1181100"/>
                  <a:gd name="connsiteX1" fmla="*/ 1133475 w 1181102"/>
                  <a:gd name="connsiteY1" fmla="*/ 590550 h 1181100"/>
                  <a:gd name="connsiteX2" fmla="*/ 590550 w 1181102"/>
                  <a:gd name="connsiteY2" fmla="*/ 1133475 h 1181100"/>
                  <a:gd name="connsiteX3" fmla="*/ 47625 w 1181102"/>
                  <a:gd name="connsiteY3" fmla="*/ 590550 h 1181100"/>
                  <a:gd name="connsiteX4" fmla="*/ 590550 w 1181102"/>
                  <a:gd name="connsiteY4" fmla="*/ 47625 h 1181100"/>
                  <a:gd name="connsiteX5" fmla="*/ 590550 w 1181102"/>
                  <a:gd name="connsiteY5" fmla="*/ 0 h 1181100"/>
                  <a:gd name="connsiteX6" fmla="*/ 0 w 1181102"/>
                  <a:gd name="connsiteY6" fmla="*/ 590550 h 1181100"/>
                  <a:gd name="connsiteX7" fmla="*/ 590550 w 1181102"/>
                  <a:gd name="connsiteY7" fmla="*/ 1181100 h 1181100"/>
                  <a:gd name="connsiteX8" fmla="*/ 1181100 w 1181102"/>
                  <a:gd name="connsiteY8" fmla="*/ 590550 h 1181100"/>
                  <a:gd name="connsiteX9" fmla="*/ 590550 w 1181102"/>
                  <a:gd name="connsiteY9" fmla="*/ 0 h 1181100"/>
                  <a:gd name="connsiteX10" fmla="*/ 590550 w 1181102"/>
                  <a:gd name="connsiteY10" fmla="*/ 0 h 118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81102" h="1181100">
                    <a:moveTo>
                      <a:pt x="590550" y="47625"/>
                    </a:moveTo>
                    <a:cubicBezTo>
                      <a:pt x="890588" y="47625"/>
                      <a:pt x="1133475" y="290513"/>
                      <a:pt x="1133475" y="590550"/>
                    </a:cubicBezTo>
                    <a:cubicBezTo>
                      <a:pt x="1133475" y="890588"/>
                      <a:pt x="890588" y="1133475"/>
                      <a:pt x="590550" y="1133475"/>
                    </a:cubicBezTo>
                    <a:cubicBezTo>
                      <a:pt x="290513" y="1133475"/>
                      <a:pt x="47625" y="890588"/>
                      <a:pt x="47625" y="590550"/>
                    </a:cubicBezTo>
                    <a:cubicBezTo>
                      <a:pt x="47625" y="290513"/>
                      <a:pt x="290513" y="47625"/>
                      <a:pt x="590550" y="47625"/>
                    </a:cubicBezTo>
                    <a:moveTo>
                      <a:pt x="590550" y="0"/>
                    </a:moveTo>
                    <a:cubicBezTo>
                      <a:pt x="264795" y="0"/>
                      <a:pt x="0" y="264795"/>
                      <a:pt x="0" y="590550"/>
                    </a:cubicBezTo>
                    <a:cubicBezTo>
                      <a:pt x="0" y="916305"/>
                      <a:pt x="264795" y="1181100"/>
                      <a:pt x="590550" y="1181100"/>
                    </a:cubicBezTo>
                    <a:cubicBezTo>
                      <a:pt x="916305" y="1181100"/>
                      <a:pt x="1181100" y="916305"/>
                      <a:pt x="1181100" y="590550"/>
                    </a:cubicBezTo>
                    <a:cubicBezTo>
                      <a:pt x="1182053" y="264795"/>
                      <a:pt x="916305" y="0"/>
                      <a:pt x="590550" y="0"/>
                    </a:cubicBezTo>
                    <a:lnTo>
                      <a:pt x="5905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RS" sz="2176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48" name="TextBox 87">
            <a:extLst>
              <a:ext uri="{FF2B5EF4-FFF2-40B4-BE49-F238E27FC236}">
                <a16:creationId xmlns:a16="http://schemas.microsoft.com/office/drawing/2014/main" id="{7BD3D885-F8B6-6045-9DA6-BB03F79BEAFC}"/>
              </a:ext>
            </a:extLst>
          </p:cNvPr>
          <p:cNvSpPr txBox="1"/>
          <p:nvPr/>
        </p:nvSpPr>
        <p:spPr>
          <a:xfrm>
            <a:off x="3221782" y="11385029"/>
            <a:ext cx="476412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RS" sz="3363" b="1" dirty="0">
                <a:solidFill>
                  <a:srgbClr val="FFFFFF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  <a:sym typeface="Montserrat-Bold"/>
                <a:rtl val="0"/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C7BF0A3-0841-624C-A8CA-8FD4F47FC8B1}"/>
              </a:ext>
            </a:extLst>
          </p:cNvPr>
          <p:cNvSpPr/>
          <p:nvPr/>
        </p:nvSpPr>
        <p:spPr>
          <a:xfrm>
            <a:off x="11686729" y="7359167"/>
            <a:ext cx="1273948" cy="1273944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AF32F7-58FE-8843-BD5D-0FF386E46601}"/>
              </a:ext>
            </a:extLst>
          </p:cNvPr>
          <p:cNvSpPr/>
          <p:nvPr/>
        </p:nvSpPr>
        <p:spPr>
          <a:xfrm>
            <a:off x="11789610" y="7464756"/>
            <a:ext cx="1068182" cy="1068178"/>
          </a:xfrm>
          <a:prstGeom prst="ellipse">
            <a:avLst/>
          </a:prstGeom>
          <a:solidFill>
            <a:schemeClr val="bg1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CEB550-4415-5141-9E2E-564340092B30}"/>
              </a:ext>
            </a:extLst>
          </p:cNvPr>
          <p:cNvSpPr/>
          <p:nvPr/>
        </p:nvSpPr>
        <p:spPr>
          <a:xfrm>
            <a:off x="11674119" y="5027331"/>
            <a:ext cx="1273948" cy="1273944"/>
          </a:xfrm>
          <a:prstGeom prst="ellipse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316247F-7BC0-0749-9148-1C789DD491EF}"/>
              </a:ext>
            </a:extLst>
          </p:cNvPr>
          <p:cNvSpPr/>
          <p:nvPr/>
        </p:nvSpPr>
        <p:spPr>
          <a:xfrm>
            <a:off x="11772590" y="5130212"/>
            <a:ext cx="1068182" cy="1068178"/>
          </a:xfrm>
          <a:prstGeom prst="ellipse">
            <a:avLst/>
          </a:prstGeom>
          <a:solidFill>
            <a:schemeClr val="bg1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9730A0-5D57-B34E-AA14-5DC91CAC0465}"/>
              </a:ext>
            </a:extLst>
          </p:cNvPr>
          <p:cNvSpPr/>
          <p:nvPr/>
        </p:nvSpPr>
        <p:spPr>
          <a:xfrm>
            <a:off x="11674119" y="9691003"/>
            <a:ext cx="1273948" cy="1273944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3F34369-4859-C24D-BDCF-7972BC89DFEA}"/>
              </a:ext>
            </a:extLst>
          </p:cNvPr>
          <p:cNvSpPr/>
          <p:nvPr/>
        </p:nvSpPr>
        <p:spPr>
          <a:xfrm>
            <a:off x="11777000" y="9791433"/>
            <a:ext cx="1068182" cy="1068178"/>
          </a:xfrm>
          <a:prstGeom prst="ellipse">
            <a:avLst/>
          </a:prstGeom>
          <a:solidFill>
            <a:schemeClr val="bg1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grpSp>
        <p:nvGrpSpPr>
          <p:cNvPr id="150" name="成组">
            <a:extLst>
              <a:ext uri="{FF2B5EF4-FFF2-40B4-BE49-F238E27FC236}">
                <a16:creationId xmlns:a16="http://schemas.microsoft.com/office/drawing/2014/main" id="{190BA8CC-DBAC-0C10-0621-15DD8E6DB73A}"/>
              </a:ext>
            </a:extLst>
          </p:cNvPr>
          <p:cNvGrpSpPr/>
          <p:nvPr/>
        </p:nvGrpSpPr>
        <p:grpSpPr>
          <a:xfrm>
            <a:off x="12048142" y="7718653"/>
            <a:ext cx="574919" cy="574915"/>
            <a:chOff x="0" y="0"/>
            <a:chExt cx="457200" cy="457200"/>
          </a:xfrm>
        </p:grpSpPr>
        <p:sp>
          <p:nvSpPr>
            <p:cNvPr id="151" name="任意形状 363">
              <a:extLst>
                <a:ext uri="{FF2B5EF4-FFF2-40B4-BE49-F238E27FC236}">
                  <a16:creationId xmlns:a16="http://schemas.microsoft.com/office/drawing/2014/main" id="{F712BD0D-6F7A-4C9E-F91F-75B6067FE8E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2" name="任意形状 364">
              <a:extLst>
                <a:ext uri="{FF2B5EF4-FFF2-40B4-BE49-F238E27FC236}">
                  <a16:creationId xmlns:a16="http://schemas.microsoft.com/office/drawing/2014/main" id="{FACDD2BC-2065-F678-25CB-B33F5FACEB58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3" name="成组">
            <a:extLst>
              <a:ext uri="{FF2B5EF4-FFF2-40B4-BE49-F238E27FC236}">
                <a16:creationId xmlns:a16="http://schemas.microsoft.com/office/drawing/2014/main" id="{3EE123F4-274A-10C8-E532-D0E17E0B2060}"/>
              </a:ext>
            </a:extLst>
          </p:cNvPr>
          <p:cNvGrpSpPr/>
          <p:nvPr/>
        </p:nvGrpSpPr>
        <p:grpSpPr>
          <a:xfrm>
            <a:off x="12028504" y="10035953"/>
            <a:ext cx="574919" cy="574915"/>
            <a:chOff x="0" y="0"/>
            <a:chExt cx="457200" cy="457200"/>
          </a:xfrm>
        </p:grpSpPr>
        <p:sp>
          <p:nvSpPr>
            <p:cNvPr id="154" name="任意形状 375">
              <a:extLst>
                <a:ext uri="{FF2B5EF4-FFF2-40B4-BE49-F238E27FC236}">
                  <a16:creationId xmlns:a16="http://schemas.microsoft.com/office/drawing/2014/main" id="{F9C90278-39CC-8D4A-9A58-DBE4C2E96BB0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5" name="任意形状 376">
              <a:extLst>
                <a:ext uri="{FF2B5EF4-FFF2-40B4-BE49-F238E27FC236}">
                  <a16:creationId xmlns:a16="http://schemas.microsoft.com/office/drawing/2014/main" id="{056A25D2-2DDB-E8E3-1917-168D20F56190}"/>
                </a:ext>
              </a:extLst>
            </p:cNvPr>
            <p:cNvSpPr/>
            <p:nvPr/>
          </p:nvSpPr>
          <p:spPr>
            <a:xfrm>
              <a:off x="57150" y="19050"/>
              <a:ext cx="3429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00" y="9840"/>
                  </a:moveTo>
                  <a:lnTo>
                    <a:pt x="8400" y="0"/>
                  </a:lnTo>
                  <a:lnTo>
                    <a:pt x="21600" y="648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6480"/>
                  </a:lnTo>
                  <a:lnTo>
                    <a:pt x="8400" y="9840"/>
                  </a:lnTo>
                  <a:close/>
                  <a:moveTo>
                    <a:pt x="10800" y="3639"/>
                  </a:moveTo>
                  <a:lnTo>
                    <a:pt x="10800" y="13164"/>
                  </a:lnTo>
                  <a:lnTo>
                    <a:pt x="2400" y="9804"/>
                  </a:lnTo>
                  <a:lnTo>
                    <a:pt x="2400" y="19440"/>
                  </a:lnTo>
                  <a:lnTo>
                    <a:pt x="19200" y="19440"/>
                  </a:lnTo>
                  <a:lnTo>
                    <a:pt x="19200" y="7762"/>
                  </a:lnTo>
                  <a:lnTo>
                    <a:pt x="10800" y="3640"/>
                  </a:lnTo>
                  <a:close/>
                </a:path>
              </a:pathLst>
            </a:custGeom>
            <a:solidFill>
              <a:schemeClr val="accent5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56" name="成组">
            <a:extLst>
              <a:ext uri="{FF2B5EF4-FFF2-40B4-BE49-F238E27FC236}">
                <a16:creationId xmlns:a16="http://schemas.microsoft.com/office/drawing/2014/main" id="{69B8A0E8-FFB5-F706-E74F-DB74C2D5C6BC}"/>
              </a:ext>
            </a:extLst>
          </p:cNvPr>
          <p:cNvGrpSpPr/>
          <p:nvPr/>
        </p:nvGrpSpPr>
        <p:grpSpPr>
          <a:xfrm>
            <a:off x="12030934" y="5378023"/>
            <a:ext cx="574919" cy="574915"/>
            <a:chOff x="0" y="0"/>
            <a:chExt cx="457200" cy="457200"/>
          </a:xfrm>
        </p:grpSpPr>
        <p:sp>
          <p:nvSpPr>
            <p:cNvPr id="157" name="任意形状 393">
              <a:extLst>
                <a:ext uri="{FF2B5EF4-FFF2-40B4-BE49-F238E27FC236}">
                  <a16:creationId xmlns:a16="http://schemas.microsoft.com/office/drawing/2014/main" id="{183E0A1A-17D8-8F25-B127-499F2D17610B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58" name="任意形状 394">
              <a:extLst>
                <a:ext uri="{FF2B5EF4-FFF2-40B4-BE49-F238E27FC236}">
                  <a16:creationId xmlns:a16="http://schemas.microsoft.com/office/drawing/2014/main" id="{5241BDBF-B612-B80E-C600-C271964F88A8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20" y="21600"/>
                  </a:moveTo>
                  <a:lnTo>
                    <a:pt x="1080" y="21600"/>
                  </a:lnTo>
                  <a:cubicBezTo>
                    <a:pt x="483" y="21600"/>
                    <a:pt x="0" y="21063"/>
                    <a:pt x="0" y="20400"/>
                  </a:cubicBezTo>
                  <a:lnTo>
                    <a:pt x="0" y="11384"/>
                  </a:lnTo>
                  <a:cubicBezTo>
                    <a:pt x="0" y="11037"/>
                    <a:pt x="135" y="10708"/>
                    <a:pt x="370" y="10480"/>
                  </a:cubicBezTo>
                  <a:lnTo>
                    <a:pt x="4320" y="6653"/>
                  </a:lnTo>
                  <a:lnTo>
                    <a:pt x="4320" y="1200"/>
                  </a:lnTo>
                  <a:cubicBezTo>
                    <a:pt x="4320" y="537"/>
                    <a:pt x="4803" y="0"/>
                    <a:pt x="5400" y="0"/>
                  </a:cubicBezTo>
                  <a:lnTo>
                    <a:pt x="20520" y="0"/>
                  </a:lnTo>
                  <a:cubicBezTo>
                    <a:pt x="21117" y="0"/>
                    <a:pt x="21600" y="537"/>
                    <a:pt x="21600" y="1200"/>
                  </a:cubicBezTo>
                  <a:lnTo>
                    <a:pt x="21600" y="20400"/>
                  </a:lnTo>
                  <a:cubicBezTo>
                    <a:pt x="21600" y="21063"/>
                    <a:pt x="21117" y="21600"/>
                    <a:pt x="20520" y="21600"/>
                  </a:cubicBezTo>
                  <a:close/>
                  <a:moveTo>
                    <a:pt x="7560" y="19200"/>
                  </a:moveTo>
                  <a:lnTo>
                    <a:pt x="10800" y="19200"/>
                  </a:lnTo>
                  <a:lnTo>
                    <a:pt x="10800" y="11930"/>
                  </a:lnTo>
                  <a:lnTo>
                    <a:pt x="6480" y="7745"/>
                  </a:lnTo>
                  <a:lnTo>
                    <a:pt x="2160" y="11930"/>
                  </a:lnTo>
                  <a:lnTo>
                    <a:pt x="2160" y="19200"/>
                  </a:lnTo>
                  <a:lnTo>
                    <a:pt x="5400" y="19200"/>
                  </a:lnTo>
                  <a:lnTo>
                    <a:pt x="5400" y="14400"/>
                  </a:lnTo>
                  <a:lnTo>
                    <a:pt x="7560" y="14400"/>
                  </a:lnTo>
                  <a:lnTo>
                    <a:pt x="7560" y="19200"/>
                  </a:lnTo>
                  <a:close/>
                  <a:moveTo>
                    <a:pt x="12960" y="19200"/>
                  </a:moveTo>
                  <a:lnTo>
                    <a:pt x="19440" y="19200"/>
                  </a:lnTo>
                  <a:lnTo>
                    <a:pt x="19440" y="2400"/>
                  </a:lnTo>
                  <a:lnTo>
                    <a:pt x="6480" y="2400"/>
                  </a:lnTo>
                  <a:lnTo>
                    <a:pt x="6480" y="4952"/>
                  </a:lnTo>
                  <a:cubicBezTo>
                    <a:pt x="6733" y="4952"/>
                    <a:pt x="6986" y="5051"/>
                    <a:pt x="7190" y="5249"/>
                  </a:cubicBezTo>
                  <a:lnTo>
                    <a:pt x="12590" y="10480"/>
                  </a:lnTo>
                  <a:cubicBezTo>
                    <a:pt x="12825" y="10708"/>
                    <a:pt x="12960" y="11037"/>
                    <a:pt x="12960" y="11384"/>
                  </a:cubicBezTo>
                  <a:lnTo>
                    <a:pt x="12960" y="19200"/>
                  </a:lnTo>
                  <a:close/>
                  <a:moveTo>
                    <a:pt x="15120" y="9600"/>
                  </a:moveTo>
                  <a:lnTo>
                    <a:pt x="17280" y="9600"/>
                  </a:lnTo>
                  <a:lnTo>
                    <a:pt x="17280" y="12000"/>
                  </a:lnTo>
                  <a:lnTo>
                    <a:pt x="15120" y="12000"/>
                  </a:lnTo>
                  <a:lnTo>
                    <a:pt x="15120" y="9600"/>
                  </a:lnTo>
                  <a:close/>
                  <a:moveTo>
                    <a:pt x="15120" y="14400"/>
                  </a:moveTo>
                  <a:lnTo>
                    <a:pt x="17280" y="14400"/>
                  </a:lnTo>
                  <a:lnTo>
                    <a:pt x="17280" y="16800"/>
                  </a:lnTo>
                  <a:lnTo>
                    <a:pt x="15120" y="16800"/>
                  </a:lnTo>
                  <a:lnTo>
                    <a:pt x="15120" y="14400"/>
                  </a:lnTo>
                  <a:close/>
                  <a:moveTo>
                    <a:pt x="15120" y="4800"/>
                  </a:moveTo>
                  <a:lnTo>
                    <a:pt x="17280" y="4800"/>
                  </a:lnTo>
                  <a:lnTo>
                    <a:pt x="17280" y="7200"/>
                  </a:lnTo>
                  <a:lnTo>
                    <a:pt x="15120" y="7200"/>
                  </a:lnTo>
                  <a:lnTo>
                    <a:pt x="15120" y="4800"/>
                  </a:lnTo>
                  <a:close/>
                  <a:moveTo>
                    <a:pt x="10800" y="4800"/>
                  </a:moveTo>
                  <a:lnTo>
                    <a:pt x="12960" y="4800"/>
                  </a:lnTo>
                  <a:lnTo>
                    <a:pt x="12960" y="7200"/>
                  </a:lnTo>
                  <a:lnTo>
                    <a:pt x="10800" y="7200"/>
                  </a:lnTo>
                  <a:lnTo>
                    <a:pt x="10800" y="480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1C8AEBC-0F16-22D3-5CA7-0B0EC1843B2A}"/>
              </a:ext>
            </a:extLst>
          </p:cNvPr>
          <p:cNvGrpSpPr/>
          <p:nvPr/>
        </p:nvGrpSpPr>
        <p:grpSpPr>
          <a:xfrm>
            <a:off x="13356738" y="4855940"/>
            <a:ext cx="3506311" cy="1695324"/>
            <a:chOff x="1052824" y="3781080"/>
            <a:chExt cx="3776922" cy="1695324"/>
          </a:xfrm>
        </p:grpSpPr>
        <p:sp>
          <p:nvSpPr>
            <p:cNvPr id="3" name="Shape 891">
              <a:extLst>
                <a:ext uri="{FF2B5EF4-FFF2-40B4-BE49-F238E27FC236}">
                  <a16:creationId xmlns:a16="http://schemas.microsoft.com/office/drawing/2014/main" id="{E374E6BD-9729-32ED-0B4D-1E92A7F8BF7A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4" name="Shape 892">
              <a:extLst>
                <a:ext uri="{FF2B5EF4-FFF2-40B4-BE49-F238E27FC236}">
                  <a16:creationId xmlns:a16="http://schemas.microsoft.com/office/drawing/2014/main" id="{45985379-DE5D-764B-6CA7-2D661FB779E8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1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1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D26A17-5420-7C5B-696B-76F6DE0C6B1A}"/>
              </a:ext>
            </a:extLst>
          </p:cNvPr>
          <p:cNvGrpSpPr/>
          <p:nvPr/>
        </p:nvGrpSpPr>
        <p:grpSpPr>
          <a:xfrm>
            <a:off x="13356738" y="7167914"/>
            <a:ext cx="3506311" cy="1695324"/>
            <a:chOff x="1052824" y="3781080"/>
            <a:chExt cx="3776922" cy="1695324"/>
          </a:xfrm>
        </p:grpSpPr>
        <p:sp>
          <p:nvSpPr>
            <p:cNvPr id="6" name="Shape 891">
              <a:extLst>
                <a:ext uri="{FF2B5EF4-FFF2-40B4-BE49-F238E27FC236}">
                  <a16:creationId xmlns:a16="http://schemas.microsoft.com/office/drawing/2014/main" id="{951E88EA-953B-6F19-1E9F-EDDA1F4CF75A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7" name="Shape 892">
              <a:extLst>
                <a:ext uri="{FF2B5EF4-FFF2-40B4-BE49-F238E27FC236}">
                  <a16:creationId xmlns:a16="http://schemas.microsoft.com/office/drawing/2014/main" id="{130B8456-CD39-F04D-54AF-2EA21BE3D223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3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3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FD5C5BA-7024-8237-E134-CB2A3CD1E4B3}"/>
              </a:ext>
            </a:extLst>
          </p:cNvPr>
          <p:cNvGrpSpPr/>
          <p:nvPr/>
        </p:nvGrpSpPr>
        <p:grpSpPr>
          <a:xfrm>
            <a:off x="13356738" y="9479889"/>
            <a:ext cx="3506311" cy="1695324"/>
            <a:chOff x="1052824" y="3781080"/>
            <a:chExt cx="3776922" cy="1695324"/>
          </a:xfrm>
        </p:grpSpPr>
        <p:sp>
          <p:nvSpPr>
            <p:cNvPr id="9" name="Shape 891">
              <a:extLst>
                <a:ext uri="{FF2B5EF4-FFF2-40B4-BE49-F238E27FC236}">
                  <a16:creationId xmlns:a16="http://schemas.microsoft.com/office/drawing/2014/main" id="{792B6E10-39BD-6896-765F-719E61AED58E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10" name="Shape 892">
              <a:extLst>
                <a:ext uri="{FF2B5EF4-FFF2-40B4-BE49-F238E27FC236}">
                  <a16:creationId xmlns:a16="http://schemas.microsoft.com/office/drawing/2014/main" id="{B448CB92-4880-4FF6-5732-CAA394F406CD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5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5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953469C0-CBEC-B74C-82D8-A753B7DCCBA6}"/>
              </a:ext>
            </a:extLst>
          </p:cNvPr>
          <p:cNvSpPr/>
          <p:nvPr/>
        </p:nvSpPr>
        <p:spPr>
          <a:xfrm>
            <a:off x="17831323" y="9664308"/>
            <a:ext cx="1273948" cy="1273944"/>
          </a:xfrm>
          <a:prstGeom prst="ellipse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E748CFC-1A7E-E64B-9A16-72615DC9B459}"/>
              </a:ext>
            </a:extLst>
          </p:cNvPr>
          <p:cNvSpPr/>
          <p:nvPr/>
        </p:nvSpPr>
        <p:spPr>
          <a:xfrm>
            <a:off x="17934204" y="9764762"/>
            <a:ext cx="1068182" cy="1068178"/>
          </a:xfrm>
          <a:prstGeom prst="ellipse">
            <a:avLst/>
          </a:prstGeom>
          <a:solidFill>
            <a:schemeClr val="bg1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4FF5C59-B505-EE45-8916-71A0338A10D3}"/>
              </a:ext>
            </a:extLst>
          </p:cNvPr>
          <p:cNvSpPr/>
          <p:nvPr/>
        </p:nvSpPr>
        <p:spPr>
          <a:xfrm>
            <a:off x="17861563" y="7214050"/>
            <a:ext cx="1273948" cy="1273944"/>
          </a:xfrm>
          <a:prstGeom prst="ellipse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1BCD966-0C88-7F41-B46A-3AFB1634CD35}"/>
              </a:ext>
            </a:extLst>
          </p:cNvPr>
          <p:cNvSpPr/>
          <p:nvPr/>
        </p:nvSpPr>
        <p:spPr>
          <a:xfrm>
            <a:off x="17964444" y="7316931"/>
            <a:ext cx="1068182" cy="1068178"/>
          </a:xfrm>
          <a:prstGeom prst="ellipse">
            <a:avLst/>
          </a:prstGeom>
          <a:solidFill>
            <a:schemeClr val="bg1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429FE85-54E5-CC40-90FD-3639BA93BAC4}"/>
              </a:ext>
            </a:extLst>
          </p:cNvPr>
          <p:cNvSpPr/>
          <p:nvPr/>
        </p:nvSpPr>
        <p:spPr>
          <a:xfrm>
            <a:off x="17841079" y="5027329"/>
            <a:ext cx="1273948" cy="1273944"/>
          </a:xfrm>
          <a:prstGeom prst="ellipse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5CA93B9-8355-E847-8BD0-B98B2067CFCF}"/>
              </a:ext>
            </a:extLst>
          </p:cNvPr>
          <p:cNvSpPr/>
          <p:nvPr/>
        </p:nvSpPr>
        <p:spPr>
          <a:xfrm>
            <a:off x="17941766" y="5126983"/>
            <a:ext cx="1068182" cy="1068178"/>
          </a:xfrm>
          <a:prstGeom prst="ellipse">
            <a:avLst/>
          </a:prstGeom>
          <a:solidFill>
            <a:schemeClr val="bg1"/>
          </a:solidFill>
          <a:ln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770" dirty="0">
              <a:solidFill>
                <a:srgbClr val="FFFFFF"/>
              </a:solidFill>
              <a:latin typeface="Poppins" panose="00000500000000000000" pitchFamily="50" charset="0"/>
              <a:ea typeface="linea-basic-10" charset="0"/>
              <a:cs typeface="Poppins" panose="00000500000000000000" pitchFamily="50" charset="0"/>
            </a:endParaRPr>
          </a:p>
        </p:txBody>
      </p:sp>
      <p:grpSp>
        <p:nvGrpSpPr>
          <p:cNvPr id="159" name="成组">
            <a:extLst>
              <a:ext uri="{FF2B5EF4-FFF2-40B4-BE49-F238E27FC236}">
                <a16:creationId xmlns:a16="http://schemas.microsoft.com/office/drawing/2014/main" id="{13A2B9BD-5A12-A45B-1FC9-5203909E0E84}"/>
              </a:ext>
            </a:extLst>
          </p:cNvPr>
          <p:cNvGrpSpPr/>
          <p:nvPr/>
        </p:nvGrpSpPr>
        <p:grpSpPr>
          <a:xfrm>
            <a:off x="18177496" y="5382049"/>
            <a:ext cx="574919" cy="574915"/>
            <a:chOff x="0" y="0"/>
            <a:chExt cx="457200" cy="457200"/>
          </a:xfrm>
        </p:grpSpPr>
        <p:sp>
          <p:nvSpPr>
            <p:cNvPr id="160" name="任意形状 399">
              <a:extLst>
                <a:ext uri="{FF2B5EF4-FFF2-40B4-BE49-F238E27FC236}">
                  <a16:creationId xmlns:a16="http://schemas.microsoft.com/office/drawing/2014/main" id="{B609921C-B5F7-A343-C46B-DA0E2E1A0B36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1" name="任意形状 400">
              <a:extLst>
                <a:ext uri="{FF2B5EF4-FFF2-40B4-BE49-F238E27FC236}">
                  <a16:creationId xmlns:a16="http://schemas.microsoft.com/office/drawing/2014/main" id="{06641A39-8E3F-6131-7D59-D9D47DF5825C}"/>
                </a:ext>
              </a:extLst>
            </p:cNvPr>
            <p:cNvSpPr/>
            <p:nvPr/>
          </p:nvSpPr>
          <p:spPr>
            <a:xfrm>
              <a:off x="19050" y="57150"/>
              <a:ext cx="4191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655" y="3600"/>
                  </a:moveTo>
                  <a:lnTo>
                    <a:pt x="21600" y="3600"/>
                  </a:lnTo>
                  <a:lnTo>
                    <a:pt x="21600" y="6000"/>
                  </a:lnTo>
                  <a:lnTo>
                    <a:pt x="20618" y="6000"/>
                  </a:lnTo>
                  <a:lnTo>
                    <a:pt x="20618" y="19200"/>
                  </a:lnTo>
                  <a:lnTo>
                    <a:pt x="21600" y="1920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200"/>
                  </a:lnTo>
                  <a:lnTo>
                    <a:pt x="982" y="19200"/>
                  </a:lnTo>
                  <a:lnTo>
                    <a:pt x="982" y="6000"/>
                  </a:lnTo>
                  <a:lnTo>
                    <a:pt x="0" y="6000"/>
                  </a:lnTo>
                  <a:lnTo>
                    <a:pt x="0" y="3600"/>
                  </a:lnTo>
                  <a:lnTo>
                    <a:pt x="2945" y="3600"/>
                  </a:lnTo>
                  <a:lnTo>
                    <a:pt x="2945" y="1200"/>
                  </a:lnTo>
                  <a:cubicBezTo>
                    <a:pt x="2945" y="537"/>
                    <a:pt x="3385" y="0"/>
                    <a:pt x="3927" y="0"/>
                  </a:cubicBezTo>
                  <a:lnTo>
                    <a:pt x="17673" y="0"/>
                  </a:lnTo>
                  <a:cubicBezTo>
                    <a:pt x="18215" y="0"/>
                    <a:pt x="18655" y="537"/>
                    <a:pt x="18655" y="1200"/>
                  </a:cubicBezTo>
                  <a:lnTo>
                    <a:pt x="18655" y="3600"/>
                  </a:lnTo>
                  <a:close/>
                  <a:moveTo>
                    <a:pt x="18655" y="6000"/>
                  </a:moveTo>
                  <a:lnTo>
                    <a:pt x="2945" y="6000"/>
                  </a:lnTo>
                  <a:lnTo>
                    <a:pt x="2945" y="19200"/>
                  </a:lnTo>
                  <a:lnTo>
                    <a:pt x="5891" y="19200"/>
                  </a:lnTo>
                  <a:lnTo>
                    <a:pt x="5891" y="10800"/>
                  </a:lnTo>
                  <a:lnTo>
                    <a:pt x="7855" y="10800"/>
                  </a:lnTo>
                  <a:lnTo>
                    <a:pt x="7855" y="19200"/>
                  </a:lnTo>
                  <a:lnTo>
                    <a:pt x="9818" y="19200"/>
                  </a:lnTo>
                  <a:lnTo>
                    <a:pt x="9818" y="10800"/>
                  </a:lnTo>
                  <a:lnTo>
                    <a:pt x="11782" y="10800"/>
                  </a:lnTo>
                  <a:lnTo>
                    <a:pt x="11782" y="19200"/>
                  </a:lnTo>
                  <a:lnTo>
                    <a:pt x="13745" y="19200"/>
                  </a:lnTo>
                  <a:lnTo>
                    <a:pt x="13745" y="10800"/>
                  </a:lnTo>
                  <a:lnTo>
                    <a:pt x="15709" y="10800"/>
                  </a:lnTo>
                  <a:lnTo>
                    <a:pt x="15709" y="19200"/>
                  </a:lnTo>
                  <a:lnTo>
                    <a:pt x="18655" y="19200"/>
                  </a:lnTo>
                  <a:lnTo>
                    <a:pt x="18655" y="6000"/>
                  </a:lnTo>
                  <a:close/>
                  <a:moveTo>
                    <a:pt x="4909" y="2400"/>
                  </a:moveTo>
                  <a:lnTo>
                    <a:pt x="4909" y="3600"/>
                  </a:lnTo>
                  <a:lnTo>
                    <a:pt x="16691" y="3600"/>
                  </a:lnTo>
                  <a:lnTo>
                    <a:pt x="16691" y="2400"/>
                  </a:lnTo>
                  <a:lnTo>
                    <a:pt x="4909" y="2400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62" name="成组">
            <a:extLst>
              <a:ext uri="{FF2B5EF4-FFF2-40B4-BE49-F238E27FC236}">
                <a16:creationId xmlns:a16="http://schemas.microsoft.com/office/drawing/2014/main" id="{9D201A96-0A98-B48A-C19C-8AE03DCCB4FE}"/>
              </a:ext>
            </a:extLst>
          </p:cNvPr>
          <p:cNvGrpSpPr/>
          <p:nvPr/>
        </p:nvGrpSpPr>
        <p:grpSpPr>
          <a:xfrm>
            <a:off x="18214680" y="7573526"/>
            <a:ext cx="574919" cy="574915"/>
            <a:chOff x="0" y="0"/>
            <a:chExt cx="457200" cy="457200"/>
          </a:xfrm>
        </p:grpSpPr>
        <p:sp>
          <p:nvSpPr>
            <p:cNvPr id="163" name="任意形状 477">
              <a:extLst>
                <a:ext uri="{FF2B5EF4-FFF2-40B4-BE49-F238E27FC236}">
                  <a16:creationId xmlns:a16="http://schemas.microsoft.com/office/drawing/2014/main" id="{9AA92A1E-CA03-E2FF-26D9-28C420B77CF3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4" name="任意形状 478">
              <a:extLst>
                <a:ext uri="{FF2B5EF4-FFF2-40B4-BE49-F238E27FC236}">
                  <a16:creationId xmlns:a16="http://schemas.microsoft.com/office/drawing/2014/main" id="{745B1CF2-846D-456E-E543-D63F42AF319C}"/>
                </a:ext>
              </a:extLst>
            </p:cNvPr>
            <p:cNvSpPr/>
            <p:nvPr/>
          </p:nvSpPr>
          <p:spPr>
            <a:xfrm>
              <a:off x="38100" y="57150"/>
              <a:ext cx="381000" cy="342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lnTo>
                    <a:pt x="0" y="21600"/>
                  </a:lnTo>
                  <a:lnTo>
                    <a:pt x="0" y="19200"/>
                  </a:lnTo>
                  <a:lnTo>
                    <a:pt x="1080" y="19200"/>
                  </a:lnTo>
                  <a:lnTo>
                    <a:pt x="1080" y="1200"/>
                  </a:lnTo>
                  <a:cubicBezTo>
                    <a:pt x="1080" y="537"/>
                    <a:pt x="1563" y="0"/>
                    <a:pt x="2160" y="0"/>
                  </a:cubicBezTo>
                  <a:lnTo>
                    <a:pt x="17280" y="0"/>
                  </a:lnTo>
                  <a:cubicBezTo>
                    <a:pt x="17877" y="0"/>
                    <a:pt x="18360" y="537"/>
                    <a:pt x="18360" y="1200"/>
                  </a:cubicBezTo>
                  <a:lnTo>
                    <a:pt x="18360" y="7200"/>
                  </a:lnTo>
                  <a:lnTo>
                    <a:pt x="20520" y="7200"/>
                  </a:lnTo>
                  <a:lnTo>
                    <a:pt x="20520" y="19200"/>
                  </a:lnTo>
                  <a:lnTo>
                    <a:pt x="21600" y="19200"/>
                  </a:lnTo>
                  <a:lnTo>
                    <a:pt x="21600" y="21600"/>
                  </a:lnTo>
                  <a:close/>
                  <a:moveTo>
                    <a:pt x="16200" y="19200"/>
                  </a:moveTo>
                  <a:lnTo>
                    <a:pt x="18360" y="19200"/>
                  </a:lnTo>
                  <a:lnTo>
                    <a:pt x="18360" y="9600"/>
                  </a:lnTo>
                  <a:lnTo>
                    <a:pt x="11880" y="9600"/>
                  </a:lnTo>
                  <a:lnTo>
                    <a:pt x="11880" y="19200"/>
                  </a:lnTo>
                  <a:lnTo>
                    <a:pt x="14040" y="19200"/>
                  </a:lnTo>
                  <a:lnTo>
                    <a:pt x="14040" y="12000"/>
                  </a:lnTo>
                  <a:lnTo>
                    <a:pt x="16200" y="12000"/>
                  </a:lnTo>
                  <a:lnTo>
                    <a:pt x="16200" y="19200"/>
                  </a:lnTo>
                  <a:close/>
                  <a:moveTo>
                    <a:pt x="16200" y="7200"/>
                  </a:moveTo>
                  <a:lnTo>
                    <a:pt x="16200" y="2400"/>
                  </a:lnTo>
                  <a:lnTo>
                    <a:pt x="3240" y="2400"/>
                  </a:lnTo>
                  <a:lnTo>
                    <a:pt x="3240" y="19200"/>
                  </a:lnTo>
                  <a:lnTo>
                    <a:pt x="9720" y="19200"/>
                  </a:lnTo>
                  <a:lnTo>
                    <a:pt x="9720" y="7200"/>
                  </a:lnTo>
                  <a:lnTo>
                    <a:pt x="16200" y="7200"/>
                  </a:lnTo>
                  <a:close/>
                  <a:moveTo>
                    <a:pt x="5400" y="9600"/>
                  </a:moveTo>
                  <a:lnTo>
                    <a:pt x="7560" y="9600"/>
                  </a:lnTo>
                  <a:lnTo>
                    <a:pt x="7560" y="12000"/>
                  </a:lnTo>
                  <a:lnTo>
                    <a:pt x="5400" y="12000"/>
                  </a:lnTo>
                  <a:lnTo>
                    <a:pt x="5400" y="9600"/>
                  </a:lnTo>
                  <a:close/>
                  <a:moveTo>
                    <a:pt x="5400" y="14400"/>
                  </a:moveTo>
                  <a:lnTo>
                    <a:pt x="7560" y="14400"/>
                  </a:lnTo>
                  <a:lnTo>
                    <a:pt x="7560" y="16800"/>
                  </a:lnTo>
                  <a:lnTo>
                    <a:pt x="5400" y="16800"/>
                  </a:lnTo>
                  <a:lnTo>
                    <a:pt x="5400" y="14400"/>
                  </a:lnTo>
                  <a:close/>
                  <a:moveTo>
                    <a:pt x="5400" y="4800"/>
                  </a:moveTo>
                  <a:lnTo>
                    <a:pt x="7560" y="4800"/>
                  </a:lnTo>
                  <a:lnTo>
                    <a:pt x="7560" y="7200"/>
                  </a:lnTo>
                  <a:lnTo>
                    <a:pt x="5400" y="7200"/>
                  </a:lnTo>
                  <a:lnTo>
                    <a:pt x="5400" y="4800"/>
                  </a:lnTo>
                  <a:close/>
                </a:path>
              </a:pathLst>
            </a:custGeom>
            <a:solidFill>
              <a:schemeClr val="accent4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 dirty="0"/>
            </a:p>
          </p:txBody>
        </p:sp>
      </p:grpSp>
      <p:grpSp>
        <p:nvGrpSpPr>
          <p:cNvPr id="165" name="成组">
            <a:extLst>
              <a:ext uri="{FF2B5EF4-FFF2-40B4-BE49-F238E27FC236}">
                <a16:creationId xmlns:a16="http://schemas.microsoft.com/office/drawing/2014/main" id="{1CB02371-9E53-21D2-5397-14F1F0B54DF6}"/>
              </a:ext>
            </a:extLst>
          </p:cNvPr>
          <p:cNvGrpSpPr/>
          <p:nvPr/>
        </p:nvGrpSpPr>
        <p:grpSpPr>
          <a:xfrm>
            <a:off x="18175864" y="10013340"/>
            <a:ext cx="574919" cy="574915"/>
            <a:chOff x="0" y="0"/>
            <a:chExt cx="457200" cy="457200"/>
          </a:xfrm>
        </p:grpSpPr>
        <p:sp>
          <p:nvSpPr>
            <p:cNvPr id="166" name="任意形状 363">
              <a:extLst>
                <a:ext uri="{FF2B5EF4-FFF2-40B4-BE49-F238E27FC236}">
                  <a16:creationId xmlns:a16="http://schemas.microsoft.com/office/drawing/2014/main" id="{CF159E72-C197-2C47-DD20-EF26F9CACEF9}"/>
                </a:ext>
              </a:extLst>
            </p:cNvPr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  <p:sp>
          <p:nvSpPr>
            <p:cNvPr id="167" name="任意形状 364">
              <a:extLst>
                <a:ext uri="{FF2B5EF4-FFF2-40B4-BE49-F238E27FC236}">
                  <a16:creationId xmlns:a16="http://schemas.microsoft.com/office/drawing/2014/main" id="{58F11963-FFCB-6515-858F-D8806EA65645}"/>
                </a:ext>
              </a:extLst>
            </p:cNvPr>
            <p:cNvSpPr/>
            <p:nvPr/>
          </p:nvSpPr>
          <p:spPr>
            <a:xfrm>
              <a:off x="38100" y="38100"/>
              <a:ext cx="381000" cy="381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9440"/>
                  </a:moveTo>
                  <a:lnTo>
                    <a:pt x="21600" y="1944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19440"/>
                  </a:lnTo>
                  <a:close/>
                  <a:moveTo>
                    <a:pt x="2160" y="10800"/>
                  </a:moveTo>
                  <a:lnTo>
                    <a:pt x="4320" y="10800"/>
                  </a:lnTo>
                  <a:lnTo>
                    <a:pt x="4320" y="18360"/>
                  </a:lnTo>
                  <a:lnTo>
                    <a:pt x="2160" y="18360"/>
                  </a:lnTo>
                  <a:lnTo>
                    <a:pt x="2160" y="10800"/>
                  </a:lnTo>
                  <a:close/>
                  <a:moveTo>
                    <a:pt x="7560" y="10800"/>
                  </a:moveTo>
                  <a:lnTo>
                    <a:pt x="9720" y="10800"/>
                  </a:lnTo>
                  <a:lnTo>
                    <a:pt x="9720" y="18360"/>
                  </a:lnTo>
                  <a:lnTo>
                    <a:pt x="7560" y="18360"/>
                  </a:lnTo>
                  <a:lnTo>
                    <a:pt x="7560" y="10800"/>
                  </a:lnTo>
                  <a:close/>
                  <a:moveTo>
                    <a:pt x="11880" y="10800"/>
                  </a:moveTo>
                  <a:lnTo>
                    <a:pt x="14040" y="10800"/>
                  </a:lnTo>
                  <a:lnTo>
                    <a:pt x="14040" y="18360"/>
                  </a:lnTo>
                  <a:lnTo>
                    <a:pt x="11880" y="18360"/>
                  </a:lnTo>
                  <a:lnTo>
                    <a:pt x="11880" y="10800"/>
                  </a:lnTo>
                  <a:close/>
                  <a:moveTo>
                    <a:pt x="17280" y="10800"/>
                  </a:moveTo>
                  <a:lnTo>
                    <a:pt x="19440" y="10800"/>
                  </a:lnTo>
                  <a:lnTo>
                    <a:pt x="19440" y="18360"/>
                  </a:lnTo>
                  <a:lnTo>
                    <a:pt x="17280" y="18360"/>
                  </a:lnTo>
                  <a:lnTo>
                    <a:pt x="17280" y="10800"/>
                  </a:lnTo>
                  <a:close/>
                  <a:moveTo>
                    <a:pt x="0" y="5400"/>
                  </a:moveTo>
                  <a:lnTo>
                    <a:pt x="10800" y="0"/>
                  </a:lnTo>
                  <a:lnTo>
                    <a:pt x="21600" y="5400"/>
                  </a:lnTo>
                  <a:lnTo>
                    <a:pt x="21600" y="9720"/>
                  </a:lnTo>
                  <a:lnTo>
                    <a:pt x="0" y="9720"/>
                  </a:lnTo>
                  <a:lnTo>
                    <a:pt x="0" y="5400"/>
                  </a:lnTo>
                  <a:close/>
                  <a:moveTo>
                    <a:pt x="2160" y="6735"/>
                  </a:moveTo>
                  <a:lnTo>
                    <a:pt x="2160" y="7560"/>
                  </a:lnTo>
                  <a:lnTo>
                    <a:pt x="19440" y="7560"/>
                  </a:lnTo>
                  <a:lnTo>
                    <a:pt x="19440" y="6735"/>
                  </a:lnTo>
                  <a:lnTo>
                    <a:pt x="10800" y="2415"/>
                  </a:lnTo>
                  <a:lnTo>
                    <a:pt x="2160" y="6735"/>
                  </a:lnTo>
                  <a:close/>
                  <a:moveTo>
                    <a:pt x="10800" y="6480"/>
                  </a:moveTo>
                  <a:cubicBezTo>
                    <a:pt x="10203" y="6480"/>
                    <a:pt x="9720" y="5997"/>
                    <a:pt x="9720" y="5400"/>
                  </a:cubicBezTo>
                  <a:cubicBezTo>
                    <a:pt x="9720" y="4803"/>
                    <a:pt x="10203" y="4320"/>
                    <a:pt x="10800" y="4320"/>
                  </a:cubicBezTo>
                  <a:cubicBezTo>
                    <a:pt x="11397" y="4320"/>
                    <a:pt x="11880" y="4803"/>
                    <a:pt x="11880" y="5400"/>
                  </a:cubicBezTo>
                  <a:cubicBezTo>
                    <a:pt x="11880" y="5997"/>
                    <a:pt x="11397" y="6480"/>
                    <a:pt x="10800" y="6480"/>
                  </a:cubicBez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90450" tIns="90450" rIns="90450" bIns="90450" numCol="1" anchor="ctr">
              <a:noAutofit/>
            </a:bodyPr>
            <a:lstStyle/>
            <a:p>
              <a:endParaRPr sz="7067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D4F745-C793-F634-FFAB-59BF2A448AD9}"/>
              </a:ext>
            </a:extLst>
          </p:cNvPr>
          <p:cNvGrpSpPr/>
          <p:nvPr/>
        </p:nvGrpSpPr>
        <p:grpSpPr>
          <a:xfrm>
            <a:off x="19534201" y="4855940"/>
            <a:ext cx="3506311" cy="1695324"/>
            <a:chOff x="1052824" y="3781080"/>
            <a:chExt cx="3776922" cy="1695324"/>
          </a:xfrm>
        </p:grpSpPr>
        <p:sp>
          <p:nvSpPr>
            <p:cNvPr id="12" name="Shape 891">
              <a:extLst>
                <a:ext uri="{FF2B5EF4-FFF2-40B4-BE49-F238E27FC236}">
                  <a16:creationId xmlns:a16="http://schemas.microsoft.com/office/drawing/2014/main" id="{7A0671A8-CB21-2BFA-3845-B7397EB28A46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13" name="Shape 892">
              <a:extLst>
                <a:ext uri="{FF2B5EF4-FFF2-40B4-BE49-F238E27FC236}">
                  <a16:creationId xmlns:a16="http://schemas.microsoft.com/office/drawing/2014/main" id="{5271BCE7-EB51-745B-9B3A-F10533E31B9E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2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2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85730E-DF90-707B-3B69-0C5387B77883}"/>
              </a:ext>
            </a:extLst>
          </p:cNvPr>
          <p:cNvGrpSpPr/>
          <p:nvPr/>
        </p:nvGrpSpPr>
        <p:grpSpPr>
          <a:xfrm>
            <a:off x="19534201" y="7167914"/>
            <a:ext cx="3506311" cy="1695324"/>
            <a:chOff x="1052824" y="3781080"/>
            <a:chExt cx="3776922" cy="1695324"/>
          </a:xfrm>
        </p:grpSpPr>
        <p:sp>
          <p:nvSpPr>
            <p:cNvPr id="17" name="Shape 891">
              <a:extLst>
                <a:ext uri="{FF2B5EF4-FFF2-40B4-BE49-F238E27FC236}">
                  <a16:creationId xmlns:a16="http://schemas.microsoft.com/office/drawing/2014/main" id="{1B9D7A16-C7DA-3576-1937-FCE28CDE63B0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0" name="Shape 892">
              <a:extLst>
                <a:ext uri="{FF2B5EF4-FFF2-40B4-BE49-F238E27FC236}">
                  <a16:creationId xmlns:a16="http://schemas.microsoft.com/office/drawing/2014/main" id="{C33D3442-302B-ECB7-674D-7D99A3FC0805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4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4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33682A-5020-1DB3-5D30-330827424CFD}"/>
              </a:ext>
            </a:extLst>
          </p:cNvPr>
          <p:cNvGrpSpPr/>
          <p:nvPr/>
        </p:nvGrpSpPr>
        <p:grpSpPr>
          <a:xfrm>
            <a:off x="19534201" y="9479889"/>
            <a:ext cx="3506311" cy="1695324"/>
            <a:chOff x="1052824" y="3781080"/>
            <a:chExt cx="3776922" cy="1695324"/>
          </a:xfrm>
        </p:grpSpPr>
        <p:sp>
          <p:nvSpPr>
            <p:cNvPr id="26" name="Shape 891">
              <a:extLst>
                <a:ext uri="{FF2B5EF4-FFF2-40B4-BE49-F238E27FC236}">
                  <a16:creationId xmlns:a16="http://schemas.microsoft.com/office/drawing/2014/main" id="{4B60BCA3-3F12-F566-A9C6-28DF9375AF1F}"/>
                </a:ext>
              </a:extLst>
            </p:cNvPr>
            <p:cNvSpPr/>
            <p:nvPr/>
          </p:nvSpPr>
          <p:spPr>
            <a:xfrm>
              <a:off x="1052826" y="4378662"/>
              <a:ext cx="3776920" cy="10977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lnSpc>
                  <a:spcPts val="3600"/>
                </a:lnSpc>
                <a:spcAft>
                  <a:spcPts val="2374"/>
                </a:spcAft>
              </a:pPr>
              <a:r>
                <a:rPr lang="en-US" sz="2400" dirty="0">
                  <a:solidFill>
                    <a:schemeClr val="tx2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Lorem Ipsum is simply dummy.</a:t>
              </a:r>
            </a:p>
          </p:txBody>
        </p:sp>
        <p:sp>
          <p:nvSpPr>
            <p:cNvPr id="29" name="Shape 892">
              <a:extLst>
                <a:ext uri="{FF2B5EF4-FFF2-40B4-BE49-F238E27FC236}">
                  <a16:creationId xmlns:a16="http://schemas.microsoft.com/office/drawing/2014/main" id="{F0DF14B1-2A2B-5143-1641-A30BC0DF133E}"/>
                </a:ext>
              </a:extLst>
            </p:cNvPr>
            <p:cNvSpPr txBox="1"/>
            <p:nvPr/>
          </p:nvSpPr>
          <p:spPr>
            <a:xfrm>
              <a:off x="1052824" y="3781080"/>
              <a:ext cx="3710462" cy="8127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80874" tIns="90412" rIns="180874" bIns="90412" anchor="t" anchorCtr="0">
              <a:noAutofit/>
            </a:bodyPr>
            <a:lstStyle/>
            <a:p>
              <a:pPr>
                <a:buSzPct val="25000"/>
              </a:pPr>
              <a:r>
                <a:rPr lang="id-ID" sz="3400" b="1" dirty="0">
                  <a:solidFill>
                    <a:schemeClr val="accent6"/>
                  </a:solidFill>
                  <a:latin typeface="Poppins" panose="00000500000000000000" pitchFamily="2" charset="0"/>
                  <a:ea typeface="Lato"/>
                  <a:cs typeface="Poppins" panose="00000500000000000000" pitchFamily="2" charset="0"/>
                  <a:sym typeface="Lato"/>
                </a:rPr>
                <a:t>YOUR TEXT</a:t>
              </a:r>
              <a:endParaRPr lang="en-US" sz="3400" b="1" dirty="0">
                <a:solidFill>
                  <a:schemeClr val="accent6"/>
                </a:solidFill>
                <a:latin typeface="Poppins" panose="00000500000000000000" pitchFamily="2" charset="0"/>
                <a:ea typeface="Lato"/>
                <a:cs typeface="Poppins" panose="00000500000000000000" pitchFamily="2" charset="0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506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1067</TotalTime>
  <Words>1666</Words>
  <Application>Microsoft Office PowerPoint</Application>
  <PresentationFormat>Custom</PresentationFormat>
  <Paragraphs>481</Paragraphs>
  <Slides>37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Wingdings</vt:lpstr>
      <vt:lpstr>Source Sans Pro</vt:lpstr>
      <vt:lpstr>Calibri</vt:lpstr>
      <vt:lpstr>Open Sans</vt:lpstr>
      <vt:lpstr>Arial</vt:lpstr>
      <vt:lpstr>Roboto Black</vt:lpstr>
      <vt:lpstr>Poppins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Creative Leads</dc:creator>
  <cp:lastModifiedBy>Lumin Tyou</cp:lastModifiedBy>
  <cp:revision>28</cp:revision>
  <dcterms:created xsi:type="dcterms:W3CDTF">2022-08-16T09:33:31Z</dcterms:created>
  <dcterms:modified xsi:type="dcterms:W3CDTF">2023-06-20T02:36:13Z</dcterms:modified>
</cp:coreProperties>
</file>