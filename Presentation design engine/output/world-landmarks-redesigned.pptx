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jp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jp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9.png"/><Relationship Id="rId14" Type="http://schemas.openxmlformats.org/officeDocument/2006/relationships/image" Target="../media/image-2-14.jp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image" Target="../media/image-4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iffel Tow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047924" cy="6858000"/>
          </a:xfrm>
          <a:prstGeom prst="rect">
            <a:avLst/>
          </a:prstGeom>
        </p:spPr>
      </p:pic>
      <p:pic>
        <p:nvPicPr>
          <p:cNvPr id="3" name="Image 1" descr="Statue of Liber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24" y="0"/>
            <a:ext cx="3047924" cy="6858000"/>
          </a:xfrm>
          <a:prstGeom prst="rect">
            <a:avLst/>
          </a:prstGeom>
        </p:spPr>
      </p:pic>
      <p:pic>
        <p:nvPicPr>
          <p:cNvPr id="4" name="Image 2" descr="Pyramids of Giz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8" y="0"/>
            <a:ext cx="3047924" cy="6858000"/>
          </a:xfrm>
          <a:prstGeom prst="rect">
            <a:avLst/>
          </a:prstGeom>
        </p:spPr>
      </p:pic>
      <p:pic>
        <p:nvPicPr>
          <p:cNvPr id="5" name="Image 3" descr="Great Wall of Chin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771" y="0"/>
            <a:ext cx="3047924" cy="685800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3029636" y="0"/>
            <a:ext cx="36576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1"/>
          <p:cNvSpPr/>
          <p:nvPr/>
        </p:nvSpPr>
        <p:spPr>
          <a:xfrm>
            <a:off x="6077560" y="0"/>
            <a:ext cx="36576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2"/>
          <p:cNvSpPr/>
          <p:nvPr/>
        </p:nvSpPr>
        <p:spPr>
          <a:xfrm>
            <a:off x="9125483" y="0"/>
            <a:ext cx="36576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3"/>
          <p:cNvSpPr/>
          <p:nvPr/>
        </p:nvSpPr>
        <p:spPr>
          <a:xfrm>
            <a:off x="1051560" y="2212848"/>
            <a:ext cx="10085832" cy="2724912"/>
          </a:xfrm>
          <a:prstGeom prst="roundRect">
            <a:avLst>
              <a:gd name="adj" fmla="val 8054"/>
            </a:avLst>
          </a:prstGeom>
          <a:solidFill>
            <a:srgbClr val="2264D1"/>
          </a:solidFill>
          <a:ln/>
          <a:effectLst>
            <a:outerShdw sx="100000" sy="100000" kx="0" ky="0" algn="bl" rotWithShape="0" blurRad="152400" dist="50800" dir="5400000">
              <a:srgbClr val="000000">
                <a:alpha val="32000"/>
              </a:srgbClr>
            </a:outerShdw>
          </a:effectLst>
        </p:spPr>
      </p:sp>
      <p:sp>
        <p:nvSpPr>
          <p:cNvPr id="10" name="Shape 4"/>
          <p:cNvSpPr/>
          <p:nvPr/>
        </p:nvSpPr>
        <p:spPr>
          <a:xfrm>
            <a:off x="1051560" y="2212848"/>
            <a:ext cx="10085832" cy="146304"/>
          </a:xfrm>
          <a:prstGeom prst="roundRect">
            <a:avLst>
              <a:gd name="adj" fmla="val 50000"/>
            </a:avLst>
          </a:prstGeom>
          <a:solidFill>
            <a:srgbClr val="F4A21E"/>
          </a:solidFill>
          <a:ln/>
        </p:spPr>
      </p:sp>
      <p:pic>
        <p:nvPicPr>
          <p:cNvPr id="11" name="Image 4" descr="/tmp/wlbuild/assets/ic_globe_F4A21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4728" y="2395728"/>
            <a:ext cx="548640" cy="54864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371600" y="2999232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Wonderful World Landmarks</a:t>
            </a:r>
            <a:endParaRPr lang="en-US" sz="4000" dirty="0"/>
          </a:p>
        </p:txBody>
      </p:sp>
      <p:sp>
        <p:nvSpPr>
          <p:cNvPr id="13" name="Shape 6"/>
          <p:cNvSpPr/>
          <p:nvPr/>
        </p:nvSpPr>
        <p:spPr>
          <a:xfrm>
            <a:off x="5541264" y="4041648"/>
            <a:ext cx="1097280" cy="73152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/>
        </p:spPr>
      </p:sp>
      <p:sp>
        <p:nvSpPr>
          <p:cNvPr id="14" name="Text 7"/>
          <p:cNvSpPr/>
          <p:nvPr/>
        </p:nvSpPr>
        <p:spPr>
          <a:xfrm>
            <a:off x="1371600" y="416052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Exciting Global Geography Adventure</a:t>
            </a:r>
            <a:endParaRPr lang="en-US" sz="1800" dirty="0"/>
          </a:p>
        </p:txBody>
      </p:sp>
      <p:sp>
        <p:nvSpPr>
          <p:cNvPr id="15" name="Shape 8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F4A21E"/>
          </a:solidFill>
          <a:ln/>
        </p:spPr>
      </p:sp>
      <p:sp>
        <p:nvSpPr>
          <p:cNvPr id="16" name="Shape 9"/>
          <p:cNvSpPr/>
          <p:nvPr/>
        </p:nvSpPr>
        <p:spPr>
          <a:xfrm>
            <a:off x="11338560" y="640080"/>
            <a:ext cx="310896" cy="310896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7" name="Shape 10"/>
          <p:cNvSpPr/>
          <p:nvPr/>
        </p:nvSpPr>
        <p:spPr>
          <a:xfrm>
            <a:off x="11475720" y="58521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Shape 11"/>
          <p:cNvSpPr/>
          <p:nvPr/>
        </p:nvSpPr>
        <p:spPr>
          <a:xfrm>
            <a:off x="365760" y="5943600"/>
            <a:ext cx="310896" cy="310896"/>
          </a:xfrm>
          <a:prstGeom prst="ellipse">
            <a:avLst/>
          </a:prstGeom>
          <a:solidFill>
            <a:srgbClr val="F4A21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71455" y="-914400"/>
            <a:ext cx="2743200" cy="2743200"/>
          </a:xfrm>
          <a:prstGeom prst="ellipse">
            <a:avLst/>
          </a:prstGeom>
          <a:solidFill>
            <a:srgbClr val="2264D1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029200"/>
            <a:ext cx="2926080" cy="2926080"/>
          </a:xfrm>
          <a:prstGeom prst="ellipse">
            <a:avLst/>
          </a:prstGeom>
          <a:solidFill>
            <a:srgbClr val="F4A21E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32000"/>
            </a:avLst>
          </a:prstGeom>
          <a:solidFill>
            <a:srgbClr val="2264D1"/>
          </a:solidFill>
          <a:ln/>
        </p:spPr>
      </p:sp>
      <p:pic>
        <p:nvPicPr>
          <p:cNvPr id="5" name="Image 0" descr="/tmp/wlbuild/assets/ic_glob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586" y="497434"/>
            <a:ext cx="340157" cy="3401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365760"/>
            <a:ext cx="105000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Presenting the Landmarks!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1252728" y="1024128"/>
            <a:ext cx="1051560" cy="91440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371600"/>
            <a:ext cx="544068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2264D1"/>
            </a:solidFill>
            <a:prstDash val="solid"/>
          </a:ln>
          <a:effectLst>
            <a:outerShdw sx="100000" sy="100000" kx="0" ky="0" algn="bl" rotWithShape="0" blurRad="88900" dist="25400" dir="5400000">
              <a:srgbClr val="6B5A3E">
                <a:alpha val="16000"/>
              </a:srgbClr>
            </a:outerShdw>
          </a:effectLst>
        </p:spPr>
      </p:sp>
      <p:pic>
        <p:nvPicPr>
          <p:cNvPr id="9" name="Image 1" descr="Eiffel Towe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3504" y="1517904"/>
            <a:ext cx="1371600" cy="20848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194560" y="1554480"/>
            <a:ext cx="3502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64D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Eiffel Tower</a:t>
            </a:r>
            <a:endParaRPr lang="en-US" sz="1500" dirty="0"/>
          </a:p>
        </p:txBody>
      </p:sp>
      <p:pic>
        <p:nvPicPr>
          <p:cNvPr id="11" name="Image 2" descr="/tmp/wlbuild/assets/flag_fra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1993392"/>
            <a:ext cx="292608" cy="19476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578608" y="1947672"/>
            <a:ext cx="3118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France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2194560" y="2395728"/>
            <a:ext cx="310896" cy="310896"/>
          </a:xfrm>
          <a:prstGeom prst="roundRect">
            <a:avLst>
              <a:gd name="adj" fmla="val 32000"/>
            </a:avLst>
          </a:prstGeom>
          <a:solidFill>
            <a:srgbClr val="2264D1"/>
          </a:solidFill>
          <a:ln/>
        </p:spPr>
      </p:sp>
      <p:pic>
        <p:nvPicPr>
          <p:cNvPr id="14" name="Image 3" descr="/tmp/wlbuild/assets/ic_calendar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6739" y="2457907"/>
            <a:ext cx="186538" cy="18653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615184" y="2350008"/>
            <a:ext cx="3081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in 1889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2194560" y="3017520"/>
            <a:ext cx="310896" cy="310896"/>
          </a:xfrm>
          <a:prstGeom prst="roundRect">
            <a:avLst>
              <a:gd name="adj" fmla="val 32000"/>
            </a:avLst>
          </a:prstGeom>
          <a:solidFill>
            <a:srgbClr val="2264D1"/>
          </a:solidFill>
          <a:ln/>
        </p:spPr>
      </p:sp>
      <p:pic>
        <p:nvPicPr>
          <p:cNvPr id="17" name="Image 4" descr="/tmp/wlbuild/assets/ic_heigh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6739" y="3079699"/>
            <a:ext cx="186538" cy="18653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2615184" y="2971800"/>
            <a:ext cx="3081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 300 meters tall</a:t>
            </a:r>
            <a:endParaRPr lang="en-US" sz="1150" dirty="0"/>
          </a:p>
        </p:txBody>
      </p:sp>
      <p:sp>
        <p:nvSpPr>
          <p:cNvPr id="19" name="Shape 12"/>
          <p:cNvSpPr/>
          <p:nvPr/>
        </p:nvSpPr>
        <p:spPr>
          <a:xfrm>
            <a:off x="6291072" y="1371600"/>
            <a:ext cx="544068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129030000" dist="322580000" dir="324000000000">
              <a:srgbClr val="6B5A3E">
                <a:alpha val="1600000000"/>
              </a:srgbClr>
            </a:outerShdw>
          </a:effectLst>
        </p:spPr>
      </p:sp>
      <p:pic>
        <p:nvPicPr>
          <p:cNvPr id="20" name="Image 5" descr="Statue of Liberty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437376" y="1517904"/>
            <a:ext cx="1371600" cy="208483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028432" y="1554480"/>
            <a:ext cx="3502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Statue of Liberty</a:t>
            </a:r>
            <a:endParaRPr lang="en-US" sz="1500" dirty="0"/>
          </a:p>
        </p:txBody>
      </p:sp>
      <p:pic>
        <p:nvPicPr>
          <p:cNvPr id="22" name="Image 6" descr="/tmp/wlbuild/assets/flag_us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8432" y="1993392"/>
            <a:ext cx="292608" cy="194767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8412480" y="1947672"/>
            <a:ext cx="3118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</a:t>
            </a:r>
            <a:endParaRPr lang="en-US" sz="1200" dirty="0"/>
          </a:p>
        </p:txBody>
      </p:sp>
      <p:sp>
        <p:nvSpPr>
          <p:cNvPr id="24" name="Shape 15"/>
          <p:cNvSpPr/>
          <p:nvPr/>
        </p:nvSpPr>
        <p:spPr>
          <a:xfrm>
            <a:off x="8028432" y="2395728"/>
            <a:ext cx="310896" cy="310896"/>
          </a:xfrm>
          <a:prstGeom prst="roundRect">
            <a:avLst>
              <a:gd name="adj" fmla="val 32000"/>
            </a:avLst>
          </a:prstGeom>
          <a:solidFill>
            <a:srgbClr val="0D9488"/>
          </a:solidFill>
          <a:ln/>
        </p:spPr>
      </p:sp>
      <p:pic>
        <p:nvPicPr>
          <p:cNvPr id="25" name="Image 7" descr="/tmp/wlbuild/assets/ic_gift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0611" y="2457907"/>
            <a:ext cx="186538" cy="18653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8449056" y="2350008"/>
            <a:ext cx="3081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Gift from France in 1886</a:t>
            </a:r>
            <a:endParaRPr lang="en-US" sz="1150" dirty="0"/>
          </a:p>
        </p:txBody>
      </p:sp>
      <p:sp>
        <p:nvSpPr>
          <p:cNvPr id="27" name="Shape 17"/>
          <p:cNvSpPr/>
          <p:nvPr/>
        </p:nvSpPr>
        <p:spPr>
          <a:xfrm>
            <a:off x="8028432" y="3017520"/>
            <a:ext cx="310896" cy="310896"/>
          </a:xfrm>
          <a:prstGeom prst="roundRect">
            <a:avLst>
              <a:gd name="adj" fmla="val 32000"/>
            </a:avLst>
          </a:prstGeom>
          <a:solidFill>
            <a:srgbClr val="0D9488"/>
          </a:solidFill>
          <a:ln/>
        </p:spPr>
      </p:sp>
      <p:pic>
        <p:nvPicPr>
          <p:cNvPr id="28" name="Image 8" descr="/tmp/wlbuild/assets/ic_star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0611" y="3079699"/>
            <a:ext cx="186538" cy="186538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8449056" y="2971800"/>
            <a:ext cx="3081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Welcomes visitors to New York</a:t>
            </a:r>
            <a:endParaRPr lang="en-US" sz="1150" dirty="0"/>
          </a:p>
        </p:txBody>
      </p:sp>
      <p:sp>
        <p:nvSpPr>
          <p:cNvPr id="30" name="Shape 19"/>
          <p:cNvSpPr/>
          <p:nvPr/>
        </p:nvSpPr>
        <p:spPr>
          <a:xfrm>
            <a:off x="457200" y="4005072"/>
            <a:ext cx="544068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4A21E"/>
            </a:solidFill>
            <a:prstDash val="solid"/>
          </a:ln>
          <a:effectLst>
            <a:outerShdw sx="100000" sy="100000" kx="0" ky="0" algn="bl" rotWithShape="0" blurRad="14338681000000" dist="4096766000000" dir="19440000000000000">
              <a:srgbClr val="6B5A3E">
                <a:alpha val="160000000000000"/>
              </a:srgbClr>
            </a:outerShdw>
          </a:effectLst>
        </p:spPr>
      </p:sp>
      <p:pic>
        <p:nvPicPr>
          <p:cNvPr id="31" name="Image 9" descr="Pyramids of Giza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03504" y="4151376"/>
            <a:ext cx="1371600" cy="2084832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2194560" y="4187952"/>
            <a:ext cx="3502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1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Pyramids of Giza</a:t>
            </a:r>
            <a:endParaRPr lang="en-US" sz="1500" dirty="0"/>
          </a:p>
        </p:txBody>
      </p:sp>
      <p:pic>
        <p:nvPicPr>
          <p:cNvPr id="33" name="Image 10" descr="/tmp/wlbuild/assets/flag_egyp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94560" y="4626864"/>
            <a:ext cx="292608" cy="194767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2578608" y="4581144"/>
            <a:ext cx="3118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Egypt</a:t>
            </a:r>
            <a:endParaRPr lang="en-US" sz="1200" dirty="0"/>
          </a:p>
        </p:txBody>
      </p:sp>
      <p:sp>
        <p:nvSpPr>
          <p:cNvPr id="35" name="Shape 22"/>
          <p:cNvSpPr/>
          <p:nvPr/>
        </p:nvSpPr>
        <p:spPr>
          <a:xfrm>
            <a:off x="2194560" y="5029200"/>
            <a:ext cx="310896" cy="310896"/>
          </a:xfrm>
          <a:prstGeom prst="roundRect">
            <a:avLst>
              <a:gd name="adj" fmla="val 32000"/>
            </a:avLst>
          </a:prstGeom>
          <a:solidFill>
            <a:srgbClr val="F4A21E"/>
          </a:solidFill>
          <a:ln/>
        </p:spPr>
      </p:sp>
      <p:pic>
        <p:nvPicPr>
          <p:cNvPr id="36" name="Image 11" descr="/tmp/wlbuild/assets/ic_clock_FFFFFF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56739" y="5091379"/>
            <a:ext cx="186538" cy="186538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2615184" y="4983480"/>
            <a:ext cx="3081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more than 4,500 years ago</a:t>
            </a:r>
            <a:endParaRPr lang="en-US" sz="1150" dirty="0"/>
          </a:p>
        </p:txBody>
      </p:sp>
      <p:sp>
        <p:nvSpPr>
          <p:cNvPr id="38" name="Shape 24"/>
          <p:cNvSpPr/>
          <p:nvPr/>
        </p:nvSpPr>
        <p:spPr>
          <a:xfrm>
            <a:off x="2194560" y="5650992"/>
            <a:ext cx="310896" cy="310896"/>
          </a:xfrm>
          <a:prstGeom prst="roundRect">
            <a:avLst>
              <a:gd name="adj" fmla="val 32000"/>
            </a:avLst>
          </a:prstGeom>
          <a:solidFill>
            <a:srgbClr val="F4A21E"/>
          </a:solidFill>
          <a:ln/>
        </p:spPr>
      </p:sp>
      <p:pic>
        <p:nvPicPr>
          <p:cNvPr id="39" name="Image 12" descr="/tmp/wlbuild/assets/ic_star_FFFFFF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56739" y="5713171"/>
            <a:ext cx="186538" cy="186538"/>
          </a:xfrm>
          <a:prstGeom prst="rect">
            <a:avLst/>
          </a:prstGeom>
        </p:spPr>
      </p:pic>
      <p:sp>
        <p:nvSpPr>
          <p:cNvPr id="40" name="Text 25"/>
          <p:cNvSpPr/>
          <p:nvPr/>
        </p:nvSpPr>
        <p:spPr>
          <a:xfrm>
            <a:off x="2615184" y="5605272"/>
            <a:ext cx="3081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of the Seven Wonders of the Ancient World</a:t>
            </a:r>
            <a:endParaRPr lang="en-US" sz="1150" dirty="0"/>
          </a:p>
        </p:txBody>
      </p:sp>
      <p:sp>
        <p:nvSpPr>
          <p:cNvPr id="41" name="Shape 26"/>
          <p:cNvSpPr/>
          <p:nvPr/>
        </p:nvSpPr>
        <p:spPr>
          <a:xfrm>
            <a:off x="6291072" y="4005072"/>
            <a:ext cx="544068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E5484D"/>
            </a:solidFill>
            <a:prstDash val="solid"/>
          </a:ln>
          <a:effectLst>
            <a:outerShdw sx="100000" sy="100000" kx="0" ky="0" algn="bl" rotWithShape="0" blurRad="182101248700000000" dist="52028928200000000" dir="1.1664e+21">
              <a:srgbClr val="6B5A3E">
                <a:alpha val="16000000000000000000"/>
              </a:srgbClr>
            </a:outerShdw>
          </a:effectLst>
        </p:spPr>
      </p:sp>
      <p:pic>
        <p:nvPicPr>
          <p:cNvPr id="42" name="Image 13" descr="Great Wall of China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6437376" y="4151376"/>
            <a:ext cx="1371600" cy="2084832"/>
          </a:xfrm>
          <a:prstGeom prst="rect">
            <a:avLst/>
          </a:prstGeom>
        </p:spPr>
      </p:pic>
      <p:sp>
        <p:nvSpPr>
          <p:cNvPr id="43" name="Text 27"/>
          <p:cNvSpPr/>
          <p:nvPr/>
        </p:nvSpPr>
        <p:spPr>
          <a:xfrm>
            <a:off x="8028432" y="4187952"/>
            <a:ext cx="3502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484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Great Wall of China</a:t>
            </a:r>
            <a:endParaRPr lang="en-US" sz="1500" dirty="0"/>
          </a:p>
        </p:txBody>
      </p:sp>
      <p:pic>
        <p:nvPicPr>
          <p:cNvPr id="44" name="Image 14" descr="/tmp/wlbuild/assets/flag_china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28432" y="4626864"/>
            <a:ext cx="292608" cy="194767"/>
          </a:xfrm>
          <a:prstGeom prst="rect">
            <a:avLst/>
          </a:prstGeom>
        </p:spPr>
      </p:pic>
      <p:sp>
        <p:nvSpPr>
          <p:cNvPr id="45" name="Text 28"/>
          <p:cNvSpPr/>
          <p:nvPr/>
        </p:nvSpPr>
        <p:spPr>
          <a:xfrm>
            <a:off x="8412480" y="4581144"/>
            <a:ext cx="3118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China</a:t>
            </a:r>
            <a:endParaRPr lang="en-US" sz="1200" dirty="0"/>
          </a:p>
        </p:txBody>
      </p:sp>
      <p:sp>
        <p:nvSpPr>
          <p:cNvPr id="46" name="Shape 29"/>
          <p:cNvSpPr/>
          <p:nvPr/>
        </p:nvSpPr>
        <p:spPr>
          <a:xfrm>
            <a:off x="8028432" y="5029200"/>
            <a:ext cx="310896" cy="310896"/>
          </a:xfrm>
          <a:prstGeom prst="roundRect">
            <a:avLst>
              <a:gd name="adj" fmla="val 32000"/>
            </a:avLst>
          </a:prstGeom>
          <a:solidFill>
            <a:srgbClr val="E5484D"/>
          </a:solidFill>
          <a:ln/>
        </p:spPr>
      </p:sp>
      <p:pic>
        <p:nvPicPr>
          <p:cNvPr id="47" name="Image 15" descr="/tmp/wlbuild/assets/ic_wall_FFFFFF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90611" y="5091379"/>
            <a:ext cx="186538" cy="186538"/>
          </a:xfrm>
          <a:prstGeom prst="rect">
            <a:avLst/>
          </a:prstGeom>
        </p:spPr>
      </p:pic>
      <p:sp>
        <p:nvSpPr>
          <p:cNvPr id="48" name="Text 30"/>
          <p:cNvSpPr/>
          <p:nvPr/>
        </p:nvSpPr>
        <p:spPr>
          <a:xfrm>
            <a:off x="8449056" y="4983480"/>
            <a:ext cx="3081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of the longest structures ever built</a:t>
            </a:r>
            <a:endParaRPr lang="en-US" sz="1150" dirty="0"/>
          </a:p>
        </p:txBody>
      </p:sp>
      <p:sp>
        <p:nvSpPr>
          <p:cNvPr id="49" name="Shape 31"/>
          <p:cNvSpPr/>
          <p:nvPr/>
        </p:nvSpPr>
        <p:spPr>
          <a:xfrm>
            <a:off x="8028432" y="5650992"/>
            <a:ext cx="310896" cy="310896"/>
          </a:xfrm>
          <a:prstGeom prst="roundRect">
            <a:avLst>
              <a:gd name="adj" fmla="val 32000"/>
            </a:avLst>
          </a:prstGeom>
          <a:solidFill>
            <a:srgbClr val="E5484D"/>
          </a:solidFill>
          <a:ln/>
        </p:spPr>
      </p:sp>
      <p:pic>
        <p:nvPicPr>
          <p:cNvPr id="50" name="Image 16" descr="/tmp/wlbuild/assets/ic_length_FFFFFF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90611" y="5713171"/>
            <a:ext cx="186538" cy="186538"/>
          </a:xfrm>
          <a:prstGeom prst="rect">
            <a:avLst/>
          </a:prstGeom>
        </p:spPr>
      </p:pic>
      <p:sp>
        <p:nvSpPr>
          <p:cNvPr id="51" name="Text 32"/>
          <p:cNvSpPr/>
          <p:nvPr/>
        </p:nvSpPr>
        <p:spPr>
          <a:xfrm>
            <a:off x="8449056" y="5605272"/>
            <a:ext cx="3081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Stretches thousands of kilo meters</a:t>
            </a:r>
            <a:endParaRPr lang="en-US" sz="1150" dirty="0"/>
          </a:p>
        </p:txBody>
      </p:sp>
      <p:sp>
        <p:nvSpPr>
          <p:cNvPr id="52" name="Text 33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5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Wonderful World Landmarks</a:t>
            </a:r>
            <a:endParaRPr lang="en-US" sz="900" dirty="0"/>
          </a:p>
        </p:txBody>
      </p:sp>
      <p:sp>
        <p:nvSpPr>
          <p:cNvPr id="53" name="Text 34"/>
          <p:cNvSpPr/>
          <p:nvPr/>
        </p:nvSpPr>
        <p:spPr>
          <a:xfrm>
            <a:off x="1063721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5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06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71455" y="-914400"/>
            <a:ext cx="2743200" cy="2743200"/>
          </a:xfrm>
          <a:prstGeom prst="ellipse">
            <a:avLst/>
          </a:prstGeom>
          <a:solidFill>
            <a:srgbClr val="0D948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029200"/>
            <a:ext cx="2926080" cy="2926080"/>
          </a:xfrm>
          <a:prstGeom prst="ellipse">
            <a:avLst/>
          </a:prstGeom>
          <a:solidFill>
            <a:srgbClr val="E5484D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32000"/>
            </a:avLst>
          </a:prstGeom>
          <a:solidFill>
            <a:srgbClr val="E5484D"/>
          </a:solidFill>
          <a:ln/>
        </p:spPr>
      </p:sp>
      <p:pic>
        <p:nvPicPr>
          <p:cNvPr id="5" name="Image 0" descr="/tmp/wlbuild/assets/ic_pi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586" y="497434"/>
            <a:ext cx="340157" cy="3401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365760"/>
            <a:ext cx="105000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Let us use the map to locate them!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1252728" y="1024128"/>
            <a:ext cx="1051560" cy="9144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325880"/>
            <a:ext cx="7955280" cy="5074920"/>
          </a:xfrm>
          <a:prstGeom prst="roundRect">
            <a:avLst>
              <a:gd name="adj" fmla="val 2883"/>
            </a:avLst>
          </a:prstGeom>
          <a:solidFill>
            <a:srgbClr val="FFFFFF"/>
          </a:solidFill>
          <a:ln w="12700">
            <a:solidFill>
              <a:srgbClr val="ECE3D2"/>
            </a:solidFill>
            <a:prstDash val="solid"/>
          </a:ln>
          <a:effectLst>
            <a:outerShdw sx="100000" sy="100000" kx="0" ky="0" algn="bl" rotWithShape="0" blurRad="2.31268585849e+21" dist="660767388140000000000" dir="6.9984e+25">
              <a:srgbClr val="6B5A3E">
                <a:alpha val="1.6e+24"/>
              </a:srgbClr>
            </a:outerShdw>
          </a:effectLst>
        </p:spPr>
      </p:sp>
      <p:pic>
        <p:nvPicPr>
          <p:cNvPr id="9" name="Image 1" descr="World ma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16380"/>
            <a:ext cx="7040880" cy="46939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022446" y="2723388"/>
            <a:ext cx="402336" cy="402336"/>
          </a:xfrm>
          <a:prstGeom prst="ellipse">
            <a:avLst/>
          </a:prstGeom>
          <a:solidFill>
            <a:srgbClr val="2264D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022446" y="27233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8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968" dirty="0"/>
          </a:p>
        </p:txBody>
      </p:sp>
      <p:sp>
        <p:nvSpPr>
          <p:cNvPr id="12" name="Shape 8"/>
          <p:cNvSpPr/>
          <p:nvPr/>
        </p:nvSpPr>
        <p:spPr>
          <a:xfrm>
            <a:off x="2473452" y="3005023"/>
            <a:ext cx="402336" cy="402336"/>
          </a:xfrm>
          <a:prstGeom prst="ellipse">
            <a:avLst/>
          </a:prstGeom>
          <a:solidFill>
            <a:srgbClr val="0D94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473452" y="3005023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8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968" dirty="0"/>
          </a:p>
        </p:txBody>
      </p:sp>
      <p:sp>
        <p:nvSpPr>
          <p:cNvPr id="14" name="Shape 10"/>
          <p:cNvSpPr/>
          <p:nvPr/>
        </p:nvSpPr>
        <p:spPr>
          <a:xfrm>
            <a:off x="4585716" y="3427476"/>
            <a:ext cx="402336" cy="402336"/>
          </a:xfrm>
          <a:prstGeom prst="ellipse">
            <a:avLst/>
          </a:prstGeom>
          <a:solidFill>
            <a:srgbClr val="F4A21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85716" y="34274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8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968" dirty="0"/>
          </a:p>
        </p:txBody>
      </p:sp>
      <p:sp>
        <p:nvSpPr>
          <p:cNvPr id="16" name="Shape 12"/>
          <p:cNvSpPr/>
          <p:nvPr/>
        </p:nvSpPr>
        <p:spPr>
          <a:xfrm>
            <a:off x="5993892" y="3051962"/>
            <a:ext cx="402336" cy="402336"/>
          </a:xfrm>
          <a:prstGeom prst="ellipse">
            <a:avLst/>
          </a:prstGeom>
          <a:solidFill>
            <a:srgbClr val="E5484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993892" y="305196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8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968" dirty="0"/>
          </a:p>
        </p:txBody>
      </p:sp>
      <p:sp>
        <p:nvSpPr>
          <p:cNvPr id="18" name="Shape 14"/>
          <p:cNvSpPr/>
          <p:nvPr/>
        </p:nvSpPr>
        <p:spPr>
          <a:xfrm>
            <a:off x="8641080" y="1481328"/>
            <a:ext cx="457200" cy="457200"/>
          </a:xfrm>
          <a:prstGeom prst="ellipse">
            <a:avLst/>
          </a:prstGeom>
          <a:solidFill>
            <a:srgbClr val="2264D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641080" y="1481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9262872" y="1426464"/>
            <a:ext cx="247162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Eiffel Tower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9262872" y="1737360"/>
            <a:ext cx="247162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5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Paris (France)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8641080" y="2651760"/>
            <a:ext cx="457200" cy="457200"/>
          </a:xfrm>
          <a:prstGeom prst="ellipse">
            <a:avLst/>
          </a:prstGeom>
          <a:solidFill>
            <a:srgbClr val="0D94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64108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9262872" y="2596896"/>
            <a:ext cx="247162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Statue of Liberty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9262872" y="2907792"/>
            <a:ext cx="247162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5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York (USA)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8641080" y="3822192"/>
            <a:ext cx="457200" cy="457200"/>
          </a:xfrm>
          <a:prstGeom prst="ellipse">
            <a:avLst/>
          </a:prstGeom>
          <a:solidFill>
            <a:srgbClr val="F4A21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641080" y="3822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9262872" y="3767328"/>
            <a:ext cx="247162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Pyramids of Giza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9262872" y="4078224"/>
            <a:ext cx="247162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5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(Egypt)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8641080" y="4992624"/>
            <a:ext cx="457200" cy="457200"/>
          </a:xfrm>
          <a:prstGeom prst="ellipse">
            <a:avLst/>
          </a:prstGeom>
          <a:solidFill>
            <a:srgbClr val="E5484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641080" y="49926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9262872" y="4937760"/>
            <a:ext cx="247162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Great Wall</a:t>
            </a:r>
            <a:endParaRPr lang="en-US" sz="1350" dirty="0"/>
          </a:p>
        </p:txBody>
      </p:sp>
      <p:sp>
        <p:nvSpPr>
          <p:cNvPr id="33" name="Text 29"/>
          <p:cNvSpPr/>
          <p:nvPr/>
        </p:nvSpPr>
        <p:spPr>
          <a:xfrm>
            <a:off x="9262872" y="5248656"/>
            <a:ext cx="247162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5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(China)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5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Wonderful World Landmarks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063721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5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06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71455" y="-914400"/>
            <a:ext cx="2743200" cy="2743200"/>
          </a:xfrm>
          <a:prstGeom prst="ellipse">
            <a:avLst/>
          </a:prstGeom>
          <a:solidFill>
            <a:srgbClr val="F4A21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029200"/>
            <a:ext cx="2926080" cy="2926080"/>
          </a:xfrm>
          <a:prstGeom prst="ellipse">
            <a:avLst/>
          </a:prstGeom>
          <a:solidFill>
            <a:srgbClr val="2264D1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32000"/>
            </a:avLst>
          </a:prstGeom>
          <a:solidFill>
            <a:srgbClr val="F4A21E"/>
          </a:solidFill>
          <a:ln/>
        </p:spPr>
      </p:sp>
      <p:pic>
        <p:nvPicPr>
          <p:cNvPr id="5" name="Image 0" descr="/tmp/wlbuild/assets/ic_bulb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586" y="497434"/>
            <a:ext cx="340157" cy="3401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365760"/>
            <a:ext cx="105000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Did You Know?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1252728" y="1024128"/>
            <a:ext cx="1051560" cy="91440"/>
          </a:xfrm>
          <a:prstGeom prst="roundRect">
            <a:avLst>
              <a:gd name="adj" fmla="val 50000"/>
            </a:avLst>
          </a:prstGeom>
          <a:solidFill>
            <a:srgbClr val="F4A21E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481328"/>
            <a:ext cx="2613584" cy="4617720"/>
          </a:xfrm>
          <a:prstGeom prst="roundRect">
            <a:avLst>
              <a:gd name="adj" fmla="val 5598"/>
            </a:avLst>
          </a:prstGeom>
          <a:solidFill>
            <a:srgbClr val="FFFFFF"/>
          </a:solidFill>
          <a:ln w="19050">
            <a:solidFill>
              <a:srgbClr val="2264D1"/>
            </a:solidFill>
            <a:prstDash val="solid"/>
          </a:ln>
          <a:effectLst>
            <a:outerShdw sx="100000" sy="100000" kx="0" ky="0" algn="bl" rotWithShape="0" blurRad="2.9371110402823e+25" dist="8.391745829378e+24" dir="4.19904e+30">
              <a:srgbClr val="6B5A3E">
                <a:alpha val="1.6e+29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50176" y="1755648"/>
            <a:ext cx="1627632" cy="1627632"/>
          </a:xfrm>
          <a:prstGeom prst="ellipse">
            <a:avLst/>
          </a:prstGeom>
          <a:solidFill>
            <a:srgbClr val="2264D1"/>
          </a:solidFill>
          <a:ln/>
        </p:spPr>
      </p:sp>
      <p:pic>
        <p:nvPicPr>
          <p:cNvPr id="10" name="Image 1" descr="Eiffel Tow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0" y="1856232"/>
            <a:ext cx="1426464" cy="1426464"/>
          </a:xfrm>
          <a:prstGeom prst="ellipse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4360" y="3584448"/>
            <a:ext cx="23392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2264D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Eiffel Tower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58368" y="4224528"/>
            <a:ext cx="221124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summers, The Eiffel Tower can grow taller because of heat !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345104" y="1481328"/>
            <a:ext cx="2613584" cy="4617720"/>
          </a:xfrm>
          <a:prstGeom prst="roundRect">
            <a:avLst>
              <a:gd name="adj" fmla="val 5598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3.730131021158521e+29" dist="1.0657517203310059e+29" dir="2.519424e+35">
              <a:srgbClr val="6B5A3E">
                <a:alpha val="1.6e+34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838080" y="1755648"/>
            <a:ext cx="1627632" cy="162763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5" name="Image 2" descr="Statue of Libert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8664" y="1856232"/>
            <a:ext cx="1426464" cy="1426464"/>
          </a:xfrm>
          <a:prstGeom prst="ellipse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82264" y="3584448"/>
            <a:ext cx="23392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0D948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Statue of Liberty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3546272" y="4224528"/>
            <a:ext cx="221124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approximate shoe size of the Statue of Liberty is 879!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233008" y="1481328"/>
            <a:ext cx="2613584" cy="4617720"/>
          </a:xfrm>
          <a:prstGeom prst="roundRect">
            <a:avLst>
              <a:gd name="adj" fmla="val 5598"/>
            </a:avLst>
          </a:prstGeom>
          <a:solidFill>
            <a:srgbClr val="FFFFFF"/>
          </a:solidFill>
          <a:ln w="19050">
            <a:solidFill>
              <a:srgbClr val="F4A21E"/>
            </a:solidFill>
            <a:prstDash val="solid"/>
          </a:ln>
          <a:effectLst>
            <a:outerShdw sx="100000" sy="100000" kx="0" ky="0" algn="bl" rotWithShape="0" blurRad="4.737266396871321e+33" dist="1.3535046848203775e+33" dir="1.5116544e+40">
              <a:srgbClr val="6B5A3E">
                <a:alpha val="1.6e+39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725984" y="1755648"/>
            <a:ext cx="1627632" cy="1627632"/>
          </a:xfrm>
          <a:prstGeom prst="ellipse">
            <a:avLst/>
          </a:prstGeom>
          <a:solidFill>
            <a:srgbClr val="F4A21E"/>
          </a:solidFill>
          <a:ln/>
        </p:spPr>
      </p:sp>
      <p:pic>
        <p:nvPicPr>
          <p:cNvPr id="20" name="Image 3" descr="Pyramids of Giz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6568" y="1856232"/>
            <a:ext cx="1426464" cy="1426464"/>
          </a:xfrm>
          <a:prstGeom prst="ellipse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70168" y="3584448"/>
            <a:ext cx="23392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F4A21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Pyramids of Giza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434176" y="4224528"/>
            <a:ext cx="221124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almost 4,000 years, the pyramids stood as the highest man-made structures.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9120911" y="1481328"/>
            <a:ext cx="2613584" cy="4617720"/>
          </a:xfrm>
          <a:prstGeom prst="roundRect">
            <a:avLst>
              <a:gd name="adj" fmla="val 5598"/>
            </a:avLst>
          </a:prstGeom>
          <a:solidFill>
            <a:srgbClr val="FFFFFF"/>
          </a:solidFill>
          <a:ln w="19050">
            <a:solidFill>
              <a:srgbClr val="E5484D"/>
            </a:solidFill>
            <a:prstDash val="solid"/>
          </a:ln>
          <a:effectLst>
            <a:outerShdw sx="100000" sy="100000" kx="0" ky="0" algn="bl" rotWithShape="0" blurRad="6.016328324026578e+37" dist="1.7189509497218795e+37" dir="9.069926400000001e+44">
              <a:srgbClr val="6B5A3E">
                <a:alpha val="1.6e+44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613887" y="1755648"/>
            <a:ext cx="1627632" cy="1627632"/>
          </a:xfrm>
          <a:prstGeom prst="ellipse">
            <a:avLst/>
          </a:prstGeom>
          <a:solidFill>
            <a:srgbClr val="E5484D"/>
          </a:solidFill>
          <a:ln/>
        </p:spPr>
      </p:sp>
      <p:pic>
        <p:nvPicPr>
          <p:cNvPr id="25" name="Image 4" descr="Great Wall of Chin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4471" y="1856232"/>
            <a:ext cx="1426464" cy="1426464"/>
          </a:xfrm>
          <a:prstGeom prst="ellipse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258071" y="3584448"/>
            <a:ext cx="23392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E5484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Great Wall of China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9322079" y="4224528"/>
            <a:ext cx="221124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Great Wall is so long that it stretches for more than 21,000 km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5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Wonderful World Landmarks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63721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5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06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71455" y="-914400"/>
            <a:ext cx="2743200" cy="2743200"/>
          </a:xfrm>
          <a:prstGeom prst="ellipse">
            <a:avLst/>
          </a:prstGeom>
          <a:solidFill>
            <a:srgbClr val="E5484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029200"/>
            <a:ext cx="2926080" cy="2926080"/>
          </a:xfrm>
          <a:prstGeom prst="ellipse">
            <a:avLst/>
          </a:prstGeom>
          <a:solidFill>
            <a:srgbClr val="0D9488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32000"/>
            </a:avLst>
          </a:prstGeom>
          <a:solidFill>
            <a:srgbClr val="2264D1"/>
          </a:solidFill>
          <a:ln/>
        </p:spPr>
      </p:sp>
      <p:pic>
        <p:nvPicPr>
          <p:cNvPr id="5" name="Image 0" descr="/tmp/wlbuild/assets/ic_hel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586" y="497434"/>
            <a:ext cx="340157" cy="3401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365760"/>
            <a:ext cx="105000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What Did We Learn Today?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1252728" y="1024128"/>
            <a:ext cx="1051560" cy="91440"/>
          </a:xfrm>
          <a:prstGeom prst="roundRect">
            <a:avLst>
              <a:gd name="adj" fmla="val 50000"/>
            </a:avLst>
          </a:prstGeom>
          <a:solidFill>
            <a:srgbClr val="2264D1"/>
          </a:solidFill>
          <a:ln/>
        </p:spPr>
      </p:sp>
      <p:sp>
        <p:nvSpPr>
          <p:cNvPr id="8" name="Shape 5"/>
          <p:cNvSpPr/>
          <p:nvPr/>
        </p:nvSpPr>
        <p:spPr>
          <a:xfrm>
            <a:off x="9585655" y="4572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/>
        </p:spPr>
      </p:sp>
      <p:sp>
        <p:nvSpPr>
          <p:cNvPr id="9" name="Text 6"/>
          <p:cNvSpPr/>
          <p:nvPr/>
        </p:nvSpPr>
        <p:spPr>
          <a:xfrm>
            <a:off x="9585655" y="4572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QUICK QUIZ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1783080"/>
            <a:ext cx="11277295" cy="96012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 w="19050">
            <a:solidFill>
              <a:srgbClr val="2264D1"/>
            </a:solidFill>
            <a:prstDash val="solid"/>
          </a:ln>
          <a:effectLst>
            <a:outerShdw sx="100000" sy="100000" kx="0" ky="0" algn="bl" rotWithShape="0" blurRad="7.640736971513755e+41" dist="2.183067706146787e+41" dir="5.44195584e+49">
              <a:srgbClr val="6B5A3E">
                <a:alpha val="1.6e+49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13232" y="1961388"/>
            <a:ext cx="603504" cy="603504"/>
          </a:xfrm>
          <a:prstGeom prst="ellipse">
            <a:avLst/>
          </a:prstGeom>
          <a:solidFill>
            <a:srgbClr val="2264D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" y="196138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1452" dirty="0"/>
          </a:p>
        </p:txBody>
      </p:sp>
      <p:sp>
        <p:nvSpPr>
          <p:cNvPr id="13" name="Text 10"/>
          <p:cNvSpPr/>
          <p:nvPr/>
        </p:nvSpPr>
        <p:spPr>
          <a:xfrm>
            <a:off x="1600200" y="1783080"/>
            <a:ext cx="921989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Eiffel Tower is located in which country?</a:t>
            </a:r>
            <a:endParaRPr lang="en-US" sz="1600" dirty="0"/>
          </a:p>
        </p:txBody>
      </p:sp>
      <p:pic>
        <p:nvPicPr>
          <p:cNvPr id="14" name="Image 1" descr="/tmp/wlbuild/assets/ic_help_CBB89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2034540"/>
            <a:ext cx="457200" cy="4572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57200" y="2926080"/>
            <a:ext cx="11277295" cy="96012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 w="19050">
            <a:solidFill>
              <a:srgbClr val="F4A21E"/>
            </a:solidFill>
            <a:prstDash val="solid"/>
          </a:ln>
          <a:effectLst>
            <a:outerShdw sx="100000" sy="100000" kx="0" ky="0" algn="bl" rotWithShape="0" blurRad="9.703735953822469e+45" dist="2.7724959868064195e+45" dir="3.2651735040000005e+54">
              <a:srgbClr val="6B5A3E">
                <a:alpha val="1.6e+54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3232" y="3104388"/>
            <a:ext cx="603504" cy="603504"/>
          </a:xfrm>
          <a:prstGeom prst="ellipse">
            <a:avLst/>
          </a:prstGeom>
          <a:solidFill>
            <a:srgbClr val="F4A21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13232" y="310438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1452" dirty="0"/>
          </a:p>
        </p:txBody>
      </p:sp>
      <p:sp>
        <p:nvSpPr>
          <p:cNvPr id="18" name="Text 14"/>
          <p:cNvSpPr/>
          <p:nvPr/>
        </p:nvSpPr>
        <p:spPr>
          <a:xfrm>
            <a:off x="1600200" y="2926080"/>
            <a:ext cx="921989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landmark is found in Egypt?</a:t>
            </a:r>
            <a:endParaRPr lang="en-US" sz="1600" dirty="0"/>
          </a:p>
        </p:txBody>
      </p:sp>
      <p:pic>
        <p:nvPicPr>
          <p:cNvPr id="19" name="Image 2" descr="/tmp/wlbuild/assets/ic_help_CBB89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255" y="3177540"/>
            <a:ext cx="457200" cy="45720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457200" y="4069080"/>
            <a:ext cx="11277295" cy="96012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.2323744661354536e+50" dist="3.5210699032441527e+49" dir="1.9591041024000004e+59">
              <a:srgbClr val="6B5A3E">
                <a:alpha val="1.6e+59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13232" y="4247388"/>
            <a:ext cx="603504" cy="603504"/>
          </a:xfrm>
          <a:prstGeom prst="ellipse">
            <a:avLst/>
          </a:prstGeom>
          <a:solidFill>
            <a:srgbClr val="0D94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13232" y="424738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1452" dirty="0"/>
          </a:p>
        </p:txBody>
      </p:sp>
      <p:sp>
        <p:nvSpPr>
          <p:cNvPr id="23" name="Text 18"/>
          <p:cNvSpPr/>
          <p:nvPr/>
        </p:nvSpPr>
        <p:spPr>
          <a:xfrm>
            <a:off x="1600200" y="4069080"/>
            <a:ext cx="921989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landmark greets visitors as they enter New York Harbor?</a:t>
            </a:r>
            <a:endParaRPr lang="en-US" sz="1600" dirty="0"/>
          </a:p>
        </p:txBody>
      </p:sp>
      <p:pic>
        <p:nvPicPr>
          <p:cNvPr id="24" name="Image 3" descr="/tmp/wlbuild/assets/ic_help_CBB89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7255" y="4320540"/>
            <a:ext cx="457200" cy="45720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457200" y="5212080"/>
            <a:ext cx="11277295" cy="96012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 w="19050">
            <a:solidFill>
              <a:srgbClr val="E5484D"/>
            </a:solidFill>
            <a:prstDash val="solid"/>
          </a:ln>
          <a:effectLst>
            <a:outerShdw sx="100000" sy="100000" kx="0" ky="0" algn="bl" rotWithShape="0" blurRad="1.5651155719920262e+54" dist="4.471758777120074e+53" dir="1.1754624614400003e+64">
              <a:srgbClr val="6B5A3E">
                <a:alpha val="1.5999999999999998e+64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13232" y="5390388"/>
            <a:ext cx="603504" cy="603504"/>
          </a:xfrm>
          <a:prstGeom prst="ellipse">
            <a:avLst/>
          </a:prstGeom>
          <a:solidFill>
            <a:srgbClr val="E5484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713232" y="539038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1452" dirty="0"/>
          </a:p>
        </p:txBody>
      </p:sp>
      <p:sp>
        <p:nvSpPr>
          <p:cNvPr id="28" name="Text 22"/>
          <p:cNvSpPr/>
          <p:nvPr/>
        </p:nvSpPr>
        <p:spPr>
          <a:xfrm>
            <a:off x="1600200" y="5212080"/>
            <a:ext cx="921989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is the longest landmark?</a:t>
            </a:r>
            <a:endParaRPr lang="en-US" sz="1600" dirty="0"/>
          </a:p>
        </p:txBody>
      </p:sp>
      <p:pic>
        <p:nvPicPr>
          <p:cNvPr id="29" name="Image 4" descr="/tmp/wlbuild/assets/ic_help_CBB89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7255" y="5463540"/>
            <a:ext cx="457200" cy="4572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5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Wonderful World Landmarks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063721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5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06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71455" y="-914400"/>
            <a:ext cx="2743200" cy="2743200"/>
          </a:xfrm>
          <a:prstGeom prst="ellipse">
            <a:avLst/>
          </a:prstGeom>
          <a:solidFill>
            <a:srgbClr val="2264D1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029200"/>
            <a:ext cx="2926080" cy="2926080"/>
          </a:xfrm>
          <a:prstGeom prst="ellipse">
            <a:avLst/>
          </a:prstGeom>
          <a:solidFill>
            <a:srgbClr val="E5484D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32000"/>
            </a:avLst>
          </a:prstGeom>
          <a:solidFill>
            <a:srgbClr val="2264D1"/>
          </a:solidFill>
          <a:ln/>
        </p:spPr>
      </p:sp>
      <p:pic>
        <p:nvPicPr>
          <p:cNvPr id="5" name="Image 0" descr="/tmp/wlbuild/assets/ic_boo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586" y="497434"/>
            <a:ext cx="340157" cy="3401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365760"/>
            <a:ext cx="105000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Resources / Sources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1252728" y="1024128"/>
            <a:ext cx="1051560" cy="91440"/>
          </a:xfrm>
          <a:prstGeom prst="roundRect">
            <a:avLst>
              <a:gd name="adj" fmla="val 50000"/>
            </a:avLst>
          </a:prstGeom>
          <a:solidFill>
            <a:srgbClr val="2264D1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371600"/>
            <a:ext cx="5532120" cy="49377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CE3D2"/>
            </a:solidFill>
            <a:prstDash val="solid"/>
          </a:ln>
          <a:effectLst>
            <a:outerShdw sx="100000" sy="100000" kx="0" ky="0" algn="bl" rotWithShape="0" blurRad="1.9876967764298733e+58" dist="5.679133646942494e+57" dir="7.052774768640002e+68">
              <a:srgbClr val="6B5A3E">
                <a:alpha val="1.5999999999999997e+69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1627632"/>
            <a:ext cx="118872" cy="310896"/>
          </a:xfrm>
          <a:prstGeom prst="roundRect">
            <a:avLst>
              <a:gd name="adj" fmla="val 23077"/>
            </a:avLst>
          </a:prstGeom>
          <a:solidFill>
            <a:srgbClr val="2264D1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1591056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264D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IMAGE CREDITS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41248" y="2057400"/>
            <a:ext cx="4873752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445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“World Map” by shaire productions is licensed under CC BY 2.0.</a:t>
            </a:r>
            <a:endParaRPr lang="en-US" sz="1000" dirty="0"/>
          </a:p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445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“The Eiffel Tower, Paris” by Mustang Joe is marked with CC0 1.0.</a:t>
            </a:r>
            <a:endParaRPr lang="en-US" sz="1000" dirty="0"/>
          </a:p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445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“Statue of Liberty” by acruz0301 is marked with CC0 1.0.</a:t>
            </a:r>
            <a:endParaRPr lang="en-US" sz="1000" dirty="0"/>
          </a:p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445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“statue of liberty and base from below” by stevendamron is licensed under CC BY 2.0. To view a copy of this license, visit https://creativecommons.org/licenses/by/2.0/?ref=openverse.</a:t>
            </a:r>
            <a:endParaRPr lang="en-US" sz="1000" dirty="0"/>
          </a:p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445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“20200108 Great Wall of China walkway view-9” by Balon Greyjoy is marked with CC0 1.0.</a:t>
            </a:r>
            <a:endParaRPr lang="en-US" sz="1000" dirty="0"/>
          </a:p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445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“Pyramids in Giza - Egypt” by Walkerssk is marked with CC0 1.0.</a:t>
            </a:r>
            <a:endParaRPr lang="en-US" sz="1000" dirty="0"/>
          </a:p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445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“World map silhouette clipart, blue” is marked with CC0 1.0. To view the terms, visit https://creativecommons.org/publicdomain/zero/1.0/?ref=openverse.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245352" y="1371600"/>
            <a:ext cx="5486400" cy="49377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CE3D2"/>
            </a:solidFill>
            <a:prstDash val="solid"/>
          </a:ln>
          <a:effectLst>
            <a:outerShdw sx="100000" sy="100000" kx="0" ky="0" algn="bl" rotWithShape="0" blurRad="2.524374906065939e+62" dist="7.212499731616968e+61" dir="4.2316648611840007e+73">
              <a:srgbClr val="6B5A3E">
                <a:alpha val="1.5999999999999997e+74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19672" y="1627632"/>
            <a:ext cx="118872" cy="310896"/>
          </a:xfrm>
          <a:prstGeom prst="roundRect">
            <a:avLst>
              <a:gd name="adj" fmla="val 23077"/>
            </a:avLst>
          </a:prstGeom>
          <a:solidFill>
            <a:srgbClr val="E5484D"/>
          </a:solidFill>
          <a:ln/>
        </p:spPr>
      </p:sp>
      <p:sp>
        <p:nvSpPr>
          <p:cNvPr id="14" name="Text 11"/>
          <p:cNvSpPr/>
          <p:nvPr/>
        </p:nvSpPr>
        <p:spPr>
          <a:xfrm>
            <a:off x="6748272" y="159105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5484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SOURCES &amp; FURTHER READING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629400" y="2057400"/>
            <a:ext cx="4828032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445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Eiffel Tower - Wikipedia</a:t>
            </a:r>
            <a:endParaRPr lang="en-US" sz="1050" dirty="0"/>
          </a:p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445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https://interestingengineering.com/culture/the-eiffel-tower-grow-taller-each-summer</a:t>
            </a:r>
            <a:endParaRPr lang="en-US" sz="1050" dirty="0"/>
          </a:p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445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https://www.bloomberg.com/news/articles/2012-06-05/china-s-great-wall-found-to-measure-more-than-20-000-kilometers</a:t>
            </a:r>
            <a:endParaRPr lang="en-US" sz="1050" dirty="0"/>
          </a:p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445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https://parade.com/1199611/marynliles/did-you-know-facts/</a:t>
            </a:r>
            <a:endParaRPr lang="en-US" sz="1050" dirty="0"/>
          </a:p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445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https://www.sciencefocus.com/science/egyptian-pyramids-new-studies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5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Wonderful World Landmarks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63721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5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Wonderful World Landmarks</dc:title>
  <dc:subject>PptxGenJS Presentation</dc:subject>
  <dc:creator>Markivis</dc:creator>
  <cp:lastModifiedBy>Markivis</cp:lastModifiedBy>
  <cp:revision>1</cp:revision>
  <dcterms:created xsi:type="dcterms:W3CDTF">2026-07-22T04:47:48Z</dcterms:created>
  <dcterms:modified xsi:type="dcterms:W3CDTF">2026-07-22T04:47:48Z</dcterms:modified>
</cp:coreProperties>
</file>